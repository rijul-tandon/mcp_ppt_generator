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0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1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145707066" r:id="rId5"/>
    <p:sldId id="2145707092" r:id="rId6"/>
    <p:sldId id="267" r:id="rId7"/>
    <p:sldId id="2145707107" r:id="rId8"/>
    <p:sldId id="2145707093" r:id="rId9"/>
    <p:sldId id="2145707100" r:id="rId10"/>
    <p:sldId id="2145707108" r:id="rId11"/>
    <p:sldId id="2145707103" r:id="rId12"/>
    <p:sldId id="2145707075" r:id="rId13"/>
    <p:sldId id="2145707099" r:id="rId14"/>
    <p:sldId id="338" r:id="rId15"/>
    <p:sldId id="2145707080" r:id="rId16"/>
    <p:sldId id="2145707109" r:id="rId17"/>
    <p:sldId id="2145707089" r:id="rId18"/>
    <p:sldId id="2145707090" r:id="rId19"/>
    <p:sldId id="21457070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12E866-C3A4-4805-ADD8-3A8C24235F5D}">
          <p14:sldIdLst>
            <p14:sldId id="2145707066"/>
            <p14:sldId id="2145707092"/>
            <p14:sldId id="267"/>
            <p14:sldId id="2145707107"/>
            <p14:sldId id="2145707093"/>
            <p14:sldId id="2145707100"/>
            <p14:sldId id="2145707108"/>
            <p14:sldId id="2145707103"/>
          </p14:sldIdLst>
        </p14:section>
        <p14:section name="Appendix" id="{56EDF1AA-3631-4F78-AB0B-E5EB629CCED8}">
          <p14:sldIdLst>
            <p14:sldId id="2145707075"/>
            <p14:sldId id="2145707099"/>
            <p14:sldId id="338"/>
            <p14:sldId id="2145707080"/>
            <p14:sldId id="2145707109"/>
            <p14:sldId id="2145707089"/>
            <p14:sldId id="2145707090"/>
            <p14:sldId id="21457070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pos="49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597B22-1892-2385-96C1-4D7EDEB91C08}" name="Kanika Maheshwari" initials="" userId="S::kanika.maheshwari@procdna.com::594c5f91-4e07-41ca-8fec-8d5e529a8640" providerId="AD"/>
  <p188:author id="{5540DC7E-7348-EC09-C318-C745835862CA}" name="Ankush Batra" initials="AB" userId="S::ankush.batra@procdna.com::4809d52a-a5fe-48ad-9a75-6fa2d933c94b" providerId="AD"/>
  <p188:author id="{5ABA2FC2-0AF2-AAD8-49F5-81C4F6ED5C02}" name="Manav Tulshyan" initials="MT" userId="S::manav.tulshyan@procdna.com::09bc8825-853f-4b85-a7f5-ca3bccb99cc1" providerId="AD"/>
  <p188:author id="{1A1B7BCA-1BE0-0053-2B6A-25B1EF30CA38}" name="Nikhil Borker" initials="" userId="S::nikhil.borker@procdna.com::ea05014b-61fb-40ce-841b-cadc32fa47b3" providerId="AD"/>
  <p188:author id="{7D5F0FE9-01D7-8972-3EE7-E1F1D7727955}" name="Kanika Maheshwari" initials="KM" userId="Kanika Maheshw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B2E7CA"/>
    <a:srgbClr val="F4CCCD"/>
    <a:srgbClr val="ECB2B2"/>
    <a:srgbClr val="C39BE1"/>
    <a:srgbClr val="E2AC00"/>
    <a:srgbClr val="7030A0"/>
    <a:srgbClr val="006BBE"/>
    <a:srgbClr val="343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30600-018D-4D70-AF5A-131FF40B8EEA}" v="47" dt="2026-05-27T07:50:47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8087" autoAdjust="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3840"/>
        <p:guide pos="240"/>
        <p:guide pos="49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sh Batra" userId="4809d52a-a5fe-48ad-9a75-6fa2d933c94b" providerId="ADAL" clId="{1BF7F187-891D-4243-AB40-63C70C775861}"/>
    <pc:docChg chg="undo custSel addSld delSld modSld sldOrd modSection">
      <pc:chgData name="Ankush Batra" userId="4809d52a-a5fe-48ad-9a75-6fa2d933c94b" providerId="ADAL" clId="{1BF7F187-891D-4243-AB40-63C70C775861}" dt="2026-05-14T04:05:18.720" v="1360" actId="12788"/>
      <pc:docMkLst>
        <pc:docMk/>
      </pc:docMkLst>
      <pc:sldChg chg="addSp delSp modSp mod">
        <pc:chgData name="Ankush Batra" userId="4809d52a-a5fe-48ad-9a75-6fa2d933c94b" providerId="ADAL" clId="{1BF7F187-891D-4243-AB40-63C70C775861}" dt="2026-05-14T03:53:42.850" v="1328" actId="14100"/>
        <pc:sldMkLst>
          <pc:docMk/>
          <pc:sldMk cId="713855540" sldId="267"/>
        </pc:sldMkLst>
        <pc:spChg chg="mod">
          <ac:chgData name="Ankush Batra" userId="4809d52a-a5fe-48ad-9a75-6fa2d933c94b" providerId="ADAL" clId="{1BF7F187-891D-4243-AB40-63C70C775861}" dt="2026-05-14T02:41:57.993" v="603" actId="20577"/>
          <ac:spMkLst>
            <pc:docMk/>
            <pc:sldMk cId="713855540" sldId="267"/>
            <ac:spMk id="9" creationId="{F39495E1-9294-6E46-867C-D6197845E407}"/>
          </ac:spMkLst>
        </pc:spChg>
        <pc:spChg chg="mod">
          <ac:chgData name="Ankush Batra" userId="4809d52a-a5fe-48ad-9a75-6fa2d933c94b" providerId="ADAL" clId="{1BF7F187-891D-4243-AB40-63C70C775861}" dt="2026-05-14T03:42:43.964" v="1191" actId="207"/>
          <ac:spMkLst>
            <pc:docMk/>
            <pc:sldMk cId="713855540" sldId="267"/>
            <ac:spMk id="10" creationId="{C3E589D3-7A6F-AD24-F29A-A9592435881C}"/>
          </ac:spMkLst>
        </pc:spChg>
        <pc:spChg chg="mod">
          <ac:chgData name="Ankush Batra" userId="4809d52a-a5fe-48ad-9a75-6fa2d933c94b" providerId="ADAL" clId="{1BF7F187-891D-4243-AB40-63C70C775861}" dt="2026-05-14T03:42:29.255" v="1189" actId="207"/>
          <ac:spMkLst>
            <pc:docMk/>
            <pc:sldMk cId="713855540" sldId="267"/>
            <ac:spMk id="16" creationId="{DC55CF61-CDF7-7FC7-E72B-7D1A6B862561}"/>
          </ac:spMkLst>
        </pc:spChg>
        <pc:spChg chg="mod">
          <ac:chgData name="Ankush Batra" userId="4809d52a-a5fe-48ad-9a75-6fa2d933c94b" providerId="ADAL" clId="{1BF7F187-891D-4243-AB40-63C70C775861}" dt="2026-05-14T03:42:37.163" v="1190" actId="207"/>
          <ac:spMkLst>
            <pc:docMk/>
            <pc:sldMk cId="713855540" sldId="267"/>
            <ac:spMk id="17" creationId="{C0E5E186-CA6B-EE09-BE82-214A4DE6C588}"/>
          </ac:spMkLst>
        </pc:spChg>
      </pc:sldChg>
      <pc:sldChg chg="addSp delSp modSp mod modAnim">
        <pc:chgData name="Ankush Batra" userId="4809d52a-a5fe-48ad-9a75-6fa2d933c94b" providerId="ADAL" clId="{1BF7F187-891D-4243-AB40-63C70C775861}" dt="2026-05-14T03:25:19.349" v="1162" actId="2710"/>
        <pc:sldMkLst>
          <pc:docMk/>
          <pc:sldMk cId="1810196589" sldId="338"/>
        </pc:sldMkLst>
        <pc:spChg chg="mod">
          <ac:chgData name="Ankush Batra" userId="4809d52a-a5fe-48ad-9a75-6fa2d933c94b" providerId="ADAL" clId="{1BF7F187-891D-4243-AB40-63C70C775861}" dt="2026-05-14T02:57:09.408" v="758" actId="20577"/>
          <ac:spMkLst>
            <pc:docMk/>
            <pc:sldMk cId="1810196589" sldId="338"/>
            <ac:spMk id="2" creationId="{D73945FE-6580-637E-F41D-423D7EE7C2EA}"/>
          </ac:spMkLst>
        </pc:spChg>
        <pc:spChg chg="add mod">
          <ac:chgData name="Ankush Batra" userId="4809d52a-a5fe-48ad-9a75-6fa2d933c94b" providerId="ADAL" clId="{1BF7F187-891D-4243-AB40-63C70C775861}" dt="2026-05-14T02:56:43.950" v="753" actId="14100"/>
          <ac:spMkLst>
            <pc:docMk/>
            <pc:sldMk cId="1810196589" sldId="338"/>
            <ac:spMk id="3" creationId="{5CC0E7A4-5C4D-3DF4-33AF-FFEDFFAC3840}"/>
          </ac:spMkLst>
        </pc:spChg>
        <pc:spChg chg="mod">
          <ac:chgData name="Ankush Batra" userId="4809d52a-a5fe-48ad-9a75-6fa2d933c94b" providerId="ADAL" clId="{1BF7F187-891D-4243-AB40-63C70C775861}" dt="2026-05-14T03:05:58.494" v="839" actId="2085"/>
          <ac:spMkLst>
            <pc:docMk/>
            <pc:sldMk cId="1810196589" sldId="338"/>
            <ac:spMk id="5" creationId="{D030EDDE-E88F-4B61-545F-AFF67F6DB381}"/>
          </ac:spMkLst>
        </pc:spChg>
        <pc:spChg chg="mod">
          <ac:chgData name="Ankush Batra" userId="4809d52a-a5fe-48ad-9a75-6fa2d933c94b" providerId="ADAL" clId="{1BF7F187-891D-4243-AB40-63C70C775861}" dt="2026-05-14T03:05:58.494" v="839" actId="2085"/>
          <ac:spMkLst>
            <pc:docMk/>
            <pc:sldMk cId="1810196589" sldId="338"/>
            <ac:spMk id="6" creationId="{A9010524-F2AE-E635-515B-05A7DA944BA4}"/>
          </ac:spMkLst>
        </pc:spChg>
        <pc:spChg chg="mod">
          <ac:chgData name="Ankush Batra" userId="4809d52a-a5fe-48ad-9a75-6fa2d933c94b" providerId="ADAL" clId="{1BF7F187-891D-4243-AB40-63C70C775861}" dt="2026-05-14T03:05:58.494" v="839" actId="2085"/>
          <ac:spMkLst>
            <pc:docMk/>
            <pc:sldMk cId="1810196589" sldId="338"/>
            <ac:spMk id="7" creationId="{8277A0CA-532D-DD5F-3293-BB914F0DD9C6}"/>
          </ac:spMkLst>
        </pc:spChg>
        <pc:spChg chg="mod">
          <ac:chgData name="Ankush Batra" userId="4809d52a-a5fe-48ad-9a75-6fa2d933c94b" providerId="ADAL" clId="{1BF7F187-891D-4243-AB40-63C70C775861}" dt="2026-05-14T03:05:58.494" v="839" actId="2085"/>
          <ac:spMkLst>
            <pc:docMk/>
            <pc:sldMk cId="1810196589" sldId="338"/>
            <ac:spMk id="8" creationId="{7D467CEC-8255-C388-3D3B-DF4A4AD00791}"/>
          </ac:spMkLst>
        </pc:spChg>
        <pc:spChg chg="mod">
          <ac:chgData name="Ankush Batra" userId="4809d52a-a5fe-48ad-9a75-6fa2d933c94b" providerId="ADAL" clId="{1BF7F187-891D-4243-AB40-63C70C775861}" dt="2026-05-14T03:05:58.494" v="839" actId="2085"/>
          <ac:spMkLst>
            <pc:docMk/>
            <pc:sldMk cId="1810196589" sldId="338"/>
            <ac:spMk id="9" creationId="{1DA22740-A6A9-C53D-2246-B6E97AC65D51}"/>
          </ac:spMkLst>
        </pc:spChg>
        <pc:spChg chg="add mod">
          <ac:chgData name="Ankush Batra" userId="4809d52a-a5fe-48ad-9a75-6fa2d933c94b" providerId="ADAL" clId="{1BF7F187-891D-4243-AB40-63C70C775861}" dt="2026-05-14T03:24:55.401" v="1161" actId="553"/>
          <ac:spMkLst>
            <pc:docMk/>
            <pc:sldMk cId="1810196589" sldId="338"/>
            <ac:spMk id="10" creationId="{BB1CEE38-3ECC-FBBF-7FEE-CC8972289EEC}"/>
          </ac:spMkLst>
        </pc:spChg>
        <pc:spChg chg="add del mod">
          <ac:chgData name="Ankush Batra" userId="4809d52a-a5fe-48ad-9a75-6fa2d933c94b" providerId="ADAL" clId="{1BF7F187-891D-4243-AB40-63C70C775861}" dt="2026-05-14T02:59:33.403" v="786" actId="478"/>
          <ac:spMkLst>
            <pc:docMk/>
            <pc:sldMk cId="1810196589" sldId="338"/>
            <ac:spMk id="11" creationId="{200D7784-EFB0-2AB2-BBC3-DA2387CFA4B8}"/>
          </ac:spMkLst>
        </pc:spChg>
        <pc:spChg chg="add del mod">
          <ac:chgData name="Ankush Batra" userId="4809d52a-a5fe-48ad-9a75-6fa2d933c94b" providerId="ADAL" clId="{1BF7F187-891D-4243-AB40-63C70C775861}" dt="2026-05-14T03:24:55.401" v="1161" actId="553"/>
          <ac:spMkLst>
            <pc:docMk/>
            <pc:sldMk cId="1810196589" sldId="338"/>
            <ac:spMk id="13" creationId="{51EDB377-DF24-2753-ED7A-6DB350FAF661}"/>
          </ac:spMkLst>
        </pc:spChg>
        <pc:spChg chg="mod">
          <ac:chgData name="Ankush Batra" userId="4809d52a-a5fe-48ad-9a75-6fa2d933c94b" providerId="ADAL" clId="{1BF7F187-891D-4243-AB40-63C70C775861}" dt="2026-05-14T03:25:19.349" v="1162" actId="2710"/>
          <ac:spMkLst>
            <pc:docMk/>
            <pc:sldMk cId="1810196589" sldId="338"/>
            <ac:spMk id="15" creationId="{6DBD0C05-65B6-4B63-0A5B-FEC41E2755B8}"/>
          </ac:spMkLst>
        </pc:spChg>
        <pc:spChg chg="mod">
          <ac:chgData name="Ankush Batra" userId="4809d52a-a5fe-48ad-9a75-6fa2d933c94b" providerId="ADAL" clId="{1BF7F187-891D-4243-AB40-63C70C775861}" dt="2026-05-14T03:25:19.349" v="1162" actId="2710"/>
          <ac:spMkLst>
            <pc:docMk/>
            <pc:sldMk cId="1810196589" sldId="338"/>
            <ac:spMk id="16" creationId="{98C61398-7E6F-680B-034D-56C435C92847}"/>
          </ac:spMkLst>
        </pc:spChg>
        <pc:spChg chg="mod">
          <ac:chgData name="Ankush Batra" userId="4809d52a-a5fe-48ad-9a75-6fa2d933c94b" providerId="ADAL" clId="{1BF7F187-891D-4243-AB40-63C70C775861}" dt="2026-05-14T03:25:19.349" v="1162" actId="2710"/>
          <ac:spMkLst>
            <pc:docMk/>
            <pc:sldMk cId="1810196589" sldId="338"/>
            <ac:spMk id="17" creationId="{DFB08387-871D-4E97-8D7A-6E943B0C34BE}"/>
          </ac:spMkLst>
        </pc:spChg>
        <pc:spChg chg="mod">
          <ac:chgData name="Ankush Batra" userId="4809d52a-a5fe-48ad-9a75-6fa2d933c94b" providerId="ADAL" clId="{1BF7F187-891D-4243-AB40-63C70C775861}" dt="2026-05-14T03:25:19.349" v="1162" actId="2710"/>
          <ac:spMkLst>
            <pc:docMk/>
            <pc:sldMk cId="1810196589" sldId="338"/>
            <ac:spMk id="18" creationId="{4C585F2C-3A36-0B56-5E42-C4BB91D03360}"/>
          </ac:spMkLst>
        </pc:spChg>
        <pc:spChg chg="mod">
          <ac:chgData name="Ankush Batra" userId="4809d52a-a5fe-48ad-9a75-6fa2d933c94b" providerId="ADAL" clId="{1BF7F187-891D-4243-AB40-63C70C775861}" dt="2026-05-14T03:25:19.349" v="1162" actId="2710"/>
          <ac:spMkLst>
            <pc:docMk/>
            <pc:sldMk cId="1810196589" sldId="338"/>
            <ac:spMk id="19" creationId="{D6F758D2-108D-5519-D538-8804F20D0740}"/>
          </ac:spMkLst>
        </pc:spChg>
        <pc:spChg chg="mod">
          <ac:chgData name="Ankush Batra" userId="4809d52a-a5fe-48ad-9a75-6fa2d933c94b" providerId="ADAL" clId="{1BF7F187-891D-4243-AB40-63C70C775861}" dt="2026-05-14T02:57:13.376" v="760" actId="20577"/>
          <ac:spMkLst>
            <pc:docMk/>
            <pc:sldMk cId="1810196589" sldId="338"/>
            <ac:spMk id="21" creationId="{4EF54FB8-71C5-A7A3-0686-4A15A1A12756}"/>
          </ac:spMkLst>
        </pc:spChg>
        <pc:spChg chg="mod">
          <ac:chgData name="Ankush Batra" userId="4809d52a-a5fe-48ad-9a75-6fa2d933c94b" providerId="ADAL" clId="{1BF7F187-891D-4243-AB40-63C70C775861}" dt="2026-05-14T02:56:58.793" v="754" actId="1076"/>
          <ac:spMkLst>
            <pc:docMk/>
            <pc:sldMk cId="1810196589" sldId="338"/>
            <ac:spMk id="30" creationId="{02684E62-4627-C921-EA3C-58F22F4AE141}"/>
          </ac:spMkLst>
        </pc:spChg>
        <pc:spChg chg="mod">
          <ac:chgData name="Ankush Batra" userId="4809d52a-a5fe-48ad-9a75-6fa2d933c94b" providerId="ADAL" clId="{1BF7F187-891D-4243-AB40-63C70C775861}" dt="2026-05-14T02:56:58.793" v="754" actId="1076"/>
          <ac:spMkLst>
            <pc:docMk/>
            <pc:sldMk cId="1810196589" sldId="338"/>
            <ac:spMk id="31" creationId="{66E674EA-CA85-AEDD-6609-DE186FA8719B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36" creationId="{2DCC1AB4-81FD-5162-4D14-BD0B25470F8E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37" creationId="{4540BA2E-A2B7-34D0-7629-ED9D44FCEDB2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48" creationId="{57CB66F8-E01F-C792-9228-1421DEF36E09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49" creationId="{FB6F68E0-7A08-9A2E-5F68-27A0DEC6E5A7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51" creationId="{A78E9A75-EC1D-073D-1C2C-51C04C4AFD9E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52" creationId="{7329D9E0-BE94-F37C-C74C-9E3731AC22ED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55" creationId="{36F9B5A8-B1FB-E584-0276-1D5244D2B57C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56" creationId="{D9C1DA62-4424-66FC-4ABF-D37185D7FB2C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63" creationId="{A5D1097A-F05E-6C0A-3556-A3DB987D21DF}"/>
          </ac:spMkLst>
        </pc:spChg>
        <pc:spChg chg="mod topLvl">
          <ac:chgData name="Ankush Batra" userId="4809d52a-a5fe-48ad-9a75-6fa2d933c94b" providerId="ADAL" clId="{1BF7F187-891D-4243-AB40-63C70C775861}" dt="2026-05-14T02:56:36.326" v="752" actId="207"/>
          <ac:spMkLst>
            <pc:docMk/>
            <pc:sldMk cId="1810196589" sldId="338"/>
            <ac:spMk id="64" creationId="{C0711E9D-1DAD-B3D3-D751-0CF1EE8B8CA0}"/>
          </ac:spMkLst>
        </pc:spChg>
        <pc:cxnChg chg="mod">
          <ac:chgData name="Ankush Batra" userId="4809d52a-a5fe-48ad-9a75-6fa2d933c94b" providerId="ADAL" clId="{1BF7F187-891D-4243-AB40-63C70C775861}" dt="2026-05-14T03:05:52.327" v="837" actId="14100"/>
          <ac:cxnSpMkLst>
            <pc:docMk/>
            <pc:sldMk cId="1810196589" sldId="338"/>
            <ac:cxnSpMk id="35" creationId="{8ECFE205-EBAE-EA72-AD80-0D5A79007893}"/>
          </ac:cxnSpMkLst>
        </pc:cxnChg>
        <pc:cxnChg chg="add mod">
          <ac:chgData name="Ankush Batra" userId="4809d52a-a5fe-48ad-9a75-6fa2d933c94b" providerId="ADAL" clId="{1BF7F187-891D-4243-AB40-63C70C775861}" dt="2026-05-14T02:58:14.832" v="769" actId="12788"/>
          <ac:cxnSpMkLst>
            <pc:docMk/>
            <pc:sldMk cId="1810196589" sldId="338"/>
            <ac:cxnSpMk id="41" creationId="{2C0E4774-E5AA-E2FD-A575-670B7935DEDC}"/>
          </ac:cxnSpMkLst>
        </pc:cxnChg>
      </pc:sldChg>
      <pc:sldChg chg="modSp mod">
        <pc:chgData name="Ankush Batra" userId="4809d52a-a5fe-48ad-9a75-6fa2d933c94b" providerId="ADAL" clId="{1BF7F187-891D-4243-AB40-63C70C775861}" dt="2026-05-13T16:21:07.926" v="27" actId="20577"/>
        <pc:sldMkLst>
          <pc:docMk/>
          <pc:sldMk cId="247747870" sldId="2145707066"/>
        </pc:sldMkLst>
        <pc:spChg chg="mod">
          <ac:chgData name="Ankush Batra" userId="4809d52a-a5fe-48ad-9a75-6fa2d933c94b" providerId="ADAL" clId="{1BF7F187-891D-4243-AB40-63C70C775861}" dt="2026-05-13T16:21:07.926" v="27" actId="20577"/>
          <ac:spMkLst>
            <pc:docMk/>
            <pc:sldMk cId="247747870" sldId="2145707066"/>
            <ac:spMk id="4" creationId="{55C2CD95-083B-1C42-8DFF-C7D865713F9F}"/>
          </ac:spMkLst>
        </pc:spChg>
      </pc:sldChg>
      <pc:sldChg chg="addSp delSp modSp mod">
        <pc:chgData name="Ankush Batra" userId="4809d52a-a5fe-48ad-9a75-6fa2d933c94b" providerId="ADAL" clId="{1BF7F187-891D-4243-AB40-63C70C775861}" dt="2026-05-14T02:50:18.200" v="664" actId="693"/>
        <pc:sldMkLst>
          <pc:docMk/>
          <pc:sldMk cId="2585623934" sldId="2145707075"/>
        </pc:sldMkLst>
        <pc:spChg chg="add mod">
          <ac:chgData name="Ankush Batra" userId="4809d52a-a5fe-48ad-9a75-6fa2d933c94b" providerId="ADAL" clId="{1BF7F187-891D-4243-AB40-63C70C775861}" dt="2026-05-14T02:49:37.593" v="660"/>
          <ac:spMkLst>
            <pc:docMk/>
            <pc:sldMk cId="2585623934" sldId="2145707075"/>
            <ac:spMk id="6" creationId="{968F077F-1D88-07FE-3DA0-60907BD25B8C}"/>
          </ac:spMkLst>
        </pc:spChg>
        <pc:graphicFrameChg chg="mod">
          <ac:chgData name="Ankush Batra" userId="4809d52a-a5fe-48ad-9a75-6fa2d933c94b" providerId="ADAL" clId="{1BF7F187-891D-4243-AB40-63C70C775861}" dt="2026-05-14T02:48:13.691" v="644" actId="207"/>
          <ac:graphicFrameMkLst>
            <pc:docMk/>
            <pc:sldMk cId="2585623934" sldId="2145707075"/>
            <ac:graphicFrameMk id="8" creationId="{800B40E0-93A5-A795-CF8A-793061A82F5E}"/>
          </ac:graphicFrameMkLst>
        </pc:graphicFrameChg>
        <pc:cxnChg chg="add mod">
          <ac:chgData name="Ankush Batra" userId="4809d52a-a5fe-48ad-9a75-6fa2d933c94b" providerId="ADAL" clId="{1BF7F187-891D-4243-AB40-63C70C775861}" dt="2026-05-14T02:50:18.200" v="664" actId="693"/>
          <ac:cxnSpMkLst>
            <pc:docMk/>
            <pc:sldMk cId="2585623934" sldId="2145707075"/>
            <ac:cxnSpMk id="9" creationId="{B7E67311-1F7C-5762-7991-3F2C5FD68E21}"/>
          </ac:cxnSpMkLst>
        </pc:cxnChg>
      </pc:sldChg>
      <pc:sldChg chg="modSp mod">
        <pc:chgData name="Ankush Batra" userId="4809d52a-a5fe-48ad-9a75-6fa2d933c94b" providerId="ADAL" clId="{1BF7F187-891D-4243-AB40-63C70C775861}" dt="2026-05-14T03:56:26.408" v="1338" actId="207"/>
        <pc:sldMkLst>
          <pc:docMk/>
          <pc:sldMk cId="563145211" sldId="2145707083"/>
        </pc:sldMkLst>
        <pc:spChg chg="mod">
          <ac:chgData name="Ankush Batra" userId="4809d52a-a5fe-48ad-9a75-6fa2d933c94b" providerId="ADAL" clId="{1BF7F187-891D-4243-AB40-63C70C775861}" dt="2026-05-14T03:56:26.408" v="1338" actId="207"/>
          <ac:spMkLst>
            <pc:docMk/>
            <pc:sldMk cId="563145211" sldId="2145707083"/>
            <ac:spMk id="20" creationId="{CCAFF68F-A2E8-8E7E-1404-281AAA5287DB}"/>
          </ac:spMkLst>
        </pc:spChg>
        <pc:spChg chg="mod">
          <ac:chgData name="Ankush Batra" userId="4809d52a-a5fe-48ad-9a75-6fa2d933c94b" providerId="ADAL" clId="{1BF7F187-891D-4243-AB40-63C70C775861}" dt="2026-05-14T03:56:15.742" v="1336" actId="207"/>
          <ac:spMkLst>
            <pc:docMk/>
            <pc:sldMk cId="563145211" sldId="2145707083"/>
            <ac:spMk id="21" creationId="{52F1EA34-1301-DEF9-E5DA-706B1E6F282C}"/>
          </ac:spMkLst>
        </pc:spChg>
        <pc:spChg chg="mod">
          <ac:chgData name="Ankush Batra" userId="4809d52a-a5fe-48ad-9a75-6fa2d933c94b" providerId="ADAL" clId="{1BF7F187-891D-4243-AB40-63C70C775861}" dt="2026-05-14T03:55:42.227" v="1333" actId="20577"/>
          <ac:spMkLst>
            <pc:docMk/>
            <pc:sldMk cId="563145211" sldId="2145707083"/>
            <ac:spMk id="23" creationId="{919EC5B8-E663-7B4B-4653-60D4EE0E1506}"/>
          </ac:spMkLst>
        </pc:spChg>
        <pc:spChg chg="mod">
          <ac:chgData name="Ankush Batra" userId="4809d52a-a5fe-48ad-9a75-6fa2d933c94b" providerId="ADAL" clId="{1BF7F187-891D-4243-AB40-63C70C775861}" dt="2026-05-14T03:55:38.125" v="1332" actId="207"/>
          <ac:spMkLst>
            <pc:docMk/>
            <pc:sldMk cId="563145211" sldId="2145707083"/>
            <ac:spMk id="24" creationId="{533185A8-1BDA-196B-AB6C-FE37CD35895B}"/>
          </ac:spMkLst>
        </pc:spChg>
        <pc:spChg chg="mod">
          <ac:chgData name="Ankush Batra" userId="4809d52a-a5fe-48ad-9a75-6fa2d933c94b" providerId="ADAL" clId="{1BF7F187-891D-4243-AB40-63C70C775861}" dt="2026-05-14T03:55:50.775" v="1334" actId="207"/>
          <ac:spMkLst>
            <pc:docMk/>
            <pc:sldMk cId="563145211" sldId="2145707083"/>
            <ac:spMk id="26" creationId="{4A5AA76B-22AE-E508-3276-57EFF45E808D}"/>
          </ac:spMkLst>
        </pc:spChg>
        <pc:spChg chg="mod">
          <ac:chgData name="Ankush Batra" userId="4809d52a-a5fe-48ad-9a75-6fa2d933c94b" providerId="ADAL" clId="{1BF7F187-891D-4243-AB40-63C70C775861}" dt="2026-05-14T03:55:55.273" v="1335" actId="207"/>
          <ac:spMkLst>
            <pc:docMk/>
            <pc:sldMk cId="563145211" sldId="2145707083"/>
            <ac:spMk id="27" creationId="{301A7694-6B6A-0B97-414B-75FBE9524CAE}"/>
          </ac:spMkLst>
        </pc:spChg>
      </pc:sldChg>
      <pc:sldChg chg="addSp delSp modSp mod">
        <pc:chgData name="Ankush Batra" userId="4809d52a-a5fe-48ad-9a75-6fa2d933c94b" providerId="ADAL" clId="{1BF7F187-891D-4243-AB40-63C70C775861}" dt="2026-05-14T03:57:12.308" v="1343"/>
        <pc:sldMkLst>
          <pc:docMk/>
          <pc:sldMk cId="4003847784" sldId="2145707089"/>
        </pc:sldMkLst>
        <pc:spChg chg="mod">
          <ac:chgData name="Ankush Batra" userId="4809d52a-a5fe-48ad-9a75-6fa2d933c94b" providerId="ADAL" clId="{1BF7F187-891D-4243-AB40-63C70C775861}" dt="2026-05-14T03:57:12.308" v="1343"/>
          <ac:spMkLst>
            <pc:docMk/>
            <pc:sldMk cId="4003847784" sldId="2145707089"/>
            <ac:spMk id="4" creationId="{17933BD6-24C6-E0E4-6A96-0FAACE52A71D}"/>
          </ac:spMkLst>
        </pc:spChg>
        <pc:spChg chg="mod">
          <ac:chgData name="Ankush Batra" userId="4809d52a-a5fe-48ad-9a75-6fa2d933c94b" providerId="ADAL" clId="{1BF7F187-891D-4243-AB40-63C70C775861}" dt="2026-05-14T03:57:12.308" v="1343"/>
          <ac:spMkLst>
            <pc:docMk/>
            <pc:sldMk cId="4003847784" sldId="2145707089"/>
            <ac:spMk id="5" creationId="{73C61FF1-17B2-8844-F112-5555972D07BF}"/>
          </ac:spMkLst>
        </pc:spChg>
        <pc:grpChg chg="add mod">
          <ac:chgData name="Ankush Batra" userId="4809d52a-a5fe-48ad-9a75-6fa2d933c94b" providerId="ADAL" clId="{1BF7F187-891D-4243-AB40-63C70C775861}" dt="2026-05-14T03:57:12.308" v="1343"/>
          <ac:grpSpMkLst>
            <pc:docMk/>
            <pc:sldMk cId="4003847784" sldId="2145707089"/>
            <ac:grpSpMk id="3" creationId="{A270EF02-5588-1FAA-B429-D1BA6BB5076D}"/>
          </ac:grpSpMkLst>
        </pc:grpChg>
      </pc:sldChg>
      <pc:sldChg chg="modSp mod">
        <pc:chgData name="Ankush Batra" userId="4809d52a-a5fe-48ad-9a75-6fa2d933c94b" providerId="ADAL" clId="{1BF7F187-891D-4243-AB40-63C70C775861}" dt="2026-05-14T03:57:01" v="1341" actId="207"/>
        <pc:sldMkLst>
          <pc:docMk/>
          <pc:sldMk cId="12317625" sldId="2145707090"/>
        </pc:sldMkLst>
        <pc:spChg chg="mod">
          <ac:chgData name="Ankush Batra" userId="4809d52a-a5fe-48ad-9a75-6fa2d933c94b" providerId="ADAL" clId="{1BF7F187-891D-4243-AB40-63C70C775861}" dt="2026-05-14T03:56:54.557" v="1340" actId="207"/>
          <ac:spMkLst>
            <pc:docMk/>
            <pc:sldMk cId="12317625" sldId="2145707090"/>
            <ac:spMk id="6" creationId="{0DCB45BF-5E73-815B-2C52-4B01868356EF}"/>
          </ac:spMkLst>
        </pc:spChg>
        <pc:spChg chg="mod">
          <ac:chgData name="Ankush Batra" userId="4809d52a-a5fe-48ad-9a75-6fa2d933c94b" providerId="ADAL" clId="{1BF7F187-891D-4243-AB40-63C70C775861}" dt="2026-05-14T03:57:01" v="1341" actId="207"/>
          <ac:spMkLst>
            <pc:docMk/>
            <pc:sldMk cId="12317625" sldId="2145707090"/>
            <ac:spMk id="7" creationId="{B3C3A4E6-2435-0A12-42B5-88B29EB5F496}"/>
          </ac:spMkLst>
        </pc:spChg>
      </pc:sldChg>
      <pc:sldChg chg="addSp delSp modSp new mod modClrScheme chgLayout">
        <pc:chgData name="Ankush Batra" userId="4809d52a-a5fe-48ad-9a75-6fa2d933c94b" providerId="ADAL" clId="{1BF7F187-891D-4243-AB40-63C70C775861}" dt="2026-05-14T04:03:35.263" v="1353" actId="3064"/>
        <pc:sldMkLst>
          <pc:docMk/>
          <pc:sldMk cId="2131270907" sldId="2145707092"/>
        </pc:sldMkLst>
        <pc:spChg chg="add mod ord">
          <ac:chgData name="Ankush Batra" userId="4809d52a-a5fe-48ad-9a75-6fa2d933c94b" providerId="ADAL" clId="{1BF7F187-891D-4243-AB40-63C70C775861}" dt="2026-05-13T16:21:25.597" v="72" actId="20577"/>
          <ac:spMkLst>
            <pc:docMk/>
            <pc:sldMk cId="2131270907" sldId="2145707092"/>
            <ac:spMk id="8" creationId="{3710F69A-541B-E579-C266-E79F3F37F70B}"/>
          </ac:spMkLst>
        </pc:spChg>
        <pc:spChg chg="add mod">
          <ac:chgData name="Ankush Batra" userId="4809d52a-a5fe-48ad-9a75-6fa2d933c94b" providerId="ADAL" clId="{1BF7F187-891D-4243-AB40-63C70C775861}" dt="2026-05-13T16:21:36.261" v="74"/>
          <ac:spMkLst>
            <pc:docMk/>
            <pc:sldMk cId="2131270907" sldId="2145707092"/>
            <ac:spMk id="11" creationId="{922673A7-3DCD-9B80-1131-10BA6B2A5B96}"/>
          </ac:spMkLst>
        </pc:spChg>
        <pc:spChg chg="add mod">
          <ac:chgData name="Ankush Batra" userId="4809d52a-a5fe-48ad-9a75-6fa2d933c94b" providerId="ADAL" clId="{1BF7F187-891D-4243-AB40-63C70C775861}" dt="2026-05-14T04:03:35.263" v="1353" actId="3064"/>
          <ac:spMkLst>
            <pc:docMk/>
            <pc:sldMk cId="2131270907" sldId="2145707092"/>
            <ac:spMk id="23" creationId="{17C39F41-F717-C38F-43FC-E844B6C72A1A}"/>
          </ac:spMkLst>
        </pc:spChg>
        <pc:spChg chg="add mod">
          <ac:chgData name="Ankush Batra" userId="4809d52a-a5fe-48ad-9a75-6fa2d933c94b" providerId="ADAL" clId="{1BF7F187-891D-4243-AB40-63C70C775861}" dt="2026-05-14T03:27:49.047" v="1178" actId="12789"/>
          <ac:spMkLst>
            <pc:docMk/>
            <pc:sldMk cId="2131270907" sldId="2145707092"/>
            <ac:spMk id="24" creationId="{B5CCE2A8-495B-1F8E-5BB3-0780FB1D0FAE}"/>
          </ac:spMkLst>
        </pc:spChg>
        <pc:spChg chg="add mod">
          <ac:chgData name="Ankush Batra" userId="4809d52a-a5fe-48ad-9a75-6fa2d933c94b" providerId="ADAL" clId="{1BF7F187-891D-4243-AB40-63C70C775861}" dt="2026-05-14T03:29:49.250" v="1180" actId="20577"/>
          <ac:spMkLst>
            <pc:docMk/>
            <pc:sldMk cId="2131270907" sldId="2145707092"/>
            <ac:spMk id="25" creationId="{D6C01637-36B5-4BE9-7C27-8E20DB1FD8A3}"/>
          </ac:spMkLst>
        </pc:spChg>
      </pc:sldChg>
      <pc:sldChg chg="modSp mod">
        <pc:chgData name="Ankush Batra" userId="4809d52a-a5fe-48ad-9a75-6fa2d933c94b" providerId="ADAL" clId="{1BF7F187-891D-4243-AB40-63C70C775861}" dt="2026-05-14T04:05:18.720" v="1360" actId="12788"/>
        <pc:sldMkLst>
          <pc:docMk/>
          <pc:sldMk cId="3370022663" sldId="2145707093"/>
        </pc:sldMkLst>
        <pc:spChg chg="mod">
          <ac:chgData name="Ankush Batra" userId="4809d52a-a5fe-48ad-9a75-6fa2d933c94b" providerId="ADAL" clId="{1BF7F187-891D-4243-AB40-63C70C775861}" dt="2026-05-14T04:05:15.167" v="1359" actId="12788"/>
          <ac:spMkLst>
            <pc:docMk/>
            <pc:sldMk cId="3370022663" sldId="2145707093"/>
            <ac:spMk id="8" creationId="{C62B7D6A-E6DC-2DFB-5650-865BD2E35F37}"/>
          </ac:spMkLst>
        </pc:spChg>
        <pc:spChg chg="mod">
          <ac:chgData name="Ankush Batra" userId="4809d52a-a5fe-48ad-9a75-6fa2d933c94b" providerId="ADAL" clId="{1BF7F187-891D-4243-AB40-63C70C775861}" dt="2026-05-14T04:05:15.167" v="1359" actId="12788"/>
          <ac:spMkLst>
            <pc:docMk/>
            <pc:sldMk cId="3370022663" sldId="2145707093"/>
            <ac:spMk id="9" creationId="{23CCD0F8-9AE0-A951-FAA8-1D817A1AC069}"/>
          </ac:spMkLst>
        </pc:spChg>
        <pc:spChg chg="mod">
          <ac:chgData name="Ankush Batra" userId="4809d52a-a5fe-48ad-9a75-6fa2d933c94b" providerId="ADAL" clId="{1BF7F187-891D-4243-AB40-63C70C775861}" dt="2026-05-14T04:05:18.720" v="1360" actId="12788"/>
          <ac:spMkLst>
            <pc:docMk/>
            <pc:sldMk cId="3370022663" sldId="2145707093"/>
            <ac:spMk id="13" creationId="{966F1154-9050-5433-6409-F00503FDB2BE}"/>
          </ac:spMkLst>
        </pc:spChg>
        <pc:spChg chg="mod">
          <ac:chgData name="Ankush Batra" userId="4809d52a-a5fe-48ad-9a75-6fa2d933c94b" providerId="ADAL" clId="{1BF7F187-891D-4243-AB40-63C70C775861}" dt="2026-05-14T04:05:18.720" v="1360" actId="12788"/>
          <ac:spMkLst>
            <pc:docMk/>
            <pc:sldMk cId="3370022663" sldId="2145707093"/>
            <ac:spMk id="14" creationId="{9B98E85D-D4E8-C578-AB0E-F5820E9FF260}"/>
          </ac:spMkLst>
        </pc:spChg>
        <pc:spChg chg="mod">
          <ac:chgData name="Ankush Batra" userId="4809d52a-a5fe-48ad-9a75-6fa2d933c94b" providerId="ADAL" clId="{1BF7F187-891D-4243-AB40-63C70C775861}" dt="2026-05-14T04:05:10.462" v="1358" actId="12788"/>
          <ac:spMkLst>
            <pc:docMk/>
            <pc:sldMk cId="3370022663" sldId="2145707093"/>
            <ac:spMk id="18" creationId="{4FD55911-90EE-FF31-22CE-3608BF728549}"/>
          </ac:spMkLst>
        </pc:spChg>
        <pc:spChg chg="mod">
          <ac:chgData name="Ankush Batra" userId="4809d52a-a5fe-48ad-9a75-6fa2d933c94b" providerId="ADAL" clId="{1BF7F187-891D-4243-AB40-63C70C775861}" dt="2026-05-14T04:05:10.462" v="1358" actId="12788"/>
          <ac:spMkLst>
            <pc:docMk/>
            <pc:sldMk cId="3370022663" sldId="2145707093"/>
            <ac:spMk id="19" creationId="{5F6D4DD3-472E-4868-6333-70D5808C064D}"/>
          </ac:spMkLst>
        </pc:spChg>
        <pc:spChg chg="mod">
          <ac:chgData name="Ankush Batra" userId="4809d52a-a5fe-48ad-9a75-6fa2d933c94b" providerId="ADAL" clId="{1BF7F187-891D-4243-AB40-63C70C775861}" dt="2026-05-14T03:43:02.297" v="1192" actId="207"/>
          <ac:spMkLst>
            <pc:docMk/>
            <pc:sldMk cId="3370022663" sldId="2145707093"/>
            <ac:spMk id="58" creationId="{1D4A52ED-BBBD-1C48-C40F-C35D57416DD7}"/>
          </ac:spMkLst>
        </pc:spChg>
        <pc:spChg chg="mod">
          <ac:chgData name="Ankush Batra" userId="4809d52a-a5fe-48ad-9a75-6fa2d933c94b" providerId="ADAL" clId="{1BF7F187-891D-4243-AB40-63C70C775861}" dt="2026-05-14T04:04:50.496" v="1354" actId="12788"/>
          <ac:spMkLst>
            <pc:docMk/>
            <pc:sldMk cId="3370022663" sldId="2145707093"/>
            <ac:spMk id="59" creationId="{079F725A-5B3F-9A9A-6D3D-57FC99C0EAE0}"/>
          </ac:spMkLst>
        </pc:spChg>
        <pc:spChg chg="mod">
          <ac:chgData name="Ankush Batra" userId="4809d52a-a5fe-48ad-9a75-6fa2d933c94b" providerId="ADAL" clId="{1BF7F187-891D-4243-AB40-63C70C775861}" dt="2026-05-14T04:04:59.995" v="1355" actId="12788"/>
          <ac:spMkLst>
            <pc:docMk/>
            <pc:sldMk cId="3370022663" sldId="2145707093"/>
            <ac:spMk id="60" creationId="{41951F52-7980-2FCC-AB08-8F497E4CCFEF}"/>
          </ac:spMkLst>
        </pc:spChg>
        <pc:spChg chg="mod">
          <ac:chgData name="Ankush Batra" userId="4809d52a-a5fe-48ad-9a75-6fa2d933c94b" providerId="ADAL" clId="{1BF7F187-891D-4243-AB40-63C70C775861}" dt="2026-05-14T04:04:50.496" v="1354" actId="12788"/>
          <ac:spMkLst>
            <pc:docMk/>
            <pc:sldMk cId="3370022663" sldId="2145707093"/>
            <ac:spMk id="87" creationId="{955D938A-0D87-58C4-507F-3D46ECE4DB6B}"/>
          </ac:spMkLst>
        </pc:spChg>
        <pc:spChg chg="mod">
          <ac:chgData name="Ankush Batra" userId="4809d52a-a5fe-48ad-9a75-6fa2d933c94b" providerId="ADAL" clId="{1BF7F187-891D-4243-AB40-63C70C775861}" dt="2026-05-14T04:04:59.995" v="1355" actId="12788"/>
          <ac:spMkLst>
            <pc:docMk/>
            <pc:sldMk cId="3370022663" sldId="2145707093"/>
            <ac:spMk id="88" creationId="{993DA1AF-89C3-D36D-C681-A0A478F205EE}"/>
          </ac:spMkLst>
        </pc:spChg>
        <pc:grpChg chg="mod">
          <ac:chgData name="Ankush Batra" userId="4809d52a-a5fe-48ad-9a75-6fa2d933c94b" providerId="ADAL" clId="{1BF7F187-891D-4243-AB40-63C70C775861}" dt="2026-05-14T04:04:50.496" v="1354" actId="12788"/>
          <ac:grpSpMkLst>
            <pc:docMk/>
            <pc:sldMk cId="3370022663" sldId="2145707093"/>
            <ac:grpSpMk id="2" creationId="{D44EB134-2484-179B-F77E-58265A9D5883}"/>
          </ac:grpSpMkLst>
        </pc:grpChg>
        <pc:grpChg chg="mod">
          <ac:chgData name="Ankush Batra" userId="4809d52a-a5fe-48ad-9a75-6fa2d933c94b" providerId="ADAL" clId="{1BF7F187-891D-4243-AB40-63C70C775861}" dt="2026-05-14T04:04:59.995" v="1355" actId="12788"/>
          <ac:grpSpMkLst>
            <pc:docMk/>
            <pc:sldMk cId="3370022663" sldId="2145707093"/>
            <ac:grpSpMk id="15" creationId="{4C93CF73-8606-40E4-B980-CAE388DCF650}"/>
          </ac:grpSpMkLst>
        </pc:grpChg>
        <pc:cxnChg chg="mod">
          <ac:chgData name="Ankush Batra" userId="4809d52a-a5fe-48ad-9a75-6fa2d933c94b" providerId="ADAL" clId="{1BF7F187-891D-4243-AB40-63C70C775861}" dt="2026-05-14T04:05:15.167" v="1359" actId="12788"/>
          <ac:cxnSpMkLst>
            <pc:docMk/>
            <pc:sldMk cId="3370022663" sldId="2145707093"/>
            <ac:cxnSpMk id="7" creationId="{DCC78271-F08E-ED1A-B3A0-DBA3D96140B2}"/>
          </ac:cxnSpMkLst>
        </pc:cxnChg>
        <pc:cxnChg chg="mod">
          <ac:chgData name="Ankush Batra" userId="4809d52a-a5fe-48ad-9a75-6fa2d933c94b" providerId="ADAL" clId="{1BF7F187-891D-4243-AB40-63C70C775861}" dt="2026-05-14T03:43:32.049" v="1200" actId="208"/>
          <ac:cxnSpMkLst>
            <pc:docMk/>
            <pc:sldMk cId="3370022663" sldId="2145707093"/>
            <ac:cxnSpMk id="12" creationId="{C73657A1-8471-B2C4-78A4-909376040AB1}"/>
          </ac:cxnSpMkLst>
        </pc:cxnChg>
        <pc:cxnChg chg="mod">
          <ac:chgData name="Ankush Batra" userId="4809d52a-a5fe-48ad-9a75-6fa2d933c94b" providerId="ADAL" clId="{1BF7F187-891D-4243-AB40-63C70C775861}" dt="2026-05-14T04:05:10.462" v="1358" actId="12788"/>
          <ac:cxnSpMkLst>
            <pc:docMk/>
            <pc:sldMk cId="3370022663" sldId="2145707093"/>
            <ac:cxnSpMk id="17" creationId="{4F3CDFB5-70D8-C804-273A-BA98A087809D}"/>
          </ac:cxnSpMkLst>
        </pc:cxnChg>
      </pc:sldChg>
      <pc:sldChg chg="addSp delSp modSp add mod delAnim modAnim">
        <pc:chgData name="Ankush Batra" userId="4809d52a-a5fe-48ad-9a75-6fa2d933c94b" providerId="ADAL" clId="{1BF7F187-891D-4243-AB40-63C70C775861}" dt="2026-05-14T03:22:28.418" v="1155" actId="1076"/>
        <pc:sldMkLst>
          <pc:docMk/>
          <pc:sldMk cId="4270929345" sldId="2145707099"/>
        </pc:sldMkLst>
        <pc:spChg chg="mod">
          <ac:chgData name="Ankush Batra" userId="4809d52a-a5fe-48ad-9a75-6fa2d933c94b" providerId="ADAL" clId="{1BF7F187-891D-4243-AB40-63C70C775861}" dt="2026-05-14T03:15:00.140" v="1007" actId="113"/>
          <ac:spMkLst>
            <pc:docMk/>
            <pc:sldMk cId="4270929345" sldId="2145707099"/>
            <ac:spMk id="7" creationId="{265CA2F9-7A87-E843-3E4A-DB6598132558}"/>
          </ac:spMkLst>
        </pc:spChg>
        <pc:spChg chg="mod">
          <ac:chgData name="Ankush Batra" userId="4809d52a-a5fe-48ad-9a75-6fa2d933c94b" providerId="ADAL" clId="{1BF7F187-891D-4243-AB40-63C70C775861}" dt="2026-05-14T03:09:59.505" v="894" actId="207"/>
          <ac:spMkLst>
            <pc:docMk/>
            <pc:sldMk cId="4270929345" sldId="2145707099"/>
            <ac:spMk id="8" creationId="{A1A50B21-60D1-300B-0D48-036612E8213A}"/>
          </ac:spMkLst>
        </pc:spChg>
        <pc:spChg chg="mod">
          <ac:chgData name="Ankush Batra" userId="4809d52a-a5fe-48ad-9a75-6fa2d933c94b" providerId="ADAL" clId="{1BF7F187-891D-4243-AB40-63C70C775861}" dt="2026-05-14T03:14:03.875" v="990" actId="14100"/>
          <ac:spMkLst>
            <pc:docMk/>
            <pc:sldMk cId="4270929345" sldId="2145707099"/>
            <ac:spMk id="10" creationId="{6D5A25E2-BE06-D5B1-AD53-E09931EB1CE5}"/>
          </ac:spMkLst>
        </pc:spChg>
        <pc:spChg chg="mod">
          <ac:chgData name="Ankush Batra" userId="4809d52a-a5fe-48ad-9a75-6fa2d933c94b" providerId="ADAL" clId="{1BF7F187-891D-4243-AB40-63C70C775861}" dt="2026-05-14T03:11:31.811" v="924" actId="207"/>
          <ac:spMkLst>
            <pc:docMk/>
            <pc:sldMk cId="4270929345" sldId="2145707099"/>
            <ac:spMk id="11" creationId="{059EEA42-06CE-DB1D-EC3F-64ADBB9036FA}"/>
          </ac:spMkLst>
        </pc:spChg>
        <pc:spChg chg="mod">
          <ac:chgData name="Ankush Batra" userId="4809d52a-a5fe-48ad-9a75-6fa2d933c94b" providerId="ADAL" clId="{1BF7F187-891D-4243-AB40-63C70C775861}" dt="2026-05-14T03:15:03.165" v="1008" actId="113"/>
          <ac:spMkLst>
            <pc:docMk/>
            <pc:sldMk cId="4270929345" sldId="2145707099"/>
            <ac:spMk id="14" creationId="{18919FA2-C7CC-FDCC-C6F0-85205FA880D4}"/>
          </ac:spMkLst>
        </pc:spChg>
        <pc:spChg chg="mod">
          <ac:chgData name="Ankush Batra" userId="4809d52a-a5fe-48ad-9a75-6fa2d933c94b" providerId="ADAL" clId="{1BF7F187-891D-4243-AB40-63C70C775861}" dt="2026-05-14T03:12:36.921" v="953" actId="207"/>
          <ac:spMkLst>
            <pc:docMk/>
            <pc:sldMk cId="4270929345" sldId="2145707099"/>
            <ac:spMk id="15" creationId="{B1D372A1-980A-91CE-54D7-D2D09470904B}"/>
          </ac:spMkLst>
        </pc:spChg>
        <pc:spChg chg="mod">
          <ac:chgData name="Ankush Batra" userId="4809d52a-a5fe-48ad-9a75-6fa2d933c94b" providerId="ADAL" clId="{1BF7F187-891D-4243-AB40-63C70C775861}" dt="2026-05-14T03:15:07.229" v="1010" actId="113"/>
          <ac:spMkLst>
            <pc:docMk/>
            <pc:sldMk cId="4270929345" sldId="2145707099"/>
            <ac:spMk id="17" creationId="{BA15F06A-69B4-2134-03F5-CF72CA0DB491}"/>
          </ac:spMkLst>
        </pc:spChg>
        <pc:spChg chg="mod">
          <ac:chgData name="Ankush Batra" userId="4809d52a-a5fe-48ad-9a75-6fa2d933c94b" providerId="ADAL" clId="{1BF7F187-891D-4243-AB40-63C70C775861}" dt="2026-05-14T03:13:30.887" v="983" actId="207"/>
          <ac:spMkLst>
            <pc:docMk/>
            <pc:sldMk cId="4270929345" sldId="2145707099"/>
            <ac:spMk id="20" creationId="{9A4137EB-37BA-E0C8-B517-D133F7708393}"/>
          </ac:spMkLst>
        </pc:spChg>
        <pc:spChg chg="add mod">
          <ac:chgData name="Ankush Batra" userId="4809d52a-a5fe-48ad-9a75-6fa2d933c94b" providerId="ADAL" clId="{1BF7F187-891D-4243-AB40-63C70C775861}" dt="2026-05-14T03:19:24.336" v="1114" actId="3064"/>
          <ac:spMkLst>
            <pc:docMk/>
            <pc:sldMk cId="4270929345" sldId="2145707099"/>
            <ac:spMk id="21" creationId="{C4CF650B-6C5E-2C32-A972-2C974A314275}"/>
          </ac:spMkLst>
        </pc:spChg>
        <pc:spChg chg="add mod ord">
          <ac:chgData name="Ankush Batra" userId="4809d52a-a5fe-48ad-9a75-6fa2d933c94b" providerId="ADAL" clId="{1BF7F187-891D-4243-AB40-63C70C775861}" dt="2026-05-14T03:19:24.336" v="1114" actId="3064"/>
          <ac:spMkLst>
            <pc:docMk/>
            <pc:sldMk cId="4270929345" sldId="2145707099"/>
            <ac:spMk id="29" creationId="{8F86F0E5-766B-3BC5-1F3C-2E599CF276B8}"/>
          </ac:spMkLst>
        </pc:spChg>
        <pc:spChg chg="mod">
          <ac:chgData name="Ankush Batra" userId="4809d52a-a5fe-48ad-9a75-6fa2d933c94b" providerId="ADAL" clId="{1BF7F187-891D-4243-AB40-63C70C775861}" dt="2026-05-14T03:17:47.805" v="1076" actId="20577"/>
          <ac:spMkLst>
            <pc:docMk/>
            <pc:sldMk cId="4270929345" sldId="2145707099"/>
            <ac:spMk id="33" creationId="{609A1D75-A1C1-21FB-50FC-45708DE98E80}"/>
          </ac:spMkLst>
        </pc:spChg>
        <pc:spChg chg="mod">
          <ac:chgData name="Ankush Batra" userId="4809d52a-a5fe-48ad-9a75-6fa2d933c94b" providerId="ADAL" clId="{1BF7F187-891D-4243-AB40-63C70C775861}" dt="2026-05-14T03:17:28.191" v="1069" actId="207"/>
          <ac:spMkLst>
            <pc:docMk/>
            <pc:sldMk cId="4270929345" sldId="2145707099"/>
            <ac:spMk id="34" creationId="{020BFA21-96A7-16BB-C0B3-34FF69DB9E03}"/>
          </ac:spMkLst>
        </pc:spChg>
        <pc:spChg chg="mod">
          <ac:chgData name="Ankush Batra" userId="4809d52a-a5fe-48ad-9a75-6fa2d933c94b" providerId="ADAL" clId="{1BF7F187-891D-4243-AB40-63C70C775861}" dt="2026-05-14T03:18:00.200" v="1084" actId="20577"/>
          <ac:spMkLst>
            <pc:docMk/>
            <pc:sldMk cId="4270929345" sldId="2145707099"/>
            <ac:spMk id="40" creationId="{93FB67C8-64D8-6092-50FB-4203D42F73C0}"/>
          </ac:spMkLst>
        </pc:spChg>
        <pc:spChg chg="mod">
          <ac:chgData name="Ankush Batra" userId="4809d52a-a5fe-48ad-9a75-6fa2d933c94b" providerId="ADAL" clId="{1BF7F187-891D-4243-AB40-63C70C775861}" dt="2026-05-14T03:17:36.394" v="1072" actId="207"/>
          <ac:spMkLst>
            <pc:docMk/>
            <pc:sldMk cId="4270929345" sldId="2145707099"/>
            <ac:spMk id="43" creationId="{57B22B8F-33C6-EA1E-8F1A-EE59787B87EE}"/>
          </ac:spMkLst>
        </pc:spChg>
        <pc:spChg chg="mod">
          <ac:chgData name="Ankush Batra" userId="4809d52a-a5fe-48ad-9a75-6fa2d933c94b" providerId="ADAL" clId="{1BF7F187-891D-4243-AB40-63C70C775861}" dt="2026-05-14T03:18:11.185" v="1092" actId="20577"/>
          <ac:spMkLst>
            <pc:docMk/>
            <pc:sldMk cId="4270929345" sldId="2145707099"/>
            <ac:spMk id="53" creationId="{6D712E94-7148-0C11-E126-3885B53F88C5}"/>
          </ac:spMkLst>
        </pc:spChg>
        <pc:spChg chg="mod">
          <ac:chgData name="Ankush Batra" userId="4809d52a-a5fe-48ad-9a75-6fa2d933c94b" providerId="ADAL" clId="{1BF7F187-891D-4243-AB40-63C70C775861}" dt="2026-05-14T03:18:31.611" v="1106" actId="207"/>
          <ac:spMkLst>
            <pc:docMk/>
            <pc:sldMk cId="4270929345" sldId="2145707099"/>
            <ac:spMk id="55" creationId="{B4CAD15E-DCD6-59BB-AAF6-D926C3444A5D}"/>
          </ac:spMkLst>
        </pc:spChg>
        <pc:spChg chg="mod">
          <ac:chgData name="Ankush Batra" userId="4809d52a-a5fe-48ad-9a75-6fa2d933c94b" providerId="ADAL" clId="{1BF7F187-891D-4243-AB40-63C70C775861}" dt="2026-05-14T03:18:25.083" v="1105" actId="6549"/>
          <ac:spMkLst>
            <pc:docMk/>
            <pc:sldMk cId="4270929345" sldId="2145707099"/>
            <ac:spMk id="57" creationId="{F45A8C2F-0111-CCEE-7E80-3FEB587E7B2D}"/>
          </ac:spMkLst>
        </pc:spChg>
        <pc:spChg chg="mod">
          <ac:chgData name="Ankush Batra" userId="4809d52a-a5fe-48ad-9a75-6fa2d933c94b" providerId="ADAL" clId="{1BF7F187-891D-4243-AB40-63C70C775861}" dt="2026-05-14T03:18:37.706" v="1107" actId="207"/>
          <ac:spMkLst>
            <pc:docMk/>
            <pc:sldMk cId="4270929345" sldId="2145707099"/>
            <ac:spMk id="58" creationId="{B7C821AF-0B24-3C5F-CA66-7B65A0EE003F}"/>
          </ac:spMkLst>
        </pc:spChg>
        <pc:spChg chg="add mod">
          <ac:chgData name="Ankush Batra" userId="4809d52a-a5fe-48ad-9a75-6fa2d933c94b" providerId="ADAL" clId="{1BF7F187-891D-4243-AB40-63C70C775861}" dt="2026-05-14T03:22:18.402" v="1153"/>
          <ac:spMkLst>
            <pc:docMk/>
            <pc:sldMk cId="4270929345" sldId="2145707099"/>
            <ac:spMk id="60" creationId="{34ED12CF-1B2D-99B5-70DA-22ACD55DFB2E}"/>
          </ac:spMkLst>
        </pc:spChg>
        <pc:spChg chg="mod">
          <ac:chgData name="Ankush Batra" userId="4809d52a-a5fe-48ad-9a75-6fa2d933c94b" providerId="ADAL" clId="{1BF7F187-891D-4243-AB40-63C70C775861}" dt="2026-05-14T03:14:57.725" v="1005" actId="113"/>
          <ac:spMkLst>
            <pc:docMk/>
            <pc:sldMk cId="4270929345" sldId="2145707099"/>
            <ac:spMk id="93" creationId="{81A51EFD-81BA-0CA4-204C-B2E5375F38F5}"/>
          </ac:spMkLst>
        </pc:spChg>
        <pc:spChg chg="mod">
          <ac:chgData name="Ankush Batra" userId="4809d52a-a5fe-48ad-9a75-6fa2d933c94b" providerId="ADAL" clId="{1BF7F187-891D-4243-AB40-63C70C775861}" dt="2026-05-14T03:09:03.685" v="869" actId="554"/>
          <ac:spMkLst>
            <pc:docMk/>
            <pc:sldMk cId="4270929345" sldId="2145707099"/>
            <ac:spMk id="94" creationId="{08F43E0F-477C-312D-89E6-15EAA53ED6E6}"/>
          </ac:spMkLst>
        </pc:spChg>
        <pc:spChg chg="mod">
          <ac:chgData name="Ankush Batra" userId="4809d52a-a5fe-48ad-9a75-6fa2d933c94b" providerId="ADAL" clId="{1BF7F187-891D-4243-AB40-63C70C775861}" dt="2026-05-14T03:21:27.385" v="1130" actId="554"/>
          <ac:spMkLst>
            <pc:docMk/>
            <pc:sldMk cId="4270929345" sldId="2145707099"/>
            <ac:spMk id="134" creationId="{D924409F-9561-0A5E-82A7-5FA597B188F5}"/>
          </ac:spMkLst>
        </pc:spChg>
        <pc:grpChg chg="add mo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6" creationId="{8983A85E-D06C-7E8C-EA1F-E33DB2C01E6E}"/>
          </ac:grpSpMkLst>
        </pc:grpChg>
        <pc:grpChg chg="add mo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9" creationId="{FA1F13E8-6610-321F-CAAB-368DF54303FD}"/>
          </ac:grpSpMkLst>
        </pc:grpChg>
        <pc:grpChg chg="add mo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13" creationId="{86F2A31C-C89B-0F43-5647-A638C3550668}"/>
          </ac:grpSpMkLst>
        </pc:grpChg>
        <pc:grpChg chg="add mod">
          <ac:chgData name="Ankush Batra" userId="4809d52a-a5fe-48ad-9a75-6fa2d933c94b" providerId="ADAL" clId="{1BF7F187-891D-4243-AB40-63C70C775861}" dt="2026-05-14T03:20:07.260" v="1124" actId="553"/>
          <ac:grpSpMkLst>
            <pc:docMk/>
            <pc:sldMk cId="4270929345" sldId="2145707099"/>
            <ac:grpSpMk id="16" creationId="{E25FE221-629A-97AE-9BEA-85054B773296}"/>
          </ac:grpSpMkLst>
        </pc:grpChg>
        <pc:grpChg chg="mod ord">
          <ac:chgData name="Ankush Batra" userId="4809d52a-a5fe-48ad-9a75-6fa2d933c94b" providerId="ADAL" clId="{1BF7F187-891D-4243-AB40-63C70C775861}" dt="2026-05-14T03:16:38.995" v="1060" actId="167"/>
          <ac:grpSpMkLst>
            <pc:docMk/>
            <pc:sldMk cId="4270929345" sldId="2145707099"/>
            <ac:grpSpMk id="32" creationId="{D05245E6-6076-5619-3419-677ECFE6F0D6}"/>
          </ac:grpSpMkLst>
        </pc:grpChg>
        <pc:grpChg chg="mod or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37" creationId="{2CAEA03F-4330-769B-F703-299E7D652B2D}"/>
          </ac:grpSpMkLst>
        </pc:grpChg>
        <pc:grpChg chg="mod or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52" creationId="{64633A0D-1F5C-EDB9-F1A3-9219B5458655}"/>
          </ac:grpSpMkLst>
        </pc:grpChg>
        <pc:grpChg chg="mod or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56" creationId="{D29EA959-B3E5-08B9-8790-055B8667D0B4}"/>
          </ac:grpSpMkLst>
        </pc:grpChg>
        <pc:grpChg chg="mod">
          <ac:chgData name="Ankush Batra" userId="4809d52a-a5fe-48ad-9a75-6fa2d933c94b" providerId="ADAL" clId="{1BF7F187-891D-4243-AB40-63C70C775861}" dt="2026-05-14T03:19:02.468" v="1111" actId="1076"/>
          <ac:grpSpMkLst>
            <pc:docMk/>
            <pc:sldMk cId="4270929345" sldId="2145707099"/>
            <ac:grpSpMk id="92" creationId="{54ACE8D6-FA44-7BAA-03A3-146188505226}"/>
          </ac:grpSpMkLst>
        </pc:grpChg>
        <pc:picChg chg="mod ord">
          <ac:chgData name="Ankush Batra" userId="4809d52a-a5fe-48ad-9a75-6fa2d933c94b" providerId="ADAL" clId="{1BF7F187-891D-4243-AB40-63C70C775861}" dt="2026-05-14T03:22:28.418" v="1155" actId="1076"/>
          <ac:picMkLst>
            <pc:docMk/>
            <pc:sldMk cId="4270929345" sldId="2145707099"/>
            <ac:picMk id="54" creationId="{42CD9F9A-6B07-4401-26B7-CC5D92E08726}"/>
          </ac:picMkLst>
        </pc:picChg>
      </pc:sldChg>
      <pc:sldChg chg="addSp delSp modSp add mod delAnim modAnim">
        <pc:chgData name="Ankush Batra" userId="4809d52a-a5fe-48ad-9a75-6fa2d933c94b" providerId="ADAL" clId="{1BF7F187-891D-4243-AB40-63C70C775861}" dt="2026-05-14T04:03:13.562" v="1351" actId="207"/>
        <pc:sldMkLst>
          <pc:docMk/>
          <pc:sldMk cId="2752133663" sldId="2145707100"/>
        </pc:sldMkLst>
        <pc:spChg chg="add mod">
          <ac:chgData name="Ankush Batra" userId="4809d52a-a5fe-48ad-9a75-6fa2d933c94b" providerId="ADAL" clId="{1BF7F187-891D-4243-AB40-63C70C775861}" dt="2026-05-14T03:49:32.244" v="1280" actId="12789"/>
          <ac:spMkLst>
            <pc:docMk/>
            <pc:sldMk cId="2752133663" sldId="2145707100"/>
            <ac:spMk id="2" creationId="{5465CC39-C66B-866D-8CBB-AA3DD0522D5C}"/>
          </ac:spMkLst>
        </pc:spChg>
        <pc:spChg chg="add mod">
          <ac:chgData name="Ankush Batra" userId="4809d52a-a5fe-48ad-9a75-6fa2d933c94b" providerId="ADAL" clId="{1BF7F187-891D-4243-AB40-63C70C775861}" dt="2026-05-14T03:49:32.244" v="1280" actId="12789"/>
          <ac:spMkLst>
            <pc:docMk/>
            <pc:sldMk cId="2752133663" sldId="2145707100"/>
            <ac:spMk id="7" creationId="{D33CE481-F988-178A-FA18-5960256274BE}"/>
          </ac:spMkLst>
        </pc:spChg>
        <pc:spChg chg="mod">
          <ac:chgData name="Ankush Batra" userId="4809d52a-a5fe-48ad-9a75-6fa2d933c94b" providerId="ADAL" clId="{1BF7F187-891D-4243-AB40-63C70C775861}" dt="2026-05-14T03:51:12.937" v="1324" actId="20577"/>
          <ac:spMkLst>
            <pc:docMk/>
            <pc:sldMk cId="2752133663" sldId="2145707100"/>
            <ac:spMk id="8" creationId="{0304031A-453F-79DF-283A-B9DF48551CBE}"/>
          </ac:spMkLst>
        </pc:spChg>
        <pc:spChg chg="add mod">
          <ac:chgData name="Ankush Batra" userId="4809d52a-a5fe-48ad-9a75-6fa2d933c94b" providerId="ADAL" clId="{1BF7F187-891D-4243-AB40-63C70C775861}" dt="2026-05-14T03:50:34.977" v="1299" actId="403"/>
          <ac:spMkLst>
            <pc:docMk/>
            <pc:sldMk cId="2752133663" sldId="2145707100"/>
            <ac:spMk id="9" creationId="{924F45C5-B935-2F4F-276D-CD2B90C4024D}"/>
          </ac:spMkLst>
        </pc:spChg>
        <pc:spChg chg="add mod">
          <ac:chgData name="Ankush Batra" userId="4809d52a-a5fe-48ad-9a75-6fa2d933c94b" providerId="ADAL" clId="{1BF7F187-891D-4243-AB40-63C70C775861}" dt="2026-05-14T03:49:09.012" v="1275" actId="14100"/>
          <ac:spMkLst>
            <pc:docMk/>
            <pc:sldMk cId="2752133663" sldId="2145707100"/>
            <ac:spMk id="10" creationId="{24DBF9C8-0FC0-FC69-E1F2-E3C35138DF85}"/>
          </ac:spMkLst>
        </pc:spChg>
        <pc:spChg chg="add mod">
          <ac:chgData name="Ankush Batra" userId="4809d52a-a5fe-48ad-9a75-6fa2d933c94b" providerId="ADAL" clId="{1BF7F187-891D-4243-AB40-63C70C775861}" dt="2026-05-14T04:03:12.587" v="1349" actId="207"/>
          <ac:spMkLst>
            <pc:docMk/>
            <pc:sldMk cId="2752133663" sldId="2145707100"/>
            <ac:spMk id="11" creationId="{0B6A3503-5F2D-5043-E39C-6BA20584EC14}"/>
          </ac:spMkLst>
        </pc:spChg>
        <pc:spChg chg="add mod">
          <ac:chgData name="Ankush Batra" userId="4809d52a-a5fe-48ad-9a75-6fa2d933c94b" providerId="ADAL" clId="{1BF7F187-891D-4243-AB40-63C70C775861}" dt="2026-05-14T04:03:12.939" v="1350" actId="207"/>
          <ac:spMkLst>
            <pc:docMk/>
            <pc:sldMk cId="2752133663" sldId="2145707100"/>
            <ac:spMk id="12" creationId="{B290815C-2E33-3056-D7BA-0CF880AB0450}"/>
          </ac:spMkLst>
        </pc:spChg>
        <pc:spChg chg="add mod">
          <ac:chgData name="Ankush Batra" userId="4809d52a-a5fe-48ad-9a75-6fa2d933c94b" providerId="ADAL" clId="{1BF7F187-891D-4243-AB40-63C70C775861}" dt="2026-05-14T04:03:13.562" v="1351" actId="207"/>
          <ac:spMkLst>
            <pc:docMk/>
            <pc:sldMk cId="2752133663" sldId="2145707100"/>
            <ac:spMk id="13" creationId="{41BAA97D-310D-6D7D-7061-0F9CAAE87470}"/>
          </ac:spMkLst>
        </pc:spChg>
        <pc:spChg chg="mod topLvl">
          <ac:chgData name="Ankush Batra" userId="4809d52a-a5fe-48ad-9a75-6fa2d933c94b" providerId="ADAL" clId="{1BF7F187-891D-4243-AB40-63C70C775861}" dt="2026-05-14T03:51:03.384" v="1320" actId="14100"/>
          <ac:spMkLst>
            <pc:docMk/>
            <pc:sldMk cId="2752133663" sldId="2145707100"/>
            <ac:spMk id="16" creationId="{C10AF825-57E2-A939-74E8-63197EC7FEA5}"/>
          </ac:spMkLst>
        </pc:spChg>
        <pc:spChg chg="mod topLvl">
          <ac:chgData name="Ankush Batra" userId="4809d52a-a5fe-48ad-9a75-6fa2d933c94b" providerId="ADAL" clId="{1BF7F187-891D-4243-AB40-63C70C775861}" dt="2026-05-14T03:50:59.625" v="1318" actId="14100"/>
          <ac:spMkLst>
            <pc:docMk/>
            <pc:sldMk cId="2752133663" sldId="2145707100"/>
            <ac:spMk id="19" creationId="{ACB1907B-CBE9-7FEE-C2E7-752E576404FE}"/>
          </ac:spMkLst>
        </pc:spChg>
        <pc:spChg chg="add mod">
          <ac:chgData name="Ankush Batra" userId="4809d52a-a5fe-48ad-9a75-6fa2d933c94b" providerId="ADAL" clId="{1BF7F187-891D-4243-AB40-63C70C775861}" dt="2026-05-14T03:50:19.450" v="1295"/>
          <ac:spMkLst>
            <pc:docMk/>
            <pc:sldMk cId="2752133663" sldId="2145707100"/>
            <ac:spMk id="24" creationId="{9264D558-672B-4AA6-9015-5137E08B628F}"/>
          </ac:spMkLst>
        </pc:spChg>
        <pc:spChg chg="add mod">
          <ac:chgData name="Ankush Batra" userId="4809d52a-a5fe-48ad-9a75-6fa2d933c94b" providerId="ADAL" clId="{1BF7F187-891D-4243-AB40-63C70C775861}" dt="2026-05-14T03:49:49.434" v="1282" actId="1076"/>
          <ac:spMkLst>
            <pc:docMk/>
            <pc:sldMk cId="2752133663" sldId="2145707100"/>
            <ac:spMk id="25" creationId="{491827D7-7E8C-8AA4-07A8-5C68C415B06B}"/>
          </ac:spMkLst>
        </pc:spChg>
        <pc:spChg chg="add mod">
          <ac:chgData name="Ankush Batra" userId="4809d52a-a5fe-48ad-9a75-6fa2d933c94b" providerId="ADAL" clId="{1BF7F187-891D-4243-AB40-63C70C775861}" dt="2026-05-14T04:03:11.660" v="1348" actId="207"/>
          <ac:spMkLst>
            <pc:docMk/>
            <pc:sldMk cId="2752133663" sldId="2145707100"/>
            <ac:spMk id="26" creationId="{3FCEEF68-2FB8-642C-5045-1080BD88D429}"/>
          </ac:spMkLst>
        </pc:spChg>
        <pc:spChg chg="add mod">
          <ac:chgData name="Ankush Batra" userId="4809d52a-a5fe-48ad-9a75-6fa2d933c94b" providerId="ADAL" clId="{1BF7F187-891D-4243-AB40-63C70C775861}" dt="2026-05-14T03:50:25.720" v="1296"/>
          <ac:spMkLst>
            <pc:docMk/>
            <pc:sldMk cId="2752133663" sldId="2145707100"/>
            <ac:spMk id="27" creationId="{B3A9C26D-886A-FF6E-6042-B00902369BA1}"/>
          </ac:spMkLst>
        </pc:spChg>
      </pc:sldChg>
    </pc:docChg>
  </pc:docChgLst>
  <pc:docChgLst>
    <pc:chgData name="Kanika Maheshwari" userId="594c5f91-4e07-41ca-8fec-8d5e529a8640" providerId="ADAL" clId="{BA71AA44-F8F6-4A53-908B-187483859789}"/>
    <pc:docChg chg="undo custSel addSld modSld modSection">
      <pc:chgData name="Kanika Maheshwari" userId="594c5f91-4e07-41ca-8fec-8d5e529a8640" providerId="ADAL" clId="{BA71AA44-F8F6-4A53-908B-187483859789}" dt="2026-05-27T12:23:50.221" v="414" actId="20577"/>
      <pc:docMkLst>
        <pc:docMk/>
      </pc:docMkLst>
      <pc:sldChg chg="modSp mod">
        <pc:chgData name="Kanika Maheshwari" userId="594c5f91-4e07-41ca-8fec-8d5e529a8640" providerId="ADAL" clId="{BA71AA44-F8F6-4A53-908B-187483859789}" dt="2026-05-27T07:51:07.755" v="235" actId="207"/>
        <pc:sldMkLst>
          <pc:docMk/>
          <pc:sldMk cId="1810196589" sldId="338"/>
        </pc:sldMkLst>
        <pc:spChg chg="mod">
          <ac:chgData name="Kanika Maheshwari" userId="594c5f91-4e07-41ca-8fec-8d5e529a8640" providerId="ADAL" clId="{BA71AA44-F8F6-4A53-908B-187483859789}" dt="2026-05-27T07:50:36.392" v="230" actId="6549"/>
          <ac:spMkLst>
            <pc:docMk/>
            <pc:sldMk cId="1810196589" sldId="338"/>
            <ac:spMk id="2" creationId="{D73945FE-6580-637E-F41D-423D7EE7C2EA}"/>
          </ac:spMkLst>
        </pc:spChg>
        <pc:spChg chg="mod">
          <ac:chgData name="Kanika Maheshwari" userId="594c5f91-4e07-41ca-8fec-8d5e529a8640" providerId="ADAL" clId="{BA71AA44-F8F6-4A53-908B-187483859789}" dt="2026-05-27T07:50:39.879" v="231"/>
          <ac:spMkLst>
            <pc:docMk/>
            <pc:sldMk cId="1810196589" sldId="338"/>
            <ac:spMk id="21" creationId="{4EF54FB8-71C5-A7A3-0686-4A15A1A12756}"/>
          </ac:spMkLst>
        </pc:spChg>
        <pc:spChg chg="mod">
          <ac:chgData name="Kanika Maheshwari" userId="594c5f91-4e07-41ca-8fec-8d5e529a8640" providerId="ADAL" clId="{BA71AA44-F8F6-4A53-908B-187483859789}" dt="2026-05-27T07:50:44.130" v="232"/>
          <ac:spMkLst>
            <pc:docMk/>
            <pc:sldMk cId="1810196589" sldId="338"/>
            <ac:spMk id="30" creationId="{02684E62-4627-C921-EA3C-58F22F4AE141}"/>
          </ac:spMkLst>
        </pc:spChg>
        <pc:spChg chg="mod">
          <ac:chgData name="Kanika Maheshwari" userId="594c5f91-4e07-41ca-8fec-8d5e529a8640" providerId="ADAL" clId="{BA71AA44-F8F6-4A53-908B-187483859789}" dt="2026-05-27T07:50:47.250" v="233"/>
          <ac:spMkLst>
            <pc:docMk/>
            <pc:sldMk cId="1810196589" sldId="338"/>
            <ac:spMk id="31" creationId="{66E674EA-CA85-AEDD-6609-DE186FA8719B}"/>
          </ac:spMkLst>
        </pc:spChg>
        <pc:spChg chg="mod">
          <ac:chgData name="Kanika Maheshwari" userId="594c5f91-4e07-41ca-8fec-8d5e529a8640" providerId="ADAL" clId="{BA71AA44-F8F6-4A53-908B-187483859789}" dt="2026-05-27T07:51:07.755" v="235" actId="207"/>
          <ac:spMkLst>
            <pc:docMk/>
            <pc:sldMk cId="1810196589" sldId="338"/>
            <ac:spMk id="40" creationId="{7F412E9D-1CCC-EFEB-2E68-89FB7FF39D4B}"/>
          </ac:spMkLst>
        </pc:spChg>
      </pc:sldChg>
      <pc:sldChg chg="add modTransition">
        <pc:chgData name="Kanika Maheshwari" userId="594c5f91-4e07-41ca-8fec-8d5e529a8640" providerId="ADAL" clId="{BA71AA44-F8F6-4A53-908B-187483859789}" dt="2026-05-27T06:23:41.829" v="0"/>
        <pc:sldMkLst>
          <pc:docMk/>
          <pc:sldMk cId="1947565149" sldId="2145707080"/>
        </pc:sldMkLst>
      </pc:sldChg>
      <pc:sldChg chg="modSp mod">
        <pc:chgData name="Kanika Maheshwari" userId="594c5f91-4e07-41ca-8fec-8d5e529a8640" providerId="ADAL" clId="{BA71AA44-F8F6-4A53-908B-187483859789}" dt="2026-05-27T07:50:25.407" v="227"/>
        <pc:sldMkLst>
          <pc:docMk/>
          <pc:sldMk cId="4270929345" sldId="2145707099"/>
        </pc:sldMkLst>
        <pc:spChg chg="mod">
          <ac:chgData name="Kanika Maheshwari" userId="594c5f91-4e07-41ca-8fec-8d5e529a8640" providerId="ADAL" clId="{BA71AA44-F8F6-4A53-908B-187483859789}" dt="2026-05-27T07:50:15.320" v="224" actId="20577"/>
          <ac:spMkLst>
            <pc:docMk/>
            <pc:sldMk cId="4270929345" sldId="2145707099"/>
            <ac:spMk id="33" creationId="{609A1D75-A1C1-21FB-50FC-45708DE98E80}"/>
          </ac:spMkLst>
        </pc:spChg>
        <pc:spChg chg="mod">
          <ac:chgData name="Kanika Maheshwari" userId="594c5f91-4e07-41ca-8fec-8d5e529a8640" providerId="ADAL" clId="{BA71AA44-F8F6-4A53-908B-187483859789}" dt="2026-05-27T07:50:20.142" v="225"/>
          <ac:spMkLst>
            <pc:docMk/>
            <pc:sldMk cId="4270929345" sldId="2145707099"/>
            <ac:spMk id="40" creationId="{93FB67C8-64D8-6092-50FB-4203D42F73C0}"/>
          </ac:spMkLst>
        </pc:spChg>
        <pc:spChg chg="mod">
          <ac:chgData name="Kanika Maheshwari" userId="594c5f91-4e07-41ca-8fec-8d5e529a8640" providerId="ADAL" clId="{BA71AA44-F8F6-4A53-908B-187483859789}" dt="2026-05-27T07:50:22.937" v="226"/>
          <ac:spMkLst>
            <pc:docMk/>
            <pc:sldMk cId="4270929345" sldId="2145707099"/>
            <ac:spMk id="53" creationId="{6D712E94-7148-0C11-E126-3885B53F88C5}"/>
          </ac:spMkLst>
        </pc:spChg>
        <pc:spChg chg="mod">
          <ac:chgData name="Kanika Maheshwari" userId="594c5f91-4e07-41ca-8fec-8d5e529a8640" providerId="ADAL" clId="{BA71AA44-F8F6-4A53-908B-187483859789}" dt="2026-05-27T07:50:25.407" v="227"/>
          <ac:spMkLst>
            <pc:docMk/>
            <pc:sldMk cId="4270929345" sldId="2145707099"/>
            <ac:spMk id="57" creationId="{F45A8C2F-0111-CCEE-7E80-3FEB587E7B2D}"/>
          </ac:spMkLst>
        </pc:spChg>
      </pc:sldChg>
      <pc:sldChg chg="addSp delSp modSp add mod modNotesTx">
        <pc:chgData name="Kanika Maheshwari" userId="594c5f91-4e07-41ca-8fec-8d5e529a8640" providerId="ADAL" clId="{BA71AA44-F8F6-4A53-908B-187483859789}" dt="2026-05-27T12:23:50.221" v="414" actId="20577"/>
        <pc:sldMkLst>
          <pc:docMk/>
          <pc:sldMk cId="1388599086" sldId="2145707109"/>
        </pc:sldMkLst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3" creationId="{568CE290-347B-3104-D5B6-89454DC54EFB}"/>
          </ac:spMkLst>
        </pc:spChg>
        <pc:spChg chg="mod">
          <ac:chgData name="Kanika Maheshwari" userId="594c5f91-4e07-41ca-8fec-8d5e529a8640" providerId="ADAL" clId="{BA71AA44-F8F6-4A53-908B-187483859789}" dt="2026-05-27T12:23:50.221" v="414" actId="20577"/>
          <ac:spMkLst>
            <pc:docMk/>
            <pc:sldMk cId="1388599086" sldId="2145707109"/>
            <ac:spMk id="4" creationId="{B640CDF0-FAFE-5E25-CF63-D6F7BAC8FC33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7" creationId="{C0D01C03-548E-F06F-4A92-2DD6A3DCC96B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8" creationId="{2534920A-6CAF-0CD7-E908-A0401144C028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9" creationId="{46BA6A31-FB6E-7EE7-3F76-C44C6616459F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10" creationId="{34AA0D3B-3311-21AB-83FD-6C081E3DD93D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11" creationId="{71DDE09E-87B8-F70A-D669-A962805114F9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14" creationId="{3263C89D-FB69-E385-72B3-5A22DF16546D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15" creationId="{DAEA83D8-7D25-016B-ABDD-389EA6E2DF93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16" creationId="{E770D0AE-8AE7-024F-C557-55881D8394CB}"/>
          </ac:spMkLst>
        </pc:spChg>
        <pc:spChg chg="del">
          <ac:chgData name="Kanika Maheshwari" userId="594c5f91-4e07-41ca-8fec-8d5e529a8640" providerId="ADAL" clId="{BA71AA44-F8F6-4A53-908B-187483859789}" dt="2026-05-27T07:18:35.587" v="2" actId="478"/>
          <ac:spMkLst>
            <pc:docMk/>
            <pc:sldMk cId="1388599086" sldId="2145707109"/>
            <ac:spMk id="22" creationId="{094A56D8-7F37-3628-FAF0-96AE388C9D1C}"/>
          </ac:spMkLst>
        </pc:spChg>
        <pc:spChg chg="del">
          <ac:chgData name="Kanika Maheshwari" userId="594c5f91-4e07-41ca-8fec-8d5e529a8640" providerId="ADAL" clId="{BA71AA44-F8F6-4A53-908B-187483859789}" dt="2026-05-27T07:18:37.760" v="3" actId="478"/>
          <ac:spMkLst>
            <pc:docMk/>
            <pc:sldMk cId="1388599086" sldId="2145707109"/>
            <ac:spMk id="73" creationId="{495AC269-8E0F-D2AD-BCC8-321B03A67AA1}"/>
          </ac:spMkLst>
        </pc:spChg>
        <pc:graphicFrameChg chg="add mod modGraphic">
          <ac:chgData name="Kanika Maheshwari" userId="594c5f91-4e07-41ca-8fec-8d5e529a8640" providerId="ADAL" clId="{BA71AA44-F8F6-4A53-908B-187483859789}" dt="2026-05-27T07:49:08.718" v="214" actId="242"/>
          <ac:graphicFrameMkLst>
            <pc:docMk/>
            <pc:sldMk cId="1388599086" sldId="2145707109"/>
            <ac:graphicFrameMk id="2" creationId="{B6A56DD6-7775-2E0F-0326-E18E63882BA1}"/>
          </ac:graphicFrameMkLst>
        </pc:graphicFrameChg>
        <pc:graphicFrameChg chg="add del mod modGraphic">
          <ac:chgData name="Kanika Maheshwari" userId="594c5f91-4e07-41ca-8fec-8d5e529a8640" providerId="ADAL" clId="{BA71AA44-F8F6-4A53-908B-187483859789}" dt="2026-05-27T07:28:31.309" v="142" actId="478"/>
          <ac:graphicFrameMkLst>
            <pc:docMk/>
            <pc:sldMk cId="1388599086" sldId="2145707109"/>
            <ac:graphicFrameMk id="18" creationId="{9AE040EC-DBDA-2E59-EBDC-467EB44DC4A1}"/>
          </ac:graphicFrameMkLst>
        </pc:graphicFrameChg>
        <pc:graphicFrameChg chg="add del modGraphic">
          <ac:chgData name="Kanika Maheshwari" userId="594c5f91-4e07-41ca-8fec-8d5e529a8640" providerId="ADAL" clId="{BA71AA44-F8F6-4A53-908B-187483859789}" dt="2026-05-27T07:32:16.966" v="174" actId="478"/>
          <ac:graphicFrameMkLst>
            <pc:docMk/>
            <pc:sldMk cId="1388599086" sldId="2145707109"/>
            <ac:graphicFrameMk id="21" creationId="{8AD0C93C-6161-1987-ABF9-84DB5096EB32}"/>
          </ac:graphicFrameMkLst>
        </pc:graphicFrameChg>
      </pc:sldChg>
    </pc:docChg>
  </pc:docChgLst>
  <pc:docChgLst>
    <pc:chgData name="Manav Tulshyan" userId="09bc8825-853f-4b85-a7f5-ca3bccb99cc1" providerId="ADAL" clId="{99F6A3C8-80AA-4904-B6D6-34A7B2AF27E9}"/>
    <pc:docChg chg="undo custSel addSld modSld">
      <pc:chgData name="Manav Tulshyan" userId="09bc8825-853f-4b85-a7f5-ca3bccb99cc1" providerId="ADAL" clId="{99F6A3C8-80AA-4904-B6D6-34A7B2AF27E9}" dt="2026-05-14T14:34:50.917" v="886" actId="729"/>
      <pc:docMkLst>
        <pc:docMk/>
      </pc:docMkLst>
      <pc:sldChg chg="modSp mod">
        <pc:chgData name="Manav Tulshyan" userId="09bc8825-853f-4b85-a7f5-ca3bccb99cc1" providerId="ADAL" clId="{99F6A3C8-80AA-4904-B6D6-34A7B2AF27E9}" dt="2026-05-14T12:34:45.240" v="799" actId="20577"/>
        <pc:sldMkLst>
          <pc:docMk/>
          <pc:sldMk cId="2752133663" sldId="2145707100"/>
        </pc:sldMkLst>
        <pc:spChg chg="mod">
          <ac:chgData name="Manav Tulshyan" userId="09bc8825-853f-4b85-a7f5-ca3bccb99cc1" providerId="ADAL" clId="{99F6A3C8-80AA-4904-B6D6-34A7B2AF27E9}" dt="2026-05-14T12:34:45.240" v="799" actId="20577"/>
          <ac:spMkLst>
            <pc:docMk/>
            <pc:sldMk cId="2752133663" sldId="2145707100"/>
            <ac:spMk id="10" creationId="{24DBF9C8-0FC0-FC69-E1F2-E3C35138DF85}"/>
          </ac:spMkLst>
        </pc:spChg>
        <pc:spChg chg="mod">
          <ac:chgData name="Manav Tulshyan" userId="09bc8825-853f-4b85-a7f5-ca3bccb99cc1" providerId="ADAL" clId="{99F6A3C8-80AA-4904-B6D6-34A7B2AF27E9}" dt="2026-05-14T12:32:06.196" v="501" actId="14100"/>
          <ac:spMkLst>
            <pc:docMk/>
            <pc:sldMk cId="2752133663" sldId="2145707100"/>
            <ac:spMk id="16" creationId="{C10AF825-57E2-A939-74E8-63197EC7FEA5}"/>
          </ac:spMkLst>
        </pc:spChg>
      </pc:sldChg>
      <pc:sldChg chg="modSp add mod">
        <pc:chgData name="Manav Tulshyan" userId="09bc8825-853f-4b85-a7f5-ca3bccb99cc1" providerId="ADAL" clId="{99F6A3C8-80AA-4904-B6D6-34A7B2AF27E9}" dt="2026-05-14T13:56:20.241" v="838" actId="113"/>
        <pc:sldMkLst>
          <pc:docMk/>
          <pc:sldMk cId="3945679849" sldId="2145707107"/>
        </pc:sldMkLst>
        <pc:spChg chg="mod">
          <ac:chgData name="Manav Tulshyan" userId="09bc8825-853f-4b85-a7f5-ca3bccb99cc1" providerId="ADAL" clId="{99F6A3C8-80AA-4904-B6D6-34A7B2AF27E9}" dt="2026-05-14T13:56:20.241" v="838" actId="113"/>
          <ac:spMkLst>
            <pc:docMk/>
            <pc:sldMk cId="3945679849" sldId="2145707107"/>
            <ac:spMk id="10" creationId="{2ADEFEA6-729D-74E9-E699-292D54DB65DB}"/>
          </ac:spMkLst>
        </pc:spChg>
      </pc:sldChg>
      <pc:sldChg chg="modSp add mod modAnim">
        <pc:chgData name="Manav Tulshyan" userId="09bc8825-853f-4b85-a7f5-ca3bccb99cc1" providerId="ADAL" clId="{99F6A3C8-80AA-4904-B6D6-34A7B2AF27E9}" dt="2026-05-14T14:32:53.327" v="885" actId="113"/>
        <pc:sldMkLst>
          <pc:docMk/>
          <pc:sldMk cId="2611545299" sldId="2145707108"/>
        </pc:sldMkLst>
        <pc:spChg chg="mod">
          <ac:chgData name="Manav Tulshyan" userId="09bc8825-853f-4b85-a7f5-ca3bccb99cc1" providerId="ADAL" clId="{99F6A3C8-80AA-4904-B6D6-34A7B2AF27E9}" dt="2026-05-14T14:27:51.430" v="845" actId="113"/>
          <ac:spMkLst>
            <pc:docMk/>
            <pc:sldMk cId="2611545299" sldId="2145707108"/>
            <ac:spMk id="2" creationId="{C8E6D1A6-DC95-6CED-118A-3AD982986FD8}"/>
          </ac:spMkLst>
        </pc:spChg>
        <pc:spChg chg="mod">
          <ac:chgData name="Manav Tulshyan" userId="09bc8825-853f-4b85-a7f5-ca3bccb99cc1" providerId="ADAL" clId="{99F6A3C8-80AA-4904-B6D6-34A7B2AF27E9}" dt="2026-05-14T14:32:11.664" v="877" actId="20577"/>
          <ac:spMkLst>
            <pc:docMk/>
            <pc:sldMk cId="2611545299" sldId="2145707108"/>
            <ac:spMk id="10" creationId="{80FF03C6-3022-8021-6F11-353E67178A9D}"/>
          </ac:spMkLst>
        </pc:spChg>
        <pc:spChg chg="mod">
          <ac:chgData name="Manav Tulshyan" userId="09bc8825-853f-4b85-a7f5-ca3bccb99cc1" providerId="ADAL" clId="{99F6A3C8-80AA-4904-B6D6-34A7B2AF27E9}" dt="2026-05-14T14:28:45.007" v="851" actId="113"/>
          <ac:spMkLst>
            <pc:docMk/>
            <pc:sldMk cId="2611545299" sldId="2145707108"/>
            <ac:spMk id="11" creationId="{7698FBBB-91BE-9507-863F-828730940643}"/>
          </ac:spMkLst>
        </pc:spChg>
        <pc:spChg chg="mod">
          <ac:chgData name="Manav Tulshyan" userId="09bc8825-853f-4b85-a7f5-ca3bccb99cc1" providerId="ADAL" clId="{99F6A3C8-80AA-4904-B6D6-34A7B2AF27E9}" dt="2026-05-14T14:32:35.093" v="881" actId="113"/>
          <ac:spMkLst>
            <pc:docMk/>
            <pc:sldMk cId="2611545299" sldId="2145707108"/>
            <ac:spMk id="20" creationId="{14D4AA2D-3075-1943-7B51-D5DFC7F50E57}"/>
          </ac:spMkLst>
        </pc:spChg>
        <pc:spChg chg="mod">
          <ac:chgData name="Manav Tulshyan" userId="09bc8825-853f-4b85-a7f5-ca3bccb99cc1" providerId="ADAL" clId="{99F6A3C8-80AA-4904-B6D6-34A7B2AF27E9}" dt="2026-05-14T14:30:35.414" v="859" actId="113"/>
          <ac:spMkLst>
            <pc:docMk/>
            <pc:sldMk cId="2611545299" sldId="2145707108"/>
            <ac:spMk id="24" creationId="{996E7EF0-F7AA-C631-C951-B6B692B6F4F2}"/>
          </ac:spMkLst>
        </pc:spChg>
        <pc:spChg chg="mod">
          <ac:chgData name="Manav Tulshyan" userId="09bc8825-853f-4b85-a7f5-ca3bccb99cc1" providerId="ADAL" clId="{99F6A3C8-80AA-4904-B6D6-34A7B2AF27E9}" dt="2026-05-14T14:32:53.327" v="885" actId="113"/>
          <ac:spMkLst>
            <pc:docMk/>
            <pc:sldMk cId="2611545299" sldId="2145707108"/>
            <ac:spMk id="27" creationId="{07D1E519-44E0-AD62-9F85-A2A5619501F9}"/>
          </ac:spMkLst>
        </pc:spChg>
      </pc:sldChg>
    </pc:docChg>
  </pc:docChgLst>
  <pc:docChgLst>
    <pc:chgData name="Nikhil Borker" userId="S::nikhil.borker@procdna.com::ea05014b-61fb-40ce-841b-cadc32fa47b3" providerId="AD" clId="Web-{27C61195-0E17-735F-2250-9DDF8FACAFED}"/>
    <pc:docChg chg="modSld">
      <pc:chgData name="Nikhil Borker" userId="S::nikhil.borker@procdna.com::ea05014b-61fb-40ce-841b-cadc32fa47b3" providerId="AD" clId="Web-{27C61195-0E17-735F-2250-9DDF8FACAFED}" dt="2026-05-14T15:00:32.988" v="226" actId="20577"/>
      <pc:docMkLst>
        <pc:docMk/>
      </pc:docMkLst>
      <pc:sldChg chg="modSp">
        <pc:chgData name="Nikhil Borker" userId="S::nikhil.borker@procdna.com::ea05014b-61fb-40ce-841b-cadc32fa47b3" providerId="AD" clId="Web-{27C61195-0E17-735F-2250-9DDF8FACAFED}" dt="2026-05-14T15:00:32.988" v="226" actId="20577"/>
        <pc:sldMkLst>
          <pc:docMk/>
          <pc:sldMk cId="2611545299" sldId="2145707108"/>
        </pc:sldMkLst>
        <pc:spChg chg="mod">
          <ac:chgData name="Nikhil Borker" userId="S::nikhil.borker@procdna.com::ea05014b-61fb-40ce-841b-cadc32fa47b3" providerId="AD" clId="Web-{27C61195-0E17-735F-2250-9DDF8FACAFED}" dt="2026-05-14T14:42:30.576" v="2" actId="20577"/>
          <ac:spMkLst>
            <pc:docMk/>
            <pc:sldMk cId="2611545299" sldId="2145707108"/>
            <ac:spMk id="2" creationId="{C8E6D1A6-DC95-6CED-118A-3AD982986FD8}"/>
          </ac:spMkLst>
        </pc:spChg>
        <pc:spChg chg="mod">
          <ac:chgData name="Nikhil Borker" userId="S::nikhil.borker@procdna.com::ea05014b-61fb-40ce-841b-cadc32fa47b3" providerId="AD" clId="Web-{27C61195-0E17-735F-2250-9DDF8FACAFED}" dt="2026-05-14T15:00:32.988" v="226" actId="20577"/>
          <ac:spMkLst>
            <pc:docMk/>
            <pc:sldMk cId="2611545299" sldId="2145707108"/>
            <ac:spMk id="10" creationId="{80FF03C6-3022-8021-6F11-353E67178A9D}"/>
          </ac:spMkLst>
        </pc:spChg>
        <pc:spChg chg="mod">
          <ac:chgData name="Nikhil Borker" userId="S::nikhil.borker@procdna.com::ea05014b-61fb-40ce-841b-cadc32fa47b3" providerId="AD" clId="Web-{27C61195-0E17-735F-2250-9DDF8FACAFED}" dt="2026-05-14T14:49:30.926" v="30" actId="20577"/>
          <ac:spMkLst>
            <pc:docMk/>
            <pc:sldMk cId="2611545299" sldId="2145707108"/>
            <ac:spMk id="11" creationId="{7698FBBB-91BE-9507-863F-828730940643}"/>
          </ac:spMkLst>
        </pc:spChg>
      </pc:sldChg>
    </pc:docChg>
  </pc:docChgLst>
  <pc:docChgLst>
    <pc:chgData name="Kanika Maheshwari" userId="594c5f91-4e07-41ca-8fec-8d5e529a8640" providerId="ADAL" clId="{E2DA6F0F-3579-40AE-B9DA-FACBE1FD4142}"/>
    <pc:docChg chg="undo redo custSel addSld delSld modSld sldOrd addSection modSection">
      <pc:chgData name="Kanika Maheshwari" userId="594c5f91-4e07-41ca-8fec-8d5e529a8640" providerId="ADAL" clId="{E2DA6F0F-3579-40AE-B9DA-FACBE1FD4142}" dt="2026-05-14T16:06:38.903" v="4808" actId="20577"/>
      <pc:docMkLst>
        <pc:docMk/>
      </pc:docMkLst>
      <pc:sldChg chg="addSp delSp modSp add del mod modTransition">
        <pc:chgData name="Kanika Maheshwari" userId="594c5f91-4e07-41ca-8fec-8d5e529a8640" providerId="ADAL" clId="{E2DA6F0F-3579-40AE-B9DA-FACBE1FD4142}" dt="2026-05-14T13:22:48.822" v="2797" actId="164"/>
        <pc:sldMkLst>
          <pc:docMk/>
          <pc:sldMk cId="713855540" sldId="267"/>
        </pc:sldMkLst>
        <pc:spChg chg="mod">
          <ac:chgData name="Kanika Maheshwari" userId="594c5f91-4e07-41ca-8fec-8d5e529a8640" providerId="ADAL" clId="{E2DA6F0F-3579-40AE-B9DA-FACBE1FD4142}" dt="2026-05-14T12:51:31.842" v="2659" actId="1076"/>
          <ac:spMkLst>
            <pc:docMk/>
            <pc:sldMk cId="713855540" sldId="267"/>
            <ac:spMk id="9" creationId="{F39495E1-9294-6E46-867C-D6197845E407}"/>
          </ac:spMkLst>
        </pc:spChg>
        <pc:spChg chg="mod">
          <ac:chgData name="Kanika Maheshwari" userId="594c5f91-4e07-41ca-8fec-8d5e529a8640" providerId="ADAL" clId="{E2DA6F0F-3579-40AE-B9DA-FACBE1FD4142}" dt="2026-05-14T12:49:59.042" v="2647" actId="14100"/>
          <ac:spMkLst>
            <pc:docMk/>
            <pc:sldMk cId="713855540" sldId="267"/>
            <ac:spMk id="10" creationId="{C3E589D3-7A6F-AD24-F29A-A9592435881C}"/>
          </ac:spMkLst>
        </pc:spChg>
        <pc:spChg chg="add mod">
          <ac:chgData name="Kanika Maheshwari" userId="594c5f91-4e07-41ca-8fec-8d5e529a8640" providerId="ADAL" clId="{E2DA6F0F-3579-40AE-B9DA-FACBE1FD4142}" dt="2026-05-14T13:22:48.822" v="2797" actId="164"/>
          <ac:spMkLst>
            <pc:docMk/>
            <pc:sldMk cId="713855540" sldId="267"/>
            <ac:spMk id="21" creationId="{7FAD17B7-A62A-FE6D-7ECA-DC7E4443DA11}"/>
          </ac:spMkLst>
        </pc:spChg>
        <pc:spChg chg="add mod">
          <ac:chgData name="Kanika Maheshwari" userId="594c5f91-4e07-41ca-8fec-8d5e529a8640" providerId="ADAL" clId="{E2DA6F0F-3579-40AE-B9DA-FACBE1FD4142}" dt="2026-05-14T13:22:48.822" v="2797" actId="164"/>
          <ac:spMkLst>
            <pc:docMk/>
            <pc:sldMk cId="713855540" sldId="267"/>
            <ac:spMk id="22" creationId="{F02E4A62-2FDB-B108-2487-2B0D268E0400}"/>
          </ac:spMkLst>
        </pc:spChg>
        <pc:grpChg chg="add mod">
          <ac:chgData name="Kanika Maheshwari" userId="594c5f91-4e07-41ca-8fec-8d5e529a8640" providerId="ADAL" clId="{E2DA6F0F-3579-40AE-B9DA-FACBE1FD4142}" dt="2026-05-14T13:22:48.822" v="2797" actId="164"/>
          <ac:grpSpMkLst>
            <pc:docMk/>
            <pc:sldMk cId="713855540" sldId="267"/>
            <ac:grpSpMk id="23" creationId="{F9E28C6B-87D6-B171-A411-DB96295CAD1A}"/>
          </ac:grpSpMkLst>
        </pc:grpChg>
        <pc:graphicFrameChg chg="add mod">
          <ac:chgData name="Kanika Maheshwari" userId="594c5f91-4e07-41ca-8fec-8d5e529a8640" providerId="ADAL" clId="{E2DA6F0F-3579-40AE-B9DA-FACBE1FD4142}" dt="2026-05-14T13:07:59.961" v="2725" actId="1035"/>
          <ac:graphicFrameMkLst>
            <pc:docMk/>
            <pc:sldMk cId="713855540" sldId="267"/>
            <ac:graphicFrameMk id="14" creationId="{D528BBE8-1888-D31B-D9CB-58940F00DB0B}"/>
          </ac:graphicFrameMkLst>
        </pc:graphicFrameChg>
        <pc:graphicFrameChg chg="mod">
          <ac:chgData name="Kanika Maheshwari" userId="594c5f91-4e07-41ca-8fec-8d5e529a8640" providerId="ADAL" clId="{E2DA6F0F-3579-40AE-B9DA-FACBE1FD4142}" dt="2026-05-14T13:07:59.961" v="2725" actId="1035"/>
          <ac:graphicFrameMkLst>
            <pc:docMk/>
            <pc:sldMk cId="713855540" sldId="267"/>
            <ac:graphicFrameMk id="15" creationId="{F7710386-48C6-29A8-142E-A80E0A44ADD7}"/>
          </ac:graphicFrameMkLst>
        </pc:graphicFrameChg>
      </pc:sldChg>
      <pc:sldChg chg="add">
        <pc:chgData name="Kanika Maheshwari" userId="594c5f91-4e07-41ca-8fec-8d5e529a8640" providerId="ADAL" clId="{E2DA6F0F-3579-40AE-B9DA-FACBE1FD4142}" dt="2026-05-13T17:49:09.891" v="34"/>
        <pc:sldMkLst>
          <pc:docMk/>
          <pc:sldMk cId="1810196589" sldId="338"/>
        </pc:sldMkLst>
      </pc:sldChg>
      <pc:sldChg chg="ord modTransition">
        <pc:chgData name="Kanika Maheshwari" userId="594c5f91-4e07-41ca-8fec-8d5e529a8640" providerId="ADAL" clId="{E2DA6F0F-3579-40AE-B9DA-FACBE1FD4142}" dt="2026-05-14T12:55:19.627" v="2666"/>
        <pc:sldMkLst>
          <pc:docMk/>
          <pc:sldMk cId="247747870" sldId="2145707066"/>
        </pc:sldMkLst>
      </pc:sldChg>
      <pc:sldChg chg="addSp modSp add mod">
        <pc:chgData name="Kanika Maheshwari" userId="594c5f91-4e07-41ca-8fec-8d5e529a8640" providerId="ADAL" clId="{E2DA6F0F-3579-40AE-B9DA-FACBE1FD4142}" dt="2026-05-14T16:06:38.903" v="4808" actId="20577"/>
        <pc:sldMkLst>
          <pc:docMk/>
          <pc:sldMk cId="2585623934" sldId="2145707075"/>
        </pc:sldMkLst>
        <pc:spChg chg="mod">
          <ac:chgData name="Kanika Maheshwari" userId="594c5f91-4e07-41ca-8fec-8d5e529a8640" providerId="ADAL" clId="{E2DA6F0F-3579-40AE-B9DA-FACBE1FD4142}" dt="2026-05-14T11:44:30.102" v="2128" actId="20577"/>
          <ac:spMkLst>
            <pc:docMk/>
            <pc:sldMk cId="2585623934" sldId="2145707075"/>
            <ac:spMk id="2" creationId="{10DEEEC9-7D84-C755-3211-BAC1170A83A5}"/>
          </ac:spMkLst>
        </pc:spChg>
        <pc:spChg chg="mod">
          <ac:chgData name="Kanika Maheshwari" userId="594c5f91-4e07-41ca-8fec-8d5e529a8640" providerId="ADAL" clId="{E2DA6F0F-3579-40AE-B9DA-FACBE1FD4142}" dt="2026-05-14T15:24:29.488" v="4191" actId="12789"/>
          <ac:spMkLst>
            <pc:docMk/>
            <pc:sldMk cId="2585623934" sldId="2145707075"/>
            <ac:spMk id="6" creationId="{968F077F-1D88-07FE-3DA0-60907BD25B8C}"/>
          </ac:spMkLst>
        </pc:spChg>
        <pc:spChg chg="mod">
          <ac:chgData name="Kanika Maheshwari" userId="594c5f91-4e07-41ca-8fec-8d5e529a8640" providerId="ADAL" clId="{E2DA6F0F-3579-40AE-B9DA-FACBE1FD4142}" dt="2026-05-14T11:44:48.517" v="2159" actId="20577"/>
          <ac:spMkLst>
            <pc:docMk/>
            <pc:sldMk cId="2585623934" sldId="2145707075"/>
            <ac:spMk id="21" creationId="{F5DD9FFD-A7B4-1A6D-69DA-5B64214665CA}"/>
          </ac:spMkLst>
        </pc:spChg>
        <pc:grpChg chg="add mod">
          <ac:chgData name="Kanika Maheshwari" userId="594c5f91-4e07-41ca-8fec-8d5e529a8640" providerId="ADAL" clId="{E2DA6F0F-3579-40AE-B9DA-FACBE1FD4142}" dt="2026-05-14T15:28:08.694" v="4266" actId="1076"/>
          <ac:grpSpMkLst>
            <pc:docMk/>
            <pc:sldMk cId="2585623934" sldId="2145707075"/>
            <ac:grpSpMk id="7" creationId="{2922E271-5207-4AD5-0257-B5C00A716654}"/>
          </ac:grpSpMkLst>
        </pc:grpChg>
        <pc:graphicFrameChg chg="add mod modGraphic">
          <ac:chgData name="Kanika Maheshwari" userId="594c5f91-4e07-41ca-8fec-8d5e529a8640" providerId="ADAL" clId="{E2DA6F0F-3579-40AE-B9DA-FACBE1FD4142}" dt="2026-05-14T16:06:38.903" v="4808" actId="20577"/>
          <ac:graphicFrameMkLst>
            <pc:docMk/>
            <pc:sldMk cId="2585623934" sldId="2145707075"/>
            <ac:graphicFrameMk id="3" creationId="{2029AA6A-9B2E-D65B-11C8-9657638B482B}"/>
          </ac:graphicFrameMkLst>
        </pc:graphicFrameChg>
        <pc:graphicFrameChg chg="mod">
          <ac:chgData name="Kanika Maheshwari" userId="594c5f91-4e07-41ca-8fec-8d5e529a8640" providerId="ADAL" clId="{E2DA6F0F-3579-40AE-B9DA-FACBE1FD4142}" dt="2026-05-14T16:06:21.564" v="4795" actId="207"/>
          <ac:graphicFrameMkLst>
            <pc:docMk/>
            <pc:sldMk cId="2585623934" sldId="2145707075"/>
            <ac:graphicFrameMk id="8" creationId="{800B40E0-93A5-A795-CF8A-793061A82F5E}"/>
          </ac:graphicFrameMkLst>
        </pc:graphicFrameChg>
        <pc:cxnChg chg="mod">
          <ac:chgData name="Kanika Maheshwari" userId="594c5f91-4e07-41ca-8fec-8d5e529a8640" providerId="ADAL" clId="{E2DA6F0F-3579-40AE-B9DA-FACBE1FD4142}" dt="2026-05-14T15:28:08.694" v="4266" actId="1076"/>
          <ac:cxnSpMkLst>
            <pc:docMk/>
            <pc:sldMk cId="2585623934" sldId="2145707075"/>
            <ac:cxnSpMk id="9" creationId="{B7E67311-1F7C-5762-7991-3F2C5FD68E21}"/>
          </ac:cxnSpMkLst>
        </pc:cxnChg>
      </pc:sldChg>
      <pc:sldChg chg="add">
        <pc:chgData name="Kanika Maheshwari" userId="594c5f91-4e07-41ca-8fec-8d5e529a8640" providerId="ADAL" clId="{E2DA6F0F-3579-40AE-B9DA-FACBE1FD4142}" dt="2026-05-13T17:49:09.891" v="34"/>
        <pc:sldMkLst>
          <pc:docMk/>
          <pc:sldMk cId="563145211" sldId="2145707083"/>
        </pc:sldMkLst>
      </pc:sldChg>
      <pc:sldChg chg="add">
        <pc:chgData name="Kanika Maheshwari" userId="594c5f91-4e07-41ca-8fec-8d5e529a8640" providerId="ADAL" clId="{E2DA6F0F-3579-40AE-B9DA-FACBE1FD4142}" dt="2026-05-13T17:49:09.891" v="34"/>
        <pc:sldMkLst>
          <pc:docMk/>
          <pc:sldMk cId="4003847784" sldId="2145707089"/>
        </pc:sldMkLst>
      </pc:sldChg>
      <pc:sldChg chg="add">
        <pc:chgData name="Kanika Maheshwari" userId="594c5f91-4e07-41ca-8fec-8d5e529a8640" providerId="ADAL" clId="{E2DA6F0F-3579-40AE-B9DA-FACBE1FD4142}" dt="2026-05-13T17:49:09.891" v="34"/>
        <pc:sldMkLst>
          <pc:docMk/>
          <pc:sldMk cId="12317625" sldId="2145707090"/>
        </pc:sldMkLst>
      </pc:sldChg>
      <pc:sldChg chg="addSp delSp modSp mod modTransition">
        <pc:chgData name="Kanika Maheshwari" userId="594c5f91-4e07-41ca-8fec-8d5e529a8640" providerId="ADAL" clId="{E2DA6F0F-3579-40AE-B9DA-FACBE1FD4142}" dt="2026-05-14T15:00:40.223" v="3738" actId="1582"/>
        <pc:sldMkLst>
          <pc:docMk/>
          <pc:sldMk cId="2131270907" sldId="2145707092"/>
        </pc:sldMkLst>
        <pc:spChg chg="mod">
          <ac:chgData name="Kanika Maheshwari" userId="594c5f91-4e07-41ca-8fec-8d5e529a8640" providerId="ADAL" clId="{E2DA6F0F-3579-40AE-B9DA-FACBE1FD4142}" dt="2026-05-14T14:55:34.200" v="3634" actId="14100"/>
          <ac:spMkLst>
            <pc:docMk/>
            <pc:sldMk cId="2131270907" sldId="2145707092"/>
            <ac:spMk id="6" creationId="{DE519206-3837-27BA-F2B8-C651C7DD4F36}"/>
          </ac:spMkLst>
        </pc:spChg>
        <pc:spChg chg="mod">
          <ac:chgData name="Kanika Maheshwari" userId="594c5f91-4e07-41ca-8fec-8d5e529a8640" providerId="ADAL" clId="{E2DA6F0F-3579-40AE-B9DA-FACBE1FD4142}" dt="2026-05-14T14:54:50.408" v="3625" actId="404"/>
          <ac:spMkLst>
            <pc:docMk/>
            <pc:sldMk cId="2131270907" sldId="2145707092"/>
            <ac:spMk id="9" creationId="{35BEBF6F-33A7-2FE4-A22A-03106161EE5E}"/>
          </ac:spMkLst>
        </pc:spChg>
        <pc:spChg chg="mod">
          <ac:chgData name="Kanika Maheshwari" userId="594c5f91-4e07-41ca-8fec-8d5e529a8640" providerId="ADAL" clId="{E2DA6F0F-3579-40AE-B9DA-FACBE1FD4142}" dt="2026-05-14T14:55:18.919" v="3629" actId="404"/>
          <ac:spMkLst>
            <pc:docMk/>
            <pc:sldMk cId="2131270907" sldId="2145707092"/>
            <ac:spMk id="12" creationId="{8D4AE534-9D72-2CB9-8142-53251CF78B49}"/>
          </ac:spMkLst>
        </pc:spChg>
        <pc:spChg chg="mod">
          <ac:chgData name="Kanika Maheshwari" userId="594c5f91-4e07-41ca-8fec-8d5e529a8640" providerId="ADAL" clId="{E2DA6F0F-3579-40AE-B9DA-FACBE1FD4142}" dt="2026-05-14T14:59:04.193" v="3699" actId="1036"/>
          <ac:spMkLst>
            <pc:docMk/>
            <pc:sldMk cId="2131270907" sldId="2145707092"/>
            <ac:spMk id="23" creationId="{17C39F41-F717-C38F-43FC-E844B6C72A1A}"/>
          </ac:spMkLst>
        </pc:spChg>
        <pc:spChg chg="mod">
          <ac:chgData name="Kanika Maheshwari" userId="594c5f91-4e07-41ca-8fec-8d5e529a8640" providerId="ADAL" clId="{E2DA6F0F-3579-40AE-B9DA-FACBE1FD4142}" dt="2026-05-14T12:50:53.027" v="2648" actId="164"/>
          <ac:spMkLst>
            <pc:docMk/>
            <pc:sldMk cId="2131270907" sldId="2145707092"/>
            <ac:spMk id="24" creationId="{B5CCE2A8-495B-1F8E-5BB3-0780FB1D0FAE}"/>
          </ac:spMkLst>
        </pc:spChg>
        <pc:spChg chg="mod">
          <ac:chgData name="Kanika Maheshwari" userId="594c5f91-4e07-41ca-8fec-8d5e529a8640" providerId="ADAL" clId="{E2DA6F0F-3579-40AE-B9DA-FACBE1FD4142}" dt="2026-05-14T12:50:53.027" v="2648" actId="164"/>
          <ac:spMkLst>
            <pc:docMk/>
            <pc:sldMk cId="2131270907" sldId="2145707092"/>
            <ac:spMk id="25" creationId="{D6C01637-36B5-4BE9-7C27-8E20DB1FD8A3}"/>
          </ac:spMkLst>
        </pc:spChg>
        <pc:spChg chg="mod">
          <ac:chgData name="Kanika Maheshwari" userId="594c5f91-4e07-41ca-8fec-8d5e529a8640" providerId="ADAL" clId="{E2DA6F0F-3579-40AE-B9DA-FACBE1FD4142}" dt="2026-05-14T15:00:40.223" v="3738" actId="1582"/>
          <ac:spMkLst>
            <pc:docMk/>
            <pc:sldMk cId="2131270907" sldId="2145707092"/>
            <ac:spMk id="30" creationId="{D054610F-F773-5BEB-06F7-C54C7D491ACE}"/>
          </ac:spMkLst>
        </pc:spChg>
        <pc:spChg chg="mod">
          <ac:chgData name="Kanika Maheshwari" userId="594c5f91-4e07-41ca-8fec-8d5e529a8640" providerId="ADAL" clId="{E2DA6F0F-3579-40AE-B9DA-FACBE1FD4142}" dt="2026-05-14T14:54:56.245" v="3626" actId="404"/>
          <ac:spMkLst>
            <pc:docMk/>
            <pc:sldMk cId="2131270907" sldId="2145707092"/>
            <ac:spMk id="33" creationId="{536EA19C-2AAC-3C4C-A51C-FC78CE054DBF}"/>
          </ac:spMkLst>
        </pc:spChg>
        <pc:spChg chg="mod">
          <ac:chgData name="Kanika Maheshwari" userId="594c5f91-4e07-41ca-8fec-8d5e529a8640" providerId="ADAL" clId="{E2DA6F0F-3579-40AE-B9DA-FACBE1FD4142}" dt="2026-05-14T14:55:21.298" v="3630" actId="404"/>
          <ac:spMkLst>
            <pc:docMk/>
            <pc:sldMk cId="2131270907" sldId="2145707092"/>
            <ac:spMk id="35" creationId="{BD35C3F3-EB8F-A05F-8BC7-D6CDEE4FB87A}"/>
          </ac:spMkLst>
        </pc:spChg>
        <pc:spChg chg="mod">
          <ac:chgData name="Kanika Maheshwari" userId="594c5f91-4e07-41ca-8fec-8d5e529a8640" providerId="ADAL" clId="{E2DA6F0F-3579-40AE-B9DA-FACBE1FD4142}" dt="2026-05-14T14:56:25.162" v="3649" actId="14100"/>
          <ac:spMkLst>
            <pc:docMk/>
            <pc:sldMk cId="2131270907" sldId="2145707092"/>
            <ac:spMk id="37" creationId="{8F69E7E5-0F47-43B8-09DA-0F7044546A45}"/>
          </ac:spMkLst>
        </pc:spChg>
        <pc:spChg chg="mod">
          <ac:chgData name="Kanika Maheshwari" userId="594c5f91-4e07-41ca-8fec-8d5e529a8640" providerId="ADAL" clId="{E2DA6F0F-3579-40AE-B9DA-FACBE1FD4142}" dt="2026-05-14T14:55:02.049" v="3628" actId="255"/>
          <ac:spMkLst>
            <pc:docMk/>
            <pc:sldMk cId="2131270907" sldId="2145707092"/>
            <ac:spMk id="39" creationId="{1D1F1D85-A57E-7E81-B71E-04E53C4C8B19}"/>
          </ac:spMkLst>
        </pc:spChg>
        <pc:spChg chg="mod">
          <ac:chgData name="Kanika Maheshwari" userId="594c5f91-4e07-41ca-8fec-8d5e529a8640" providerId="ADAL" clId="{E2DA6F0F-3579-40AE-B9DA-FACBE1FD4142}" dt="2026-05-14T14:55:23.108" v="3631" actId="404"/>
          <ac:spMkLst>
            <pc:docMk/>
            <pc:sldMk cId="2131270907" sldId="2145707092"/>
            <ac:spMk id="41" creationId="{DF9A6C54-A91A-084F-4F74-2907627A2D39}"/>
          </ac:spMkLst>
        </pc:spChg>
        <pc:spChg chg="add mod">
          <ac:chgData name="Kanika Maheshwari" userId="594c5f91-4e07-41ca-8fec-8d5e529a8640" providerId="ADAL" clId="{E2DA6F0F-3579-40AE-B9DA-FACBE1FD4142}" dt="2026-05-14T14:57:51.822" v="3669" actId="207"/>
          <ac:spMkLst>
            <pc:docMk/>
            <pc:sldMk cId="2131270907" sldId="2145707092"/>
            <ac:spMk id="42" creationId="{08D57F25-C365-AC45-FFCB-AF2903109242}"/>
          </ac:spMkLst>
        </pc:spChg>
        <pc:spChg chg="add mod">
          <ac:chgData name="Kanika Maheshwari" userId="594c5f91-4e07-41ca-8fec-8d5e529a8640" providerId="ADAL" clId="{E2DA6F0F-3579-40AE-B9DA-FACBE1FD4142}" dt="2026-05-14T14:57:51.822" v="3669" actId="207"/>
          <ac:spMkLst>
            <pc:docMk/>
            <pc:sldMk cId="2131270907" sldId="2145707092"/>
            <ac:spMk id="43" creationId="{BA2677EC-9C70-F8C3-4FA3-12EAA7F315E0}"/>
          </ac:spMkLst>
        </pc:spChg>
        <pc:spChg chg="add mod">
          <ac:chgData name="Kanika Maheshwari" userId="594c5f91-4e07-41ca-8fec-8d5e529a8640" providerId="ADAL" clId="{E2DA6F0F-3579-40AE-B9DA-FACBE1FD4142}" dt="2026-05-14T14:57:51.822" v="3669" actId="207"/>
          <ac:spMkLst>
            <pc:docMk/>
            <pc:sldMk cId="2131270907" sldId="2145707092"/>
            <ac:spMk id="44" creationId="{A639FE38-A5A2-C1B3-B512-B1960563512B}"/>
          </ac:spMkLst>
        </pc:spChg>
        <pc:spChg chg="mod">
          <ac:chgData name="Kanika Maheshwari" userId="594c5f91-4e07-41ca-8fec-8d5e529a8640" providerId="ADAL" clId="{E2DA6F0F-3579-40AE-B9DA-FACBE1FD4142}" dt="2026-05-14T14:57:41.336" v="3666" actId="207"/>
          <ac:spMkLst>
            <pc:docMk/>
            <pc:sldMk cId="2131270907" sldId="2145707092"/>
            <ac:spMk id="47" creationId="{C800BE40-D134-BB52-75BB-F62FE19D4B5A}"/>
          </ac:spMkLst>
        </pc:spChg>
        <pc:spChg chg="mod">
          <ac:chgData name="Kanika Maheshwari" userId="594c5f91-4e07-41ca-8fec-8d5e529a8640" providerId="ADAL" clId="{E2DA6F0F-3579-40AE-B9DA-FACBE1FD4142}" dt="2026-05-14T14:57:41.336" v="3666" actId="207"/>
          <ac:spMkLst>
            <pc:docMk/>
            <pc:sldMk cId="2131270907" sldId="2145707092"/>
            <ac:spMk id="48" creationId="{860E8DD6-7A66-A103-B0DB-A5C985142CFA}"/>
          </ac:spMkLst>
        </pc:spChg>
        <pc:spChg chg="mod">
          <ac:chgData name="Kanika Maheshwari" userId="594c5f91-4e07-41ca-8fec-8d5e529a8640" providerId="ADAL" clId="{E2DA6F0F-3579-40AE-B9DA-FACBE1FD4142}" dt="2026-05-14T14:57:41.336" v="3666" actId="207"/>
          <ac:spMkLst>
            <pc:docMk/>
            <pc:sldMk cId="2131270907" sldId="2145707092"/>
            <ac:spMk id="49" creationId="{5F913750-B566-7036-E609-B22B2D93145E}"/>
          </ac:spMkLst>
        </pc:spChg>
        <pc:spChg chg="add mod">
          <ac:chgData name="Kanika Maheshwari" userId="594c5f91-4e07-41ca-8fec-8d5e529a8640" providerId="ADAL" clId="{E2DA6F0F-3579-40AE-B9DA-FACBE1FD4142}" dt="2026-05-14T15:00:13.582" v="3735" actId="207"/>
          <ac:spMkLst>
            <pc:docMk/>
            <pc:sldMk cId="2131270907" sldId="2145707092"/>
            <ac:spMk id="51" creationId="{11E4364C-B69F-DFA0-7DFE-09CB3931124A}"/>
          </ac:spMkLst>
        </pc:spChg>
        <pc:grpChg chg="add mod">
          <ac:chgData name="Kanika Maheshwari" userId="594c5f91-4e07-41ca-8fec-8d5e529a8640" providerId="ADAL" clId="{E2DA6F0F-3579-40AE-B9DA-FACBE1FD4142}" dt="2026-05-14T14:59:04.193" v="3699" actId="1036"/>
          <ac:grpSpMkLst>
            <pc:docMk/>
            <pc:sldMk cId="2131270907" sldId="2145707092"/>
            <ac:grpSpMk id="2" creationId="{FC6B9679-9A27-437F-2558-24FD3C5A3E0B}"/>
          </ac:grpSpMkLst>
        </pc:grpChg>
        <pc:grpChg chg="mod topLvl">
          <ac:chgData name="Kanika Maheshwari" userId="594c5f91-4e07-41ca-8fec-8d5e529a8640" providerId="ADAL" clId="{E2DA6F0F-3579-40AE-B9DA-FACBE1FD4142}" dt="2026-05-14T14:58:49.658" v="3684" actId="1036"/>
          <ac:grpSpMkLst>
            <pc:docMk/>
            <pc:sldMk cId="2131270907" sldId="2145707092"/>
            <ac:grpSpMk id="4" creationId="{DD90470C-7687-9D11-C05D-AE5BBEA761FE}"/>
          </ac:grpSpMkLst>
        </pc:grpChg>
        <pc:grpChg chg="mod">
          <ac:chgData name="Kanika Maheshwari" userId="594c5f91-4e07-41ca-8fec-8d5e529a8640" providerId="ADAL" clId="{E2DA6F0F-3579-40AE-B9DA-FACBE1FD4142}" dt="2026-05-14T14:44:55.375" v="3242"/>
          <ac:grpSpMkLst>
            <pc:docMk/>
            <pc:sldMk cId="2131270907" sldId="2145707092"/>
            <ac:grpSpMk id="7" creationId="{CF94CD81-1BE8-85D4-B862-35B9C14EA6A9}"/>
          </ac:grpSpMkLst>
        </pc:grpChg>
        <pc:grpChg chg="add mod">
          <ac:chgData name="Kanika Maheshwari" userId="594c5f91-4e07-41ca-8fec-8d5e529a8640" providerId="ADAL" clId="{E2DA6F0F-3579-40AE-B9DA-FACBE1FD4142}" dt="2026-05-14T14:58:49.658" v="3684" actId="1036"/>
          <ac:grpSpMkLst>
            <pc:docMk/>
            <pc:sldMk cId="2131270907" sldId="2145707092"/>
            <ac:grpSpMk id="29" creationId="{182A614E-70E6-DA23-2BF9-28782563A4CE}"/>
          </ac:grpSpMkLst>
        </pc:grpChg>
        <pc:grpChg chg="mod">
          <ac:chgData name="Kanika Maheshwari" userId="594c5f91-4e07-41ca-8fec-8d5e529a8640" providerId="ADAL" clId="{E2DA6F0F-3579-40AE-B9DA-FACBE1FD4142}" dt="2026-05-14T14:47:52.092" v="3276" actId="571"/>
          <ac:grpSpMkLst>
            <pc:docMk/>
            <pc:sldMk cId="2131270907" sldId="2145707092"/>
            <ac:grpSpMk id="31" creationId="{AED69F3A-CAC5-FC17-76FE-633B07950E87}"/>
          </ac:grpSpMkLst>
        </pc:grpChg>
        <pc:grpChg chg="add mod">
          <ac:chgData name="Kanika Maheshwari" userId="594c5f91-4e07-41ca-8fec-8d5e529a8640" providerId="ADAL" clId="{E2DA6F0F-3579-40AE-B9DA-FACBE1FD4142}" dt="2026-05-14T14:58:49.658" v="3684" actId="1036"/>
          <ac:grpSpMkLst>
            <pc:docMk/>
            <pc:sldMk cId="2131270907" sldId="2145707092"/>
            <ac:grpSpMk id="36" creationId="{B64DEA91-4526-BAFC-B6DC-2FB087BE26BA}"/>
          </ac:grpSpMkLst>
        </pc:grpChg>
        <pc:grpChg chg="mod">
          <ac:chgData name="Kanika Maheshwari" userId="594c5f91-4e07-41ca-8fec-8d5e529a8640" providerId="ADAL" clId="{E2DA6F0F-3579-40AE-B9DA-FACBE1FD4142}" dt="2026-05-14T14:47:53.787" v="3277" actId="571"/>
          <ac:grpSpMkLst>
            <pc:docMk/>
            <pc:sldMk cId="2131270907" sldId="2145707092"/>
            <ac:grpSpMk id="38" creationId="{F9836BB4-DFFA-23AE-47C0-EA5FB9BE1C85}"/>
          </ac:grpSpMkLst>
        </pc:grpChg>
        <pc:grpChg chg="add mod">
          <ac:chgData name="Kanika Maheshwari" userId="594c5f91-4e07-41ca-8fec-8d5e529a8640" providerId="ADAL" clId="{E2DA6F0F-3579-40AE-B9DA-FACBE1FD4142}" dt="2026-05-14T14:58:49.658" v="3684" actId="1036"/>
          <ac:grpSpMkLst>
            <pc:docMk/>
            <pc:sldMk cId="2131270907" sldId="2145707092"/>
            <ac:grpSpMk id="45" creationId="{2BFCC523-8172-E741-64D5-A0217B7BE90F}"/>
          </ac:grpSpMkLst>
        </pc:grpChg>
        <pc:grpChg chg="add mod">
          <ac:chgData name="Kanika Maheshwari" userId="594c5f91-4e07-41ca-8fec-8d5e529a8640" providerId="ADAL" clId="{E2DA6F0F-3579-40AE-B9DA-FACBE1FD4142}" dt="2026-05-14T14:58:49.658" v="3684" actId="1036"/>
          <ac:grpSpMkLst>
            <pc:docMk/>
            <pc:sldMk cId="2131270907" sldId="2145707092"/>
            <ac:grpSpMk id="46" creationId="{97F123B4-5EA9-413B-1CEB-A273C7835B68}"/>
          </ac:grpSpMkLst>
        </pc:grpChg>
        <pc:picChg chg="add mod">
          <ac:chgData name="Kanika Maheshwari" userId="594c5f91-4e07-41ca-8fec-8d5e529a8640" providerId="ADAL" clId="{E2DA6F0F-3579-40AE-B9DA-FACBE1FD4142}" dt="2026-05-14T14:58:49.658" v="3684" actId="1036"/>
          <ac:picMkLst>
            <pc:docMk/>
            <pc:sldMk cId="2131270907" sldId="2145707092"/>
            <ac:picMk id="16" creationId="{B8BF5208-BCD8-45BA-845A-5E06F4D91F87}"/>
          </ac:picMkLst>
        </pc:picChg>
        <pc:picChg chg="add mod">
          <ac:chgData name="Kanika Maheshwari" userId="594c5f91-4e07-41ca-8fec-8d5e529a8640" providerId="ADAL" clId="{E2DA6F0F-3579-40AE-B9DA-FACBE1FD4142}" dt="2026-05-14T14:59:24.177" v="3717" actId="1038"/>
          <ac:picMkLst>
            <pc:docMk/>
            <pc:sldMk cId="2131270907" sldId="2145707092"/>
            <ac:picMk id="50" creationId="{750D596E-A5D4-3987-36D7-05E3118CD2DC}"/>
          </ac:picMkLst>
        </pc:picChg>
        <pc:cxnChg chg="mod">
          <ac:chgData name="Kanika Maheshwari" userId="594c5f91-4e07-41ca-8fec-8d5e529a8640" providerId="ADAL" clId="{E2DA6F0F-3579-40AE-B9DA-FACBE1FD4142}" dt="2026-05-14T14:47:45.162" v="3275" actId="208"/>
          <ac:cxnSpMkLst>
            <pc:docMk/>
            <pc:sldMk cId="2131270907" sldId="2145707092"/>
            <ac:cxnSpMk id="10" creationId="{03C6F9F4-BD3B-C7AA-D689-FAB3D638E9A2}"/>
          </ac:cxnSpMkLst>
        </pc:cxnChg>
        <pc:cxnChg chg="mod">
          <ac:chgData name="Kanika Maheshwari" userId="594c5f91-4e07-41ca-8fec-8d5e529a8640" providerId="ADAL" clId="{E2DA6F0F-3579-40AE-B9DA-FACBE1FD4142}" dt="2026-05-14T14:47:52.092" v="3276" actId="571"/>
          <ac:cxnSpMkLst>
            <pc:docMk/>
            <pc:sldMk cId="2131270907" sldId="2145707092"/>
            <ac:cxnSpMk id="34" creationId="{31FB59C8-E9F5-2E5C-441D-07DE5B6A37B3}"/>
          </ac:cxnSpMkLst>
        </pc:cxnChg>
        <pc:cxnChg chg="mod">
          <ac:chgData name="Kanika Maheshwari" userId="594c5f91-4e07-41ca-8fec-8d5e529a8640" providerId="ADAL" clId="{E2DA6F0F-3579-40AE-B9DA-FACBE1FD4142}" dt="2026-05-14T14:47:53.787" v="3277" actId="571"/>
          <ac:cxnSpMkLst>
            <pc:docMk/>
            <pc:sldMk cId="2131270907" sldId="2145707092"/>
            <ac:cxnSpMk id="40" creationId="{8929242B-02C8-38F2-62F9-D47C4BE2B24F}"/>
          </ac:cxnSpMkLst>
        </pc:cxnChg>
      </pc:sldChg>
      <pc:sldChg chg="addSp delSp modSp add mod modTransition">
        <pc:chgData name="Kanika Maheshwari" userId="594c5f91-4e07-41ca-8fec-8d5e529a8640" providerId="ADAL" clId="{E2DA6F0F-3579-40AE-B9DA-FACBE1FD4142}" dt="2026-05-14T13:37:55.036" v="2927" actId="478"/>
        <pc:sldMkLst>
          <pc:docMk/>
          <pc:sldMk cId="3370022663" sldId="2145707093"/>
        </pc:sldMkLst>
        <pc:spChg chg="mod">
          <ac:chgData name="Kanika Maheshwari" userId="594c5f91-4e07-41ca-8fec-8d5e529a8640" providerId="ADAL" clId="{E2DA6F0F-3579-40AE-B9DA-FACBE1FD4142}" dt="2026-05-14T13:24:44.821" v="2853" actId="20577"/>
          <ac:spMkLst>
            <pc:docMk/>
            <pc:sldMk cId="3370022663" sldId="2145707093"/>
            <ac:spMk id="4" creationId="{281067AE-380F-BF48-A967-835B98A86356}"/>
          </ac:spMkLst>
        </pc:spChg>
        <pc:spChg chg="mod">
          <ac:chgData name="Kanika Maheshwari" userId="594c5f91-4e07-41ca-8fec-8d5e529a8640" providerId="ADAL" clId="{E2DA6F0F-3579-40AE-B9DA-FACBE1FD4142}" dt="2026-05-14T13:22:51.437" v="2798"/>
          <ac:spMkLst>
            <pc:docMk/>
            <pc:sldMk cId="3370022663" sldId="2145707093"/>
            <ac:spMk id="21" creationId="{C9226023-54EB-53D8-86FD-D962C818586F}"/>
          </ac:spMkLst>
        </pc:spChg>
        <pc:spChg chg="mod">
          <ac:chgData name="Kanika Maheshwari" userId="594c5f91-4e07-41ca-8fec-8d5e529a8640" providerId="ADAL" clId="{E2DA6F0F-3579-40AE-B9DA-FACBE1FD4142}" dt="2026-05-14T13:22:51.437" v="2798"/>
          <ac:spMkLst>
            <pc:docMk/>
            <pc:sldMk cId="3370022663" sldId="2145707093"/>
            <ac:spMk id="28" creationId="{3A092AD5-36E6-BF09-06ED-0B899C49A819}"/>
          </ac:spMkLst>
        </pc:spChg>
        <pc:spChg chg="mod">
          <ac:chgData name="Kanika Maheshwari" userId="594c5f91-4e07-41ca-8fec-8d5e529a8640" providerId="ADAL" clId="{E2DA6F0F-3579-40AE-B9DA-FACBE1FD4142}" dt="2026-05-14T13:23:49.191" v="2825" actId="12788"/>
          <ac:spMkLst>
            <pc:docMk/>
            <pc:sldMk cId="3370022663" sldId="2145707093"/>
            <ac:spMk id="58" creationId="{1D4A52ED-BBBD-1C48-C40F-C35D57416DD7}"/>
          </ac:spMkLst>
        </pc:spChg>
        <pc:spChg chg="mod">
          <ac:chgData name="Kanika Maheshwari" userId="594c5f91-4e07-41ca-8fec-8d5e529a8640" providerId="ADAL" clId="{E2DA6F0F-3579-40AE-B9DA-FACBE1FD4142}" dt="2026-05-14T13:23:04.354" v="2801" actId="14100"/>
          <ac:spMkLst>
            <pc:docMk/>
            <pc:sldMk cId="3370022663" sldId="2145707093"/>
            <ac:spMk id="59" creationId="{079F725A-5B3F-9A9A-6D3D-57FC99C0EAE0}"/>
          </ac:spMkLst>
        </pc:spChg>
        <pc:spChg chg="mod">
          <ac:chgData name="Kanika Maheshwari" userId="594c5f91-4e07-41ca-8fec-8d5e529a8640" providerId="ADAL" clId="{E2DA6F0F-3579-40AE-B9DA-FACBE1FD4142}" dt="2026-05-14T13:23:04.354" v="2801" actId="14100"/>
          <ac:spMkLst>
            <pc:docMk/>
            <pc:sldMk cId="3370022663" sldId="2145707093"/>
            <ac:spMk id="60" creationId="{41951F52-7980-2FCC-AB08-8F497E4CCFEF}"/>
          </ac:spMkLst>
        </pc:spChg>
        <pc:spChg chg="mod">
          <ac:chgData name="Kanika Maheshwari" userId="594c5f91-4e07-41ca-8fec-8d5e529a8640" providerId="ADAL" clId="{E2DA6F0F-3579-40AE-B9DA-FACBE1FD4142}" dt="2026-05-14T13:30:33.558" v="2863"/>
          <ac:spMkLst>
            <pc:docMk/>
            <pc:sldMk cId="3370022663" sldId="2145707093"/>
            <ac:spMk id="86" creationId="{9E853E33-6556-749B-C996-27692906E86A}"/>
          </ac:spMkLst>
        </pc:spChg>
        <pc:spChg chg="mod">
          <ac:chgData name="Kanika Maheshwari" userId="594c5f91-4e07-41ca-8fec-8d5e529a8640" providerId="ADAL" clId="{E2DA6F0F-3579-40AE-B9DA-FACBE1FD4142}" dt="2026-05-14T13:23:10.242" v="2802" actId="1076"/>
          <ac:spMkLst>
            <pc:docMk/>
            <pc:sldMk cId="3370022663" sldId="2145707093"/>
            <ac:spMk id="87" creationId="{955D938A-0D87-58C4-507F-3D46ECE4DB6B}"/>
          </ac:spMkLst>
        </pc:spChg>
        <pc:spChg chg="mod">
          <ac:chgData name="Kanika Maheshwari" userId="594c5f91-4e07-41ca-8fec-8d5e529a8640" providerId="ADAL" clId="{E2DA6F0F-3579-40AE-B9DA-FACBE1FD4142}" dt="2026-05-14T13:23:10.242" v="2802" actId="1076"/>
          <ac:spMkLst>
            <pc:docMk/>
            <pc:sldMk cId="3370022663" sldId="2145707093"/>
            <ac:spMk id="88" creationId="{993DA1AF-89C3-D36D-C681-A0A478F205EE}"/>
          </ac:spMkLst>
        </pc:spChg>
        <pc:grpChg chg="add mod">
          <ac:chgData name="Kanika Maheshwari" userId="594c5f91-4e07-41ca-8fec-8d5e529a8640" providerId="ADAL" clId="{E2DA6F0F-3579-40AE-B9DA-FACBE1FD4142}" dt="2026-05-14T13:22:56.635" v="2800" actId="1076"/>
          <ac:grpSpMkLst>
            <pc:docMk/>
            <pc:sldMk cId="3370022663" sldId="2145707093"/>
            <ac:grpSpMk id="20" creationId="{6C1E07B6-7579-BEBF-ECBD-31E9E53B5E05}"/>
          </ac:grpSpMkLst>
        </pc:grpChg>
        <pc:graphicFrameChg chg="add del mod">
          <ac:chgData name="Kanika Maheshwari" userId="594c5f91-4e07-41ca-8fec-8d5e529a8640" providerId="ADAL" clId="{E2DA6F0F-3579-40AE-B9DA-FACBE1FD4142}" dt="2026-05-14T13:37:55.036" v="2927" actId="478"/>
          <ac:graphicFrameMkLst>
            <pc:docMk/>
            <pc:sldMk cId="3370022663" sldId="2145707093"/>
            <ac:graphicFrameMk id="36" creationId="{1DD6C3B9-81C5-89AA-37C1-57936FBBA404}"/>
          </ac:graphicFrameMkLst>
        </pc:graphicFrameChg>
      </pc:sldChg>
      <pc:sldChg chg="modSp mod modCm">
        <pc:chgData name="Kanika Maheshwari" userId="594c5f91-4e07-41ca-8fec-8d5e529a8640" providerId="ADAL" clId="{E2DA6F0F-3579-40AE-B9DA-FACBE1FD4142}" dt="2026-05-14T10:19:10.976" v="2114" actId="20577"/>
        <pc:sldMkLst>
          <pc:docMk/>
          <pc:sldMk cId="4270929345" sldId="2145707099"/>
        </pc:sldMkLst>
        <pc:spChg chg="mod">
          <ac:chgData name="Kanika Maheshwari" userId="594c5f91-4e07-41ca-8fec-8d5e529a8640" providerId="ADAL" clId="{E2DA6F0F-3579-40AE-B9DA-FACBE1FD4142}" dt="2026-05-14T09:23:07.234" v="2067" actId="20577"/>
          <ac:spMkLst>
            <pc:docMk/>
            <pc:sldMk cId="4270929345" sldId="2145707099"/>
            <ac:spMk id="2" creationId="{CD14C633-F89F-516F-9A2E-0AC4D9B8E737}"/>
          </ac:spMkLst>
        </pc:spChg>
        <pc:spChg chg="mod">
          <ac:chgData name="Kanika Maheshwari" userId="594c5f91-4e07-41ca-8fec-8d5e529a8640" providerId="ADAL" clId="{E2DA6F0F-3579-40AE-B9DA-FACBE1FD4142}" dt="2026-05-14T09:25:44.902" v="2068" actId="20577"/>
          <ac:spMkLst>
            <pc:docMk/>
            <pc:sldMk cId="4270929345" sldId="2145707099"/>
            <ac:spMk id="7" creationId="{265CA2F9-7A87-E843-3E4A-DB6598132558}"/>
          </ac:spMkLst>
        </pc:spChg>
        <pc:spChg chg="mod">
          <ac:chgData name="Kanika Maheshwari" userId="594c5f91-4e07-41ca-8fec-8d5e529a8640" providerId="ADAL" clId="{E2DA6F0F-3579-40AE-B9DA-FACBE1FD4142}" dt="2026-05-14T09:25:48.374" v="2069" actId="20577"/>
          <ac:spMkLst>
            <pc:docMk/>
            <pc:sldMk cId="4270929345" sldId="2145707099"/>
            <ac:spMk id="10" creationId="{6D5A25E2-BE06-D5B1-AD53-E09931EB1CE5}"/>
          </ac:spMkLst>
        </pc:spChg>
        <pc:spChg chg="mod">
          <ac:chgData name="Kanika Maheshwari" userId="594c5f91-4e07-41ca-8fec-8d5e529a8640" providerId="ADAL" clId="{E2DA6F0F-3579-40AE-B9DA-FACBE1FD4142}" dt="2026-05-14T10:19:10.976" v="2114" actId="20577"/>
          <ac:spMkLst>
            <pc:docMk/>
            <pc:sldMk cId="4270929345" sldId="2145707099"/>
            <ac:spMk id="12" creationId="{89ED8031-164C-7920-3D9D-A3D129541B91}"/>
          </ac:spMkLst>
        </pc:spChg>
        <pc:spChg chg="mod">
          <ac:chgData name="Kanika Maheshwari" userId="594c5f91-4e07-41ca-8fec-8d5e529a8640" providerId="ADAL" clId="{E2DA6F0F-3579-40AE-B9DA-FACBE1FD4142}" dt="2026-05-14T09:26:01.703" v="2072" actId="20577"/>
          <ac:spMkLst>
            <pc:docMk/>
            <pc:sldMk cId="4270929345" sldId="2145707099"/>
            <ac:spMk id="14" creationId="{18919FA2-C7CC-FDCC-C6F0-85205FA880D4}"/>
          </ac:spMkLst>
        </pc:spChg>
        <pc:spChg chg="mod">
          <ac:chgData name="Kanika Maheshwari" userId="594c5f91-4e07-41ca-8fec-8d5e529a8640" providerId="ADAL" clId="{E2DA6F0F-3579-40AE-B9DA-FACBE1FD4142}" dt="2026-05-14T09:25:59.111" v="2070" actId="20577"/>
          <ac:spMkLst>
            <pc:docMk/>
            <pc:sldMk cId="4270929345" sldId="2145707099"/>
            <ac:spMk id="17" creationId="{BA15F06A-69B4-2134-03F5-CF72CA0DB491}"/>
          </ac:spMkLst>
        </pc:spChg>
        <pc:spChg chg="mod">
          <ac:chgData name="Kanika Maheshwari" userId="594c5f91-4e07-41ca-8fec-8d5e529a8640" providerId="ADAL" clId="{E2DA6F0F-3579-40AE-B9DA-FACBE1FD4142}" dt="2026-05-14T09:26:09.918" v="2073" actId="20577"/>
          <ac:spMkLst>
            <pc:docMk/>
            <pc:sldMk cId="4270929345" sldId="2145707099"/>
            <ac:spMk id="33" creationId="{609A1D75-A1C1-21FB-50FC-45708DE98E80}"/>
          </ac:spMkLst>
        </pc:spChg>
        <pc:spChg chg="mod">
          <ac:chgData name="Kanika Maheshwari" userId="594c5f91-4e07-41ca-8fec-8d5e529a8640" providerId="ADAL" clId="{E2DA6F0F-3579-40AE-B9DA-FACBE1FD4142}" dt="2026-05-14T09:26:19.599" v="2077" actId="20577"/>
          <ac:spMkLst>
            <pc:docMk/>
            <pc:sldMk cId="4270929345" sldId="2145707099"/>
            <ac:spMk id="57" creationId="{F45A8C2F-0111-CCEE-7E80-3FEB587E7B2D}"/>
          </ac:spMkLst>
        </pc:spChg>
        <pc:spChg chg="mod">
          <ac:chgData name="Kanika Maheshwari" userId="594c5f91-4e07-41ca-8fec-8d5e529a8640" providerId="ADAL" clId="{E2DA6F0F-3579-40AE-B9DA-FACBE1FD4142}" dt="2026-05-14T10:18:32.878" v="2095" actId="20577"/>
          <ac:spMkLst>
            <pc:docMk/>
            <pc:sldMk cId="4270929345" sldId="2145707099"/>
            <ac:spMk id="60" creationId="{34ED12CF-1B2D-99B5-70DA-22ACD55DFB2E}"/>
          </ac:spMkLst>
        </pc:spChg>
        <pc:spChg chg="mod">
          <ac:chgData name="Kanika Maheshwari" userId="594c5f91-4e07-41ca-8fec-8d5e529a8640" providerId="ADAL" clId="{E2DA6F0F-3579-40AE-B9DA-FACBE1FD4142}" dt="2026-05-14T09:21:53.865" v="2063" actId="20577"/>
          <ac:spMkLst>
            <pc:docMk/>
            <pc:sldMk cId="4270929345" sldId="2145707099"/>
            <ac:spMk id="134" creationId="{D924409F-9561-0A5E-82A7-5FA597B188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nika Maheshwari" userId="594c5f91-4e07-41ca-8fec-8d5e529a8640" providerId="ADAL" clId="{E2DA6F0F-3579-40AE-B9DA-FACBE1FD4142}" dt="2026-05-14T09:21:53.865" v="2063" actId="20577"/>
              <pc2:cmMkLst xmlns:pc2="http://schemas.microsoft.com/office/powerpoint/2019/9/main/command">
                <pc:docMk/>
                <pc:sldMk cId="4270929345" sldId="2145707099"/>
                <pc2:cmMk id="{EAADC832-0FC4-4A1A-9607-5EC641361DA2}"/>
              </pc2:cmMkLst>
            </pc226:cmChg>
          </p:ext>
        </pc:extLst>
      </pc:sldChg>
      <pc:sldChg chg="addSp delSp modSp mod delAnim modAnim">
        <pc:chgData name="Kanika Maheshwari" userId="594c5f91-4e07-41ca-8fec-8d5e529a8640" providerId="ADAL" clId="{E2DA6F0F-3579-40AE-B9DA-FACBE1FD4142}" dt="2026-05-14T16:05:17.744" v="4793" actId="14100"/>
        <pc:sldMkLst>
          <pc:docMk/>
          <pc:sldMk cId="2752133663" sldId="2145707100"/>
        </pc:sldMkLst>
        <pc:spChg chg="mod">
          <ac:chgData name="Kanika Maheshwari" userId="594c5f91-4e07-41ca-8fec-8d5e529a8640" providerId="ADAL" clId="{E2DA6F0F-3579-40AE-B9DA-FACBE1FD4142}" dt="2026-05-14T13:41:38.509" v="2978" actId="6549"/>
          <ac:spMkLst>
            <pc:docMk/>
            <pc:sldMk cId="2752133663" sldId="2145707100"/>
            <ac:spMk id="2" creationId="{5465CC39-C66B-866D-8CBB-AA3DD0522D5C}"/>
          </ac:spMkLst>
        </pc:spChg>
        <pc:spChg chg="mod">
          <ac:chgData name="Kanika Maheshwari" userId="594c5f91-4e07-41ca-8fec-8d5e529a8640" providerId="ADAL" clId="{E2DA6F0F-3579-40AE-B9DA-FACBE1FD4142}" dt="2026-05-14T12:17:08.889" v="2357" actId="20577"/>
          <ac:spMkLst>
            <pc:docMk/>
            <pc:sldMk cId="2752133663" sldId="2145707100"/>
            <ac:spMk id="9" creationId="{924F45C5-B935-2F4F-276D-CD2B90C4024D}"/>
          </ac:spMkLst>
        </pc:spChg>
        <pc:spChg chg="mod">
          <ac:chgData name="Kanika Maheshwari" userId="594c5f91-4e07-41ca-8fec-8d5e529a8640" providerId="ADAL" clId="{E2DA6F0F-3579-40AE-B9DA-FACBE1FD4142}" dt="2026-05-14T16:05:17.744" v="4793" actId="14100"/>
          <ac:spMkLst>
            <pc:docMk/>
            <pc:sldMk cId="2752133663" sldId="2145707100"/>
            <ac:spMk id="10" creationId="{24DBF9C8-0FC0-FC69-E1F2-E3C35138DF85}"/>
          </ac:spMkLst>
        </pc:spChg>
        <pc:spChg chg="mod">
          <ac:chgData name="Kanika Maheshwari" userId="594c5f91-4e07-41ca-8fec-8d5e529a8640" providerId="ADAL" clId="{E2DA6F0F-3579-40AE-B9DA-FACBE1FD4142}" dt="2026-05-14T15:34:36.230" v="4327"/>
          <ac:spMkLst>
            <pc:docMk/>
            <pc:sldMk cId="2752133663" sldId="2145707100"/>
            <ac:spMk id="11" creationId="{0B6A3503-5F2D-5043-E39C-6BA20584EC14}"/>
          </ac:spMkLst>
        </pc:spChg>
        <pc:spChg chg="mod">
          <ac:chgData name="Kanika Maheshwari" userId="594c5f91-4e07-41ca-8fec-8d5e529a8640" providerId="ADAL" clId="{E2DA6F0F-3579-40AE-B9DA-FACBE1FD4142}" dt="2026-05-14T13:32:23.702" v="2866" actId="164"/>
          <ac:spMkLst>
            <pc:docMk/>
            <pc:sldMk cId="2752133663" sldId="2145707100"/>
            <ac:spMk id="12" creationId="{B290815C-2E33-3056-D7BA-0CF880AB0450}"/>
          </ac:spMkLst>
        </pc:spChg>
        <pc:spChg chg="mod">
          <ac:chgData name="Kanika Maheshwari" userId="594c5f91-4e07-41ca-8fec-8d5e529a8640" providerId="ADAL" clId="{E2DA6F0F-3579-40AE-B9DA-FACBE1FD4142}" dt="2026-05-14T13:32:23.702" v="2866" actId="164"/>
          <ac:spMkLst>
            <pc:docMk/>
            <pc:sldMk cId="2752133663" sldId="2145707100"/>
            <ac:spMk id="13" creationId="{41BAA97D-310D-6D7D-7061-0F9CAAE87470}"/>
          </ac:spMkLst>
        </pc:spChg>
        <pc:spChg chg="mod">
          <ac:chgData name="Kanika Maheshwari" userId="594c5f91-4e07-41ca-8fec-8d5e529a8640" providerId="ADAL" clId="{E2DA6F0F-3579-40AE-B9DA-FACBE1FD4142}" dt="2026-05-14T16:05:17.744" v="4793" actId="14100"/>
          <ac:spMkLst>
            <pc:docMk/>
            <pc:sldMk cId="2752133663" sldId="2145707100"/>
            <ac:spMk id="16" creationId="{C10AF825-57E2-A939-74E8-63197EC7FEA5}"/>
          </ac:spMkLst>
        </pc:spChg>
        <pc:spChg chg="mod">
          <ac:chgData name="Kanika Maheshwari" userId="594c5f91-4e07-41ca-8fec-8d5e529a8640" providerId="ADAL" clId="{E2DA6F0F-3579-40AE-B9DA-FACBE1FD4142}" dt="2026-05-14T13:45:06.328" v="2988" actId="33524"/>
          <ac:spMkLst>
            <pc:docMk/>
            <pc:sldMk cId="2752133663" sldId="2145707100"/>
            <ac:spMk id="24" creationId="{9264D558-672B-4AA6-9015-5137E08B628F}"/>
          </ac:spMkLst>
        </pc:spChg>
        <pc:spChg chg="mod">
          <ac:chgData name="Kanika Maheshwari" userId="594c5f91-4e07-41ca-8fec-8d5e529a8640" providerId="ADAL" clId="{E2DA6F0F-3579-40AE-B9DA-FACBE1FD4142}" dt="2026-05-14T15:57:54.277" v="4727" actId="164"/>
          <ac:spMkLst>
            <pc:docMk/>
            <pc:sldMk cId="2752133663" sldId="2145707100"/>
            <ac:spMk id="25" creationId="{491827D7-7E8C-8AA4-07A8-5C68C415B06B}"/>
          </ac:spMkLst>
        </pc:spChg>
        <pc:spChg chg="mod">
          <ac:chgData name="Kanika Maheshwari" userId="594c5f91-4e07-41ca-8fec-8d5e529a8640" providerId="ADAL" clId="{E2DA6F0F-3579-40AE-B9DA-FACBE1FD4142}" dt="2026-05-14T15:57:54.277" v="4727" actId="164"/>
          <ac:spMkLst>
            <pc:docMk/>
            <pc:sldMk cId="2752133663" sldId="2145707100"/>
            <ac:spMk id="26" creationId="{3FCEEF68-2FB8-642C-5045-1080BD88D429}"/>
          </ac:spMkLst>
        </pc:spChg>
        <pc:spChg chg="mod">
          <ac:chgData name="Kanika Maheshwari" userId="594c5f91-4e07-41ca-8fec-8d5e529a8640" providerId="ADAL" clId="{E2DA6F0F-3579-40AE-B9DA-FACBE1FD4142}" dt="2026-05-14T13:47:58.449" v="3085" actId="13926"/>
          <ac:spMkLst>
            <pc:docMk/>
            <pc:sldMk cId="2752133663" sldId="2145707100"/>
            <ac:spMk id="27" creationId="{B3A9C26D-886A-FF6E-6042-B00902369BA1}"/>
          </ac:spMkLst>
        </pc:spChg>
        <pc:grpChg chg="add mod">
          <ac:chgData name="Kanika Maheshwari" userId="594c5f91-4e07-41ca-8fec-8d5e529a8640" providerId="ADAL" clId="{E2DA6F0F-3579-40AE-B9DA-FACBE1FD4142}" dt="2026-05-14T13:41:52.751" v="2981" actId="12789"/>
          <ac:grpSpMkLst>
            <pc:docMk/>
            <pc:sldMk cId="2752133663" sldId="2145707100"/>
            <ac:grpSpMk id="4" creationId="{F2FAC7B3-30B2-0553-26F3-C44B39861F56}"/>
          </ac:grpSpMkLst>
        </pc:grpChg>
        <pc:grpChg chg="add mod">
          <ac:chgData name="Kanika Maheshwari" userId="594c5f91-4e07-41ca-8fec-8d5e529a8640" providerId="ADAL" clId="{E2DA6F0F-3579-40AE-B9DA-FACBE1FD4142}" dt="2026-05-14T15:57:54.277" v="4727" actId="164"/>
          <ac:grpSpMkLst>
            <pc:docMk/>
            <pc:sldMk cId="2752133663" sldId="2145707100"/>
            <ac:grpSpMk id="5" creationId="{F4D7A9A9-12F6-5EA5-FCB8-D4F711DC0628}"/>
          </ac:grpSpMkLst>
        </pc:grpChg>
      </pc:sldChg>
      <pc:sldChg chg="addSp delSp modSp add mod addAnim delAnim modAnim">
        <pc:chgData name="Kanika Maheshwari" userId="594c5f91-4e07-41ca-8fec-8d5e529a8640" providerId="ADAL" clId="{E2DA6F0F-3579-40AE-B9DA-FACBE1FD4142}" dt="2026-05-14T16:04:44.794" v="4790"/>
        <pc:sldMkLst>
          <pc:docMk/>
          <pc:sldMk cId="532944434" sldId="2145707103"/>
        </pc:sldMkLst>
        <pc:spChg chg="mod">
          <ac:chgData name="Kanika Maheshwari" userId="594c5f91-4e07-41ca-8fec-8d5e529a8640" providerId="ADAL" clId="{E2DA6F0F-3579-40AE-B9DA-FACBE1FD4142}" dt="2026-05-14T09:17:03.202" v="2050" actId="12789"/>
          <ac:spMkLst>
            <pc:docMk/>
            <pc:sldMk cId="532944434" sldId="2145707103"/>
            <ac:spMk id="2" creationId="{4350C56B-B99C-BED3-0C9C-374C0A8D989C}"/>
          </ac:spMkLst>
        </pc:spChg>
        <pc:spChg chg="add mod">
          <ac:chgData name="Kanika Maheshwari" userId="594c5f91-4e07-41ca-8fec-8d5e529a8640" providerId="ADAL" clId="{E2DA6F0F-3579-40AE-B9DA-FACBE1FD4142}" dt="2026-05-14T09:17:52.485" v="2057"/>
          <ac:spMkLst>
            <pc:docMk/>
            <pc:sldMk cId="532944434" sldId="2145707103"/>
            <ac:spMk id="3" creationId="{45771ECB-62A2-B079-5367-914C2EAC7F5C}"/>
          </ac:spMkLst>
        </pc:spChg>
        <pc:spChg chg="mod">
          <ac:chgData name="Kanika Maheshwari" userId="594c5f91-4e07-41ca-8fec-8d5e529a8640" providerId="ADAL" clId="{E2DA6F0F-3579-40AE-B9DA-FACBE1FD4142}" dt="2026-05-14T09:17:46.356" v="2055" actId="20577"/>
          <ac:spMkLst>
            <pc:docMk/>
            <pc:sldMk cId="532944434" sldId="2145707103"/>
            <ac:spMk id="8" creationId="{8389088A-96A2-64FB-A526-CB1A85083403}"/>
          </ac:spMkLst>
        </pc:spChg>
        <pc:spChg chg="mod">
          <ac:chgData name="Kanika Maheshwari" userId="594c5f91-4e07-41ca-8fec-8d5e529a8640" providerId="ADAL" clId="{E2DA6F0F-3579-40AE-B9DA-FACBE1FD4142}" dt="2026-05-14T09:13:04.013" v="2015"/>
          <ac:spMkLst>
            <pc:docMk/>
            <pc:sldMk cId="532944434" sldId="2145707103"/>
            <ac:spMk id="9" creationId="{B8A0FAF7-6E16-E710-C4EE-12EF04B9A453}"/>
          </ac:spMkLst>
        </pc:spChg>
        <pc:spChg chg="mod">
          <ac:chgData name="Kanika Maheshwari" userId="594c5f91-4e07-41ca-8fec-8d5e529a8640" providerId="ADAL" clId="{E2DA6F0F-3579-40AE-B9DA-FACBE1FD4142}" dt="2026-05-14T13:29:43.066" v="2857" actId="20577"/>
          <ac:spMkLst>
            <pc:docMk/>
            <pc:sldMk cId="532944434" sldId="2145707103"/>
            <ac:spMk id="10" creationId="{DF3CB8B6-B571-5D89-C266-A5E5481818A5}"/>
          </ac:spMkLst>
        </pc:spChg>
        <pc:spChg chg="mod">
          <ac:chgData name="Kanika Maheshwari" userId="594c5f91-4e07-41ca-8fec-8d5e529a8640" providerId="ADAL" clId="{E2DA6F0F-3579-40AE-B9DA-FACBE1FD4142}" dt="2026-05-14T09:16:56.702" v="2049" actId="12789"/>
          <ac:spMkLst>
            <pc:docMk/>
            <pc:sldMk cId="532944434" sldId="2145707103"/>
            <ac:spMk id="11" creationId="{C1E52111-11BF-AF6C-06C7-CCF5D5BB92E4}"/>
          </ac:spMkLst>
        </pc:spChg>
        <pc:spChg chg="mod">
          <ac:chgData name="Kanika Maheshwari" userId="594c5f91-4e07-41ca-8fec-8d5e529a8640" providerId="ADAL" clId="{E2DA6F0F-3579-40AE-B9DA-FACBE1FD4142}" dt="2026-05-14T09:13:11.800" v="2016"/>
          <ac:spMkLst>
            <pc:docMk/>
            <pc:sldMk cId="532944434" sldId="2145707103"/>
            <ac:spMk id="13" creationId="{46EEE28B-42EF-E867-39F6-57983E84E7E5}"/>
          </ac:spMkLst>
        </pc:spChg>
        <pc:spChg chg="mod">
          <ac:chgData name="Kanika Maheshwari" userId="594c5f91-4e07-41ca-8fec-8d5e529a8640" providerId="ADAL" clId="{E2DA6F0F-3579-40AE-B9DA-FACBE1FD4142}" dt="2026-05-14T16:04:44.794" v="4790"/>
          <ac:spMkLst>
            <pc:docMk/>
            <pc:sldMk cId="532944434" sldId="2145707103"/>
            <ac:spMk id="16" creationId="{D1B4A553-3E94-C9BB-F0C7-0EB8BB540299}"/>
          </ac:spMkLst>
        </pc:spChg>
        <pc:spChg chg="mod">
          <ac:chgData name="Kanika Maheshwari" userId="594c5f91-4e07-41ca-8fec-8d5e529a8640" providerId="ADAL" clId="{E2DA6F0F-3579-40AE-B9DA-FACBE1FD4142}" dt="2026-05-14T09:17:33.233" v="2053" actId="113"/>
          <ac:spMkLst>
            <pc:docMk/>
            <pc:sldMk cId="532944434" sldId="2145707103"/>
            <ac:spMk id="20" creationId="{7897C322-6B42-CFCD-B054-FBC3B1EF81BF}"/>
          </ac:spMkLst>
        </pc:spChg>
        <pc:spChg chg="mod">
          <ac:chgData name="Kanika Maheshwari" userId="594c5f91-4e07-41ca-8fec-8d5e529a8640" providerId="ADAL" clId="{E2DA6F0F-3579-40AE-B9DA-FACBE1FD4142}" dt="2026-05-14T09:16:42.179" v="2046" actId="12789"/>
          <ac:spMkLst>
            <pc:docMk/>
            <pc:sldMk cId="532944434" sldId="2145707103"/>
            <ac:spMk id="24" creationId="{12A31EA6-BDD0-145C-FE26-910D59E8AF6D}"/>
          </ac:spMkLst>
        </pc:spChg>
        <pc:spChg chg="mod">
          <ac:chgData name="Kanika Maheshwari" userId="594c5f91-4e07-41ca-8fec-8d5e529a8640" providerId="ADAL" clId="{E2DA6F0F-3579-40AE-B9DA-FACBE1FD4142}" dt="2026-05-14T09:13:20.431" v="2017"/>
          <ac:spMkLst>
            <pc:docMk/>
            <pc:sldMk cId="532944434" sldId="2145707103"/>
            <ac:spMk id="26" creationId="{3305B61D-AA94-5E38-F805-A3176177383E}"/>
          </ac:spMkLst>
        </pc:spChg>
        <pc:spChg chg="mod">
          <ac:chgData name="Kanika Maheshwari" userId="594c5f91-4e07-41ca-8fec-8d5e529a8640" providerId="ADAL" clId="{E2DA6F0F-3579-40AE-B9DA-FACBE1FD4142}" dt="2026-05-14T09:16:42.179" v="2046" actId="12789"/>
          <ac:spMkLst>
            <pc:docMk/>
            <pc:sldMk cId="532944434" sldId="2145707103"/>
            <ac:spMk id="27" creationId="{AF98A3A7-98E7-27FE-9B24-3EFCF9B53054}"/>
          </ac:spMkLst>
        </pc:spChg>
        <pc:grpChg chg="mod">
          <ac:chgData name="Kanika Maheshwari" userId="594c5f91-4e07-41ca-8fec-8d5e529a8640" providerId="ADAL" clId="{E2DA6F0F-3579-40AE-B9DA-FACBE1FD4142}" dt="2026-05-14T09:16:42.179" v="2046" actId="12789"/>
          <ac:grpSpMkLst>
            <pc:docMk/>
            <pc:sldMk cId="532944434" sldId="2145707103"/>
            <ac:grpSpMk id="23" creationId="{E4E09795-4A81-2AE4-0DC4-B5251C9B41D6}"/>
          </ac:grpSpMkLst>
        </pc:grpChg>
        <pc:grpChg chg="mod">
          <ac:chgData name="Kanika Maheshwari" userId="594c5f91-4e07-41ca-8fec-8d5e529a8640" providerId="ADAL" clId="{E2DA6F0F-3579-40AE-B9DA-FACBE1FD4142}" dt="2026-05-14T09:16:56.702" v="2049" actId="12789"/>
          <ac:grpSpMkLst>
            <pc:docMk/>
            <pc:sldMk cId="532944434" sldId="2145707103"/>
            <ac:grpSpMk id="28" creationId="{19E27006-9C28-B2E5-8B9A-01A8E5E2C40B}"/>
          </ac:grpSpMkLst>
        </pc:grpChg>
        <pc:grpChg chg="mod">
          <ac:chgData name="Kanika Maheshwari" userId="594c5f91-4e07-41ca-8fec-8d5e529a8640" providerId="ADAL" clId="{E2DA6F0F-3579-40AE-B9DA-FACBE1FD4142}" dt="2026-05-14T09:17:03.202" v="2050" actId="12789"/>
          <ac:grpSpMkLst>
            <pc:docMk/>
            <pc:sldMk cId="532944434" sldId="2145707103"/>
            <ac:grpSpMk id="29" creationId="{A0CD59EF-CD51-CA4F-1418-1D0F8E285244}"/>
          </ac:grpSpMkLst>
        </pc:grpChg>
      </pc:sldChg>
      <pc:sldChg chg="modSp mod modAnim">
        <pc:chgData name="Kanika Maheshwari" userId="594c5f91-4e07-41ca-8fec-8d5e529a8640" providerId="ADAL" clId="{E2DA6F0F-3579-40AE-B9DA-FACBE1FD4142}" dt="2026-05-14T16:04:30.474" v="4787" actId="20577"/>
        <pc:sldMkLst>
          <pc:docMk/>
          <pc:sldMk cId="3945679849" sldId="2145707107"/>
        </pc:sldMkLst>
        <pc:spChg chg="mod">
          <ac:chgData name="Kanika Maheshwari" userId="594c5f91-4e07-41ca-8fec-8d5e529a8640" providerId="ADAL" clId="{E2DA6F0F-3579-40AE-B9DA-FACBE1FD4142}" dt="2026-05-14T15:11:08.265" v="3843" actId="948"/>
          <ac:spMkLst>
            <pc:docMk/>
            <pc:sldMk cId="3945679849" sldId="2145707107"/>
            <ac:spMk id="10" creationId="{2ADEFEA6-729D-74E9-E699-292D54DB65DB}"/>
          </ac:spMkLst>
        </pc:spChg>
        <pc:spChg chg="mod">
          <ac:chgData name="Kanika Maheshwari" userId="594c5f91-4e07-41ca-8fec-8d5e529a8640" providerId="ADAL" clId="{E2DA6F0F-3579-40AE-B9DA-FACBE1FD4142}" dt="2026-05-14T16:04:30.474" v="4787" actId="20577"/>
          <ac:spMkLst>
            <pc:docMk/>
            <pc:sldMk cId="3945679849" sldId="2145707107"/>
            <ac:spMk id="16" creationId="{5D90A026-5F61-DFE8-AA29-928B809CF28E}"/>
          </ac:spMkLst>
        </pc:spChg>
      </pc:sldChg>
      <pc:sldChg chg="modSp mod modAnim">
        <pc:chgData name="Kanika Maheshwari" userId="594c5f91-4e07-41ca-8fec-8d5e529a8640" providerId="ADAL" clId="{E2DA6F0F-3579-40AE-B9DA-FACBE1FD4142}" dt="2026-05-14T16:04:41.127" v="4789"/>
        <pc:sldMkLst>
          <pc:docMk/>
          <pc:sldMk cId="2611545299" sldId="2145707108"/>
        </pc:sldMkLst>
        <pc:spChg chg="mod">
          <ac:chgData name="Kanika Maheshwari" userId="594c5f91-4e07-41ca-8fec-8d5e529a8640" providerId="ADAL" clId="{E2DA6F0F-3579-40AE-B9DA-FACBE1FD4142}" dt="2026-05-14T16:02:03.715" v="4768" actId="408"/>
          <ac:spMkLst>
            <pc:docMk/>
            <pc:sldMk cId="2611545299" sldId="2145707108"/>
            <ac:spMk id="2" creationId="{C8E6D1A6-DC95-6CED-118A-3AD982986FD8}"/>
          </ac:spMkLst>
        </pc:spChg>
        <pc:spChg chg="mod">
          <ac:chgData name="Kanika Maheshwari" userId="594c5f91-4e07-41ca-8fec-8d5e529a8640" providerId="ADAL" clId="{E2DA6F0F-3579-40AE-B9DA-FACBE1FD4142}" dt="2026-05-14T15:44:58.584" v="4656" actId="113"/>
          <ac:spMkLst>
            <pc:docMk/>
            <pc:sldMk cId="2611545299" sldId="2145707108"/>
            <ac:spMk id="10" creationId="{80FF03C6-3022-8021-6F11-353E67178A9D}"/>
          </ac:spMkLst>
        </pc:spChg>
        <pc:spChg chg="mod">
          <ac:chgData name="Kanika Maheshwari" userId="594c5f91-4e07-41ca-8fec-8d5e529a8640" providerId="ADAL" clId="{E2DA6F0F-3579-40AE-B9DA-FACBE1FD4142}" dt="2026-05-14T16:02:13.515" v="4773" actId="12789"/>
          <ac:spMkLst>
            <pc:docMk/>
            <pc:sldMk cId="2611545299" sldId="2145707108"/>
            <ac:spMk id="11" creationId="{7698FBBB-91BE-9507-863F-828730940643}"/>
          </ac:spMkLst>
        </pc:spChg>
        <pc:spChg chg="mod">
          <ac:chgData name="Kanika Maheshwari" userId="594c5f91-4e07-41ca-8fec-8d5e529a8640" providerId="ADAL" clId="{E2DA6F0F-3579-40AE-B9DA-FACBE1FD4142}" dt="2026-05-14T16:04:41.127" v="4789"/>
          <ac:spMkLst>
            <pc:docMk/>
            <pc:sldMk cId="2611545299" sldId="2145707108"/>
            <ac:spMk id="16" creationId="{CB0F9CEF-2BAE-2761-F147-A60CE7F4064D}"/>
          </ac:spMkLst>
        </pc:spChg>
        <pc:spChg chg="mod">
          <ac:chgData name="Kanika Maheshwari" userId="594c5f91-4e07-41ca-8fec-8d5e529a8640" providerId="ADAL" clId="{E2DA6F0F-3579-40AE-B9DA-FACBE1FD4142}" dt="2026-05-14T16:02:13.515" v="4773" actId="12789"/>
          <ac:spMkLst>
            <pc:docMk/>
            <pc:sldMk cId="2611545299" sldId="2145707108"/>
            <ac:spMk id="20" creationId="{14D4AA2D-3075-1943-7B51-D5DFC7F50E57}"/>
          </ac:spMkLst>
        </pc:spChg>
        <pc:spChg chg="mod">
          <ac:chgData name="Kanika Maheshwari" userId="594c5f91-4e07-41ca-8fec-8d5e529a8640" providerId="ADAL" clId="{E2DA6F0F-3579-40AE-B9DA-FACBE1FD4142}" dt="2026-05-14T16:01:52.458" v="4765" actId="1035"/>
          <ac:spMkLst>
            <pc:docMk/>
            <pc:sldMk cId="2611545299" sldId="2145707108"/>
            <ac:spMk id="24" creationId="{996E7EF0-F7AA-C631-C951-B6B692B6F4F2}"/>
          </ac:spMkLst>
        </pc:spChg>
        <pc:spChg chg="mod">
          <ac:chgData name="Kanika Maheshwari" userId="594c5f91-4e07-41ca-8fec-8d5e529a8640" providerId="ADAL" clId="{E2DA6F0F-3579-40AE-B9DA-FACBE1FD4142}" dt="2026-05-14T16:04:10.299" v="4775" actId="14100"/>
          <ac:spMkLst>
            <pc:docMk/>
            <pc:sldMk cId="2611545299" sldId="2145707108"/>
            <ac:spMk id="27" creationId="{07D1E519-44E0-AD62-9F85-A2A5619501F9}"/>
          </ac:spMkLst>
        </pc:spChg>
        <pc:grpChg chg="mod">
          <ac:chgData name="Kanika Maheshwari" userId="594c5f91-4e07-41ca-8fec-8d5e529a8640" providerId="ADAL" clId="{E2DA6F0F-3579-40AE-B9DA-FACBE1FD4142}" dt="2026-05-14T16:01:52.458" v="4765" actId="1035"/>
          <ac:grpSpMkLst>
            <pc:docMk/>
            <pc:sldMk cId="2611545299" sldId="2145707108"/>
            <ac:grpSpMk id="23" creationId="{A60BB20F-E5D6-E060-5830-7AE15215006A}"/>
          </ac:grpSpMkLst>
        </pc:grpChg>
        <pc:grpChg chg="mod">
          <ac:chgData name="Kanika Maheshwari" userId="594c5f91-4e07-41ca-8fec-8d5e529a8640" providerId="ADAL" clId="{E2DA6F0F-3579-40AE-B9DA-FACBE1FD4142}" dt="2026-05-14T16:02:13.515" v="4773" actId="12789"/>
          <ac:grpSpMkLst>
            <pc:docMk/>
            <pc:sldMk cId="2611545299" sldId="2145707108"/>
            <ac:grpSpMk id="28" creationId="{231D6D45-5D86-9FB9-CE88-15A4C3646A56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mbitrd.sharepoint.com/sites/Takeda/Shared%20Documents/Takeda%20Orexin%20NT1%20Patient%20Flow/01%20US%20Workstream/04%20Patient%20Flow%20Framework/Patient%20Flow%20Model/Ambit-Takeda_NT1%20US%20Patient%20Flow_Patient%20Flow%20Model_v0.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mbitrd.sharepoint.com/sites/Takeda/Shared%20Documents/Takeda%20Orexin%20NT1%20Patient%20Flow/01%20US%20Workstream/04%20Patient%20Flow%20Framework/Patient%20Flow%20Model/Ambit-Takeda_NT1%20US%20Patient%20Flow_Patient%20Flow%20Model_v0.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mbitrd.sharepoint.com/sites/Takeda/Shared%20Documents/Takeda%20Orexin%20NT1%20Patient%20Flow/01%20US%20Workstream/04%20Patient%20Flow%20Framework/Patient%20Flow%20Model/Ambit-Takeda_NT1%20US%20Patient%20Flow_Patient%20Flow%20Model_v0.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402840151042571E-2"/>
          <c:y val="3.201444104534474E-2"/>
          <c:w val="0.93019231068064601"/>
          <c:h val="0.798284812407541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'Waterfall Chart'!$E$7</c:f>
              <c:strCache>
                <c:ptCount val="1"/>
                <c:pt idx="0">
                  <c:v>Segment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121B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E63-4B58-8B80-F175BAC8FA5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2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21,500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A60C-441D-8FC9-7455E88153C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Chart'!$E$8:$E$14</c:f>
              <c:numCache>
                <c:formatCode>#,##0</c:formatCode>
                <c:ptCount val="7"/>
                <c:pt idx="0">
                  <c:v>60000</c:v>
                </c:pt>
                <c:pt idx="1">
                  <c:v>60000</c:v>
                </c:pt>
                <c:pt idx="2">
                  <c:v>45000</c:v>
                </c:pt>
                <c:pt idx="3">
                  <c:v>45000</c:v>
                </c:pt>
                <c:pt idx="4">
                  <c:v>21500</c:v>
                </c:pt>
                <c:pt idx="5">
                  <c:v>0</c:v>
                </c:pt>
                <c:pt idx="6">
                  <c:v>32155.200000000001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63-4B58-8B80-F175BAC8FA50}"/>
            </c:ext>
          </c:extLst>
        </c:ser>
        <c:ser>
          <c:idx val="1"/>
          <c:order val="1"/>
          <c:tx>
            <c:strRef>
              <c:f>'Waterfall Chart'!$F$7</c:f>
              <c:strCache>
                <c:ptCount val="1"/>
                <c:pt idx="0">
                  <c:v>Segment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849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F9D3D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E63-4B58-8B80-F175BAC8FA5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FE63-4B58-8B80-F175BAC8FA50}"/>
                </c:ext>
              </c:extLst>
            </c:dLbl>
            <c:dLbl>
              <c:idx val="2"/>
              <c:layout>
                <c:manualLayout>
                  <c:x val="0"/>
                  <c:y val="-3.046237447013158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FE63-4B58-8B80-F175BAC8FA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8,700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9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23,500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A60C-441D-8FC9-7455E88153C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Chart'!$F$8:$F$14</c:f>
              <c:numCache>
                <c:formatCode>#,##0</c:formatCode>
                <c:ptCount val="7"/>
                <c:pt idx="0">
                  <c:v>60000</c:v>
                </c:pt>
                <c:pt idx="1">
                  <c:v>13600</c:v>
                </c:pt>
                <c:pt idx="2">
                  <c:v>15000</c:v>
                </c:pt>
                <c:pt idx="3">
                  <c:v>8700</c:v>
                </c:pt>
                <c:pt idx="4">
                  <c:v>23500</c:v>
                </c:pt>
                <c:pt idx="5">
                  <c:v>0</c:v>
                </c:pt>
                <c:pt idx="6">
                  <c:v>14737.8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E63-4B58-8B80-F175BAC8FA50}"/>
            </c:ext>
          </c:extLst>
        </c:ser>
        <c:ser>
          <c:idx val="2"/>
          <c:order val="2"/>
          <c:tx>
            <c:strRef>
              <c:f>'Waterfall Chart'!$G$7</c:f>
              <c:strCache>
                <c:ptCount val="1"/>
                <c:pt idx="0">
                  <c:v>Segment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A2BCC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E63-4B58-8B80-F175BAC8FA50}"/>
              </c:ext>
            </c:extLst>
          </c:dPt>
          <c:dLbls>
            <c:delete val="1"/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Chart'!$G$8:$G$14</c:f>
              <c:numCache>
                <c:formatCode>#,##0</c:formatCode>
                <c:ptCount val="7"/>
                <c:pt idx="1">
                  <c:v>42400</c:v>
                </c:pt>
                <c:pt idx="3">
                  <c:v>6000</c:v>
                </c:pt>
                <c:pt idx="5" formatCode="General">
                  <c:v>0</c:v>
                </c:pt>
                <c:pt idx="6">
                  <c:v>6699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FE63-4B58-8B80-F175BAC8FA50}"/>
            </c:ext>
          </c:extLst>
        </c:ser>
        <c:ser>
          <c:idx val="3"/>
          <c:order val="3"/>
          <c:tx>
            <c:strRef>
              <c:f>'Waterfall Chart'!$H$7</c:f>
              <c:strCache>
                <c:ptCount val="1"/>
                <c:pt idx="0">
                  <c:v>Segment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5B85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E63-4B58-8B80-F175BAC8FA50}"/>
              </c:ext>
            </c:extLst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en-US"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4,000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FE63-4B58-8B80-F175BAC8FA50}"/>
                </c:ext>
              </c:extLst>
            </c:dLbl>
            <c:dLbl>
              <c:idx val="3"/>
              <c:layout>
                <c:manualLayout>
                  <c:x val="0"/>
                  <c:y val="-2.2846780852598687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496-4FDE-9BCD-D0E24B79079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Chart'!$H$8:$H$14</c:f>
              <c:numCache>
                <c:formatCode>#,##0</c:formatCode>
                <c:ptCount val="7"/>
                <c:pt idx="1">
                  <c:v>4000</c:v>
                </c:pt>
                <c:pt idx="3">
                  <c:v>300</c:v>
                </c:pt>
                <c:pt idx="5">
                  <c:v>0</c:v>
                </c:pt>
                <c:pt idx="6">
                  <c:v>24116.400000000001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FE63-4B58-8B80-F175BAC8FA50}"/>
            </c:ext>
          </c:extLst>
        </c:ser>
        <c:ser>
          <c:idx val="4"/>
          <c:order val="4"/>
          <c:tx>
            <c:strRef>
              <c:f>'Waterfall Chart'!$I$7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A63-4BA9-A3C8-06FDF2C7A30A}"/>
              </c:ext>
            </c:extLst>
          </c:dPt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A63-4BA9-A3C8-06FDF2C7A30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A63-4BA9-A3C8-06FDF2C7A3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Chart'!$I$8:$I$14</c:f>
              <c:numCache>
                <c:formatCode>General</c:formatCode>
                <c:ptCount val="7"/>
                <c:pt idx="5" formatCode="#,##0">
                  <c:v>0</c:v>
                </c:pt>
                <c:pt idx="6" formatCode="#,##0">
                  <c:v>42873.599999999999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BB4-4F1F-92A9-F8D8FB31C6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"/>
        <c:overlap val="100"/>
        <c:axId val="138069472"/>
        <c:axId val="138075712"/>
      </c:barChart>
      <c:catAx>
        <c:axId val="1380694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75712"/>
        <c:crosses val="autoZero"/>
        <c:auto val="1"/>
        <c:lblAlgn val="ctr"/>
        <c:lblOffset val="100"/>
        <c:noMultiLvlLbl val="0"/>
      </c:catAx>
      <c:valAx>
        <c:axId val="138075712"/>
        <c:scaling>
          <c:orientation val="minMax"/>
          <c:max val="1200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69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402840151042571E-2"/>
          <c:y val="3.201444104534474E-2"/>
          <c:w val="0.93019231068064601"/>
          <c:h val="0.798284812407541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'Waterfall Chart'!$E$7</c:f>
              <c:strCache>
                <c:ptCount val="1"/>
                <c:pt idx="0">
                  <c:v>Segment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121B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E63-4B58-8B80-F175BAC8FA5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2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21,500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A60C-441D-8FC9-7455E88153C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Chart'!$E$8:$E$14</c:f>
              <c:numCache>
                <c:formatCode>#,##0</c:formatCode>
                <c:ptCount val="7"/>
                <c:pt idx="0">
                  <c:v>60000</c:v>
                </c:pt>
                <c:pt idx="1">
                  <c:v>60000</c:v>
                </c:pt>
                <c:pt idx="2">
                  <c:v>45000</c:v>
                </c:pt>
                <c:pt idx="3">
                  <c:v>45000</c:v>
                </c:pt>
                <c:pt idx="4">
                  <c:v>21500</c:v>
                </c:pt>
                <c:pt idx="5">
                  <c:v>0</c:v>
                </c:pt>
                <c:pt idx="6">
                  <c:v>32155.200000000001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63-4B58-8B80-F175BAC8FA50}"/>
            </c:ext>
          </c:extLst>
        </c:ser>
        <c:ser>
          <c:idx val="1"/>
          <c:order val="1"/>
          <c:tx>
            <c:strRef>
              <c:f>'Waterfall Chart'!$F$7</c:f>
              <c:strCache>
                <c:ptCount val="1"/>
                <c:pt idx="0">
                  <c:v>Segment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849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F9D3D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E63-4B58-8B80-F175BAC8FA5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FE63-4B58-8B80-F175BAC8FA50}"/>
                </c:ext>
              </c:extLst>
            </c:dLbl>
            <c:dLbl>
              <c:idx val="2"/>
              <c:layout>
                <c:manualLayout>
                  <c:x val="0"/>
                  <c:y val="-3.046237447013158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FE63-4B58-8B80-F175BAC8FA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8,700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9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23,500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A60C-441D-8FC9-7455E88153C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Chart'!$F$8:$F$14</c:f>
              <c:numCache>
                <c:formatCode>#,##0</c:formatCode>
                <c:ptCount val="7"/>
                <c:pt idx="0">
                  <c:v>60000</c:v>
                </c:pt>
                <c:pt idx="1">
                  <c:v>13600</c:v>
                </c:pt>
                <c:pt idx="2">
                  <c:v>15000</c:v>
                </c:pt>
                <c:pt idx="3">
                  <c:v>8700</c:v>
                </c:pt>
                <c:pt idx="4">
                  <c:v>23500</c:v>
                </c:pt>
                <c:pt idx="5">
                  <c:v>0</c:v>
                </c:pt>
                <c:pt idx="6">
                  <c:v>14737.8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E63-4B58-8B80-F175BAC8FA50}"/>
            </c:ext>
          </c:extLst>
        </c:ser>
        <c:ser>
          <c:idx val="2"/>
          <c:order val="2"/>
          <c:tx>
            <c:strRef>
              <c:f>'Waterfall Chart'!$G$7</c:f>
              <c:strCache>
                <c:ptCount val="1"/>
                <c:pt idx="0">
                  <c:v>Segment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A2BCC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E63-4B58-8B80-F175BAC8FA50}"/>
              </c:ext>
            </c:extLst>
          </c:dPt>
          <c:dLbls>
            <c:delete val="1"/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Chart'!$G$8:$G$14</c:f>
              <c:numCache>
                <c:formatCode>#,##0</c:formatCode>
                <c:ptCount val="7"/>
                <c:pt idx="1">
                  <c:v>42400</c:v>
                </c:pt>
                <c:pt idx="3">
                  <c:v>6000</c:v>
                </c:pt>
                <c:pt idx="5" formatCode="General">
                  <c:v>0</c:v>
                </c:pt>
                <c:pt idx="6">
                  <c:v>6699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FE63-4B58-8B80-F175BAC8FA50}"/>
            </c:ext>
          </c:extLst>
        </c:ser>
        <c:ser>
          <c:idx val="3"/>
          <c:order val="3"/>
          <c:tx>
            <c:strRef>
              <c:f>'Waterfall Chart'!$H$7</c:f>
              <c:strCache>
                <c:ptCount val="1"/>
                <c:pt idx="0">
                  <c:v>Segment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5B85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E63-4B58-8B80-F175BAC8FA50}"/>
              </c:ext>
            </c:extLst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en-US"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4,000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FE63-4B58-8B80-F175BAC8FA50}"/>
                </c:ext>
              </c:extLst>
            </c:dLbl>
            <c:dLbl>
              <c:idx val="3"/>
              <c:layout>
                <c:manualLayout>
                  <c:x val="0"/>
                  <c:y val="-2.2846780852598687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496-4FDE-9BCD-D0E24B79079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Chart'!$H$8:$H$14</c:f>
              <c:numCache>
                <c:formatCode>#,##0</c:formatCode>
                <c:ptCount val="7"/>
                <c:pt idx="1">
                  <c:v>4000</c:v>
                </c:pt>
                <c:pt idx="3">
                  <c:v>300</c:v>
                </c:pt>
                <c:pt idx="5">
                  <c:v>0</c:v>
                </c:pt>
                <c:pt idx="6">
                  <c:v>24116.400000000001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FE63-4B58-8B80-F175BAC8FA50}"/>
            </c:ext>
          </c:extLst>
        </c:ser>
        <c:ser>
          <c:idx val="4"/>
          <c:order val="4"/>
          <c:tx>
            <c:strRef>
              <c:f>'Waterfall Chart'!$I$7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A63-4BA9-A3C8-06FDF2C7A30A}"/>
              </c:ext>
            </c:extLst>
          </c:dPt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A63-4BA9-A3C8-06FDF2C7A30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A63-4BA9-A3C8-06FDF2C7A3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Chart'!$I$8:$I$14</c:f>
              <c:numCache>
                <c:formatCode>General</c:formatCode>
                <c:ptCount val="7"/>
                <c:pt idx="5" formatCode="#,##0">
                  <c:v>0</c:v>
                </c:pt>
                <c:pt idx="6" formatCode="#,##0">
                  <c:v>42873.599999999999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BB4-4F1F-92A9-F8D8FB31C6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"/>
        <c:overlap val="100"/>
        <c:axId val="138069472"/>
        <c:axId val="138075712"/>
      </c:barChart>
      <c:catAx>
        <c:axId val="1380694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75712"/>
        <c:crosses val="autoZero"/>
        <c:auto val="1"/>
        <c:lblAlgn val="ctr"/>
        <c:lblOffset val="100"/>
        <c:noMultiLvlLbl val="0"/>
      </c:catAx>
      <c:valAx>
        <c:axId val="138075712"/>
        <c:scaling>
          <c:orientation val="minMax"/>
          <c:max val="1200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69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402840151042571E-2"/>
          <c:y val="3.201444104534474E-2"/>
          <c:w val="0.93019231068064601"/>
          <c:h val="0.798284812407541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'Waterfall Chart'!$E$7</c:f>
              <c:strCache>
                <c:ptCount val="1"/>
                <c:pt idx="0">
                  <c:v>Segment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AA1D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121B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E63-4B58-8B80-F175BAC8FA5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2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21,500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A60C-441D-8FC9-7455E88153C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Chart'!$E$8:$E$14</c:f>
              <c:numCache>
                <c:formatCode>#,##0</c:formatCode>
                <c:ptCount val="7"/>
                <c:pt idx="0">
                  <c:v>60000</c:v>
                </c:pt>
                <c:pt idx="1">
                  <c:v>60000</c:v>
                </c:pt>
                <c:pt idx="2">
                  <c:v>45000</c:v>
                </c:pt>
                <c:pt idx="3">
                  <c:v>45000</c:v>
                </c:pt>
                <c:pt idx="4">
                  <c:v>21500</c:v>
                </c:pt>
                <c:pt idx="5">
                  <c:v>0</c:v>
                </c:pt>
                <c:pt idx="6">
                  <c:v>32155.200000000001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E63-4B58-8B80-F175BAC8FA50}"/>
            </c:ext>
          </c:extLst>
        </c:ser>
        <c:ser>
          <c:idx val="1"/>
          <c:order val="1"/>
          <c:tx>
            <c:strRef>
              <c:f>'Waterfall Chart'!$F$7</c:f>
              <c:strCache>
                <c:ptCount val="1"/>
                <c:pt idx="0">
                  <c:v>Segment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849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E63-4B58-8B80-F175BAC8FA50}"/>
              </c:ext>
            </c:extLst>
          </c:dPt>
          <c:dPt>
            <c:idx val="1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FE63-4B58-8B80-F175BAC8FA50}"/>
              </c:ext>
            </c:extLst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FE63-4B58-8B80-F175BAC8FA50}"/>
              </c:ext>
            </c:extLst>
          </c:dPt>
          <c:dPt>
            <c:idx val="4"/>
            <c:invertIfNegative val="0"/>
            <c:bubble3D val="0"/>
            <c:spPr>
              <a:solidFill>
                <a:srgbClr val="F9D3D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2E424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FE63-4B58-8B80-F175BAC8FA5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60,000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E63-4B58-8B80-F175BAC8FA5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FE63-4B58-8B80-F175BAC8FA50}"/>
                </c:ext>
              </c:extLst>
            </c:dLbl>
            <c:dLbl>
              <c:idx val="2"/>
              <c:layout>
                <c:manualLayout>
                  <c:x val="0"/>
                  <c:y val="-3.046237447013158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15,000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FE63-4B58-8B80-F175BAC8FA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8,700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FE63-4B58-8B80-F175BAC8FA50}"/>
                </c:ext>
              </c:extLst>
            </c:dLbl>
            <c:dLbl>
              <c:idx val="4"/>
              <c:layout>
                <c:manualLayout>
                  <c:x val="0"/>
                  <c:y val="-4.188576489643099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23,500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A60C-441D-8FC9-7455E88153C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sz="11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Chart'!$F$8:$F$14</c:f>
              <c:numCache>
                <c:formatCode>#,##0</c:formatCode>
                <c:ptCount val="7"/>
                <c:pt idx="0">
                  <c:v>60000</c:v>
                </c:pt>
                <c:pt idx="1">
                  <c:v>13600</c:v>
                </c:pt>
                <c:pt idx="2">
                  <c:v>15000</c:v>
                </c:pt>
                <c:pt idx="3">
                  <c:v>8700</c:v>
                </c:pt>
                <c:pt idx="4">
                  <c:v>23500</c:v>
                </c:pt>
                <c:pt idx="5">
                  <c:v>0</c:v>
                </c:pt>
                <c:pt idx="6">
                  <c:v>14737.8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E63-4B58-8B80-F175BAC8FA50}"/>
            </c:ext>
          </c:extLst>
        </c:ser>
        <c:ser>
          <c:idx val="2"/>
          <c:order val="2"/>
          <c:tx>
            <c:strRef>
              <c:f>'Waterfall Chart'!$G$7</c:f>
              <c:strCache>
                <c:ptCount val="1"/>
                <c:pt idx="0">
                  <c:v>Segment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A2BCC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E63-4B58-8B80-F175BAC8FA50}"/>
              </c:ext>
            </c:extLst>
          </c:dPt>
          <c:dLbls>
            <c:delete val="1"/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Chart'!$G$8:$G$14</c:f>
              <c:numCache>
                <c:formatCode>#,##0</c:formatCode>
                <c:ptCount val="7"/>
                <c:pt idx="1">
                  <c:v>42400</c:v>
                </c:pt>
                <c:pt idx="3">
                  <c:v>6000</c:v>
                </c:pt>
                <c:pt idx="5" formatCode="General">
                  <c:v>0</c:v>
                </c:pt>
                <c:pt idx="6">
                  <c:v>6699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FE63-4B58-8B80-F175BAC8FA50}"/>
            </c:ext>
          </c:extLst>
        </c:ser>
        <c:ser>
          <c:idx val="3"/>
          <c:order val="3"/>
          <c:tx>
            <c:strRef>
              <c:f>'Waterfall Chart'!$H$7</c:f>
              <c:strCache>
                <c:ptCount val="1"/>
                <c:pt idx="0">
                  <c:v>Segment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E63-4B58-8B80-F175BAC8FA5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E63-4B58-8B80-F175BAC8FA50}"/>
              </c:ext>
            </c:extLst>
          </c:dPt>
          <c:dPt>
            <c:idx val="6"/>
            <c:invertIfNegative val="0"/>
            <c:bubble3D val="0"/>
            <c:spPr>
              <a:solidFill>
                <a:srgbClr val="5B85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E63-4B58-8B80-F175BAC8FA50}"/>
              </c:ext>
            </c:extLst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en-US" sz="1150" b="1" i="0" u="none" strike="noStrike" kern="1200" baseline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4,000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FE63-4B58-8B80-F175BAC8FA50}"/>
                </c:ext>
              </c:extLst>
            </c:dLbl>
            <c:dLbl>
              <c:idx val="3"/>
              <c:layout>
                <c:manualLayout>
                  <c:x val="0"/>
                  <c:y val="-2.2846780852598687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150" b="1" i="0" u="none" strike="noStrike" kern="1200" baseline="0">
                      <a:solidFill>
                        <a:schemeClr val="tx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E63-4B58-8B80-F175BAC8FA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496-4FDE-9BCD-D0E24B79079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E63-4B58-8B80-F175BAC8FA5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Chart'!$H$8:$H$14</c:f>
              <c:numCache>
                <c:formatCode>#,##0</c:formatCode>
                <c:ptCount val="7"/>
                <c:pt idx="1">
                  <c:v>4000</c:v>
                </c:pt>
                <c:pt idx="3">
                  <c:v>300</c:v>
                </c:pt>
                <c:pt idx="5">
                  <c:v>0</c:v>
                </c:pt>
                <c:pt idx="6">
                  <c:v>24116.400000000001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FE63-4B58-8B80-F175BAC8FA50}"/>
            </c:ext>
          </c:extLst>
        </c:ser>
        <c:ser>
          <c:idx val="4"/>
          <c:order val="4"/>
          <c:tx>
            <c:strRef>
              <c:f>'Waterfall Chart'!$I$7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CFDC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5A63-4BA9-A3C8-06FDF2C7A30A}"/>
              </c:ext>
            </c:extLst>
          </c:dPt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A63-4BA9-A3C8-06FDF2C7A30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A63-4BA9-A3C8-06FDF2C7A3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'Waterfall Chart'!$D$8:$D$14</c:f>
              <c:strCache>
                <c:ptCount val="7"/>
                <c:pt idx="0">
                  <c:v>Prevalent</c:v>
                </c:pt>
                <c:pt idx="1">
                  <c:v>Undiagnosed</c:v>
                </c:pt>
                <c:pt idx="2">
                  <c:v>Diagnosed</c:v>
                </c:pt>
                <c:pt idx="3">
                  <c:v>Untreated</c:v>
                </c:pt>
                <c:pt idx="4">
                  <c:v>On Treatment Indicated for NT1</c:v>
                </c:pt>
                <c:pt idx="6">
                  <c:v>Primary Product Utilization by Unique Patients</c:v>
                </c:pt>
              </c:strCache>
            </c:strRef>
          </c:cat>
          <c:val>
            <c:numRef>
              <c:f>'Waterfall Chart'!$I$8:$I$14</c:f>
              <c:numCache>
                <c:formatCode>General</c:formatCode>
                <c:ptCount val="7"/>
                <c:pt idx="5" formatCode="#,##0">
                  <c:v>0</c:v>
                </c:pt>
                <c:pt idx="6" formatCode="#,##0">
                  <c:v>42873.599999999999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0BB4-4F1F-92A9-F8D8FB31C6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"/>
        <c:overlap val="100"/>
        <c:axId val="138069472"/>
        <c:axId val="138075712"/>
      </c:barChart>
      <c:catAx>
        <c:axId val="1380694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75712"/>
        <c:crosses val="autoZero"/>
        <c:auto val="1"/>
        <c:lblAlgn val="ctr"/>
        <c:lblOffset val="100"/>
        <c:noMultiLvlLbl val="0"/>
      </c:catAx>
      <c:valAx>
        <c:axId val="138075712"/>
        <c:scaling>
          <c:orientation val="minMax"/>
          <c:max val="1200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69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8C-431F-8728-784914E735C6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8C-431F-8728-784914E735C6}"/>
              </c:ext>
            </c:extLst>
          </c:dPt>
          <c:dPt>
            <c:idx val="2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8C-431F-8728-784914E735C6}"/>
              </c:ext>
            </c:extLst>
          </c:dPt>
          <c:dPt>
            <c:idx val="3"/>
            <c:bubble3D val="0"/>
            <c:spPr>
              <a:solidFill>
                <a:srgbClr val="F4CCC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04B-4977-AC4C-68A14415E09D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204B-4977-AC4C-68A14415E0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Key Personas (n=3132)</c:v>
                </c:pt>
                <c:pt idx="1">
                  <c:v>Auxiliary Personas (n=46097)</c:v>
                </c:pt>
                <c:pt idx="2">
                  <c:v>Leakage HCPs (n=5080)</c:v>
                </c:pt>
                <c:pt idx="3">
                  <c:v>Undifferentiated HCPs (n=13313)</c:v>
                </c:pt>
              </c:strCache>
            </c:strRef>
          </c:cat>
          <c:val>
            <c:numRef>
              <c:f>Sheet1!$B$2:$B$5</c:f>
              <c:numCache>
                <c:formatCode>_(* #,##0_);_(* \(#,##0\);_(* "-"??_);_(@_)</c:formatCode>
                <c:ptCount val="4"/>
                <c:pt idx="0">
                  <c:v>3132</c:v>
                </c:pt>
                <c:pt idx="1">
                  <c:v>46097</c:v>
                </c:pt>
                <c:pt idx="2">
                  <c:v>5080</c:v>
                </c:pt>
                <c:pt idx="3">
                  <c:v>13313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0-4BA4-BCC7-022E6044AF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Sheet1!$G$14</c:f>
              <c:strCache>
                <c:ptCount val="1"/>
                <c:pt idx="0">
                  <c:v>Referrers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19-479F-9B9B-AB7B754512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19-479F-9B9B-AB7B754512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419-479F-9B9B-AB7B7545129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419-479F-9B9B-AB7B7545129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419-479F-9B9B-AB7B75451294}"/>
              </c:ext>
            </c:extLst>
          </c:dPt>
          <c:dPt>
            <c:idx val="5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419-479F-9B9B-AB7B75451294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19-479F-9B9B-AB7B7545129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19-479F-9B9B-AB7B7545129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19-479F-9B9B-AB7B754512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Sheet1!$B$15:$B$20</c:f>
              <c:strCache>
                <c:ptCount val="6"/>
                <c:pt idx="0">
                  <c:v>Sleep Specialists</c:v>
                </c:pt>
                <c:pt idx="1">
                  <c:v>Neurologist</c:v>
                </c:pt>
                <c:pt idx="2">
                  <c:v>Pulmonologist</c:v>
                </c:pt>
                <c:pt idx="3">
                  <c:v>Psychiatrist/Psychologist</c:v>
                </c:pt>
                <c:pt idx="4">
                  <c:v>PCP/NP/PA</c:v>
                </c:pt>
                <c:pt idx="5">
                  <c:v>Others</c:v>
                </c:pt>
              </c:strCache>
            </c:strRef>
          </c:cat>
          <c:val>
            <c:numRef>
              <c:f>Sheet1!$G$15:$G$20</c:f>
              <c:numCache>
                <c:formatCode>0%</c:formatCode>
                <c:ptCount val="6"/>
                <c:pt idx="0">
                  <c:v>7.2859744990892532E-3</c:v>
                </c:pt>
                <c:pt idx="1">
                  <c:v>2.9143897996357013E-2</c:v>
                </c:pt>
                <c:pt idx="2">
                  <c:v>3.4608378870673952E-2</c:v>
                </c:pt>
                <c:pt idx="3">
                  <c:v>7.8324225865209471E-2</c:v>
                </c:pt>
                <c:pt idx="4">
                  <c:v>0.70673952641165749</c:v>
                </c:pt>
                <c:pt idx="5">
                  <c:v>0.14389799635701275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419-479F-9B9B-AB7B7545129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A7AD5-99D8-48F0-9A2E-A59D1E418C2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FD1B1-F5B1-434A-B162-725BC53DD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2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0EA7B-6822-4EC8-8C65-EACC542A13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287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we are bringing together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value of the engagement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we translate claims and referral data into a practical understanding of the narcolepsy ecosystem that Takeda can act on for launch.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 with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referral network structure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because in narcolepsy the way patients move is rarely linear. Instead of viewing care as a sequence of visits, we reconstruct the ecosystem as a network of providers and institutions connected by real patient flows.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makes visible the structure that governs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patients go,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sits upstream,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receives referrals,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how tightly or loosely connected different parts of the system are.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structural view becomes the foundation for everything else on the slide.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there, we identify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referral hubs and bridge HCPs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the providers and institutions that disproportionately influence patient movement either by anchoring referral pathways or by connecting specialties, care settings, or systems that would otherwise remain siloed.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Importantly, these control points don’t always align with the highest‑volume prescribers.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launch, this helps Takeda focus attention on the HCPs and HCOs that shape access and downstream treatment behavior, not just those who see the most patients today.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layer translates the national network into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regional distribution and clusters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Referral behavior varies significantly by geography, driven by local systems, access constraints, and practice patterns.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segmenting the ecosystem into regional clusters, we can characterize where networks are dense and coordinated versus fragmented and dependent on a small number of connectors.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Takeda to move from a single national view to region‑specific insights that align with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field actually operates.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that, we identify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regional opportunity areas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geographies where fragmentation, under‑connected networks, or reliance on a limited set of hubs create opportunities for targeted education and engagement.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treating all regions equally, this output helps prioritize where focused intervention is most likely to accelerate diagnosis and treatment initiation ahead of launch.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shift from structure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flow and leakage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output identifies where patients stall, divert, or drop out across the care journey from suspicion to diagnosis to treatment.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viewing leakage as a generic problem, we quantify where it occurs and how frequently, providing a clear view of the specific points in the journey that delay care.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Crucially, we connect those leakage points back to the ecosystem through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root‑cause analysis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distinguish whether delays are driven by missing referral bridges, access limitations, specialty handoffs, or network fragmentation.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Takeda, this reframes leakage from a broad awareness challenge into a set of targeted, addressable issues tied to specific providers, regions, or structures.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assess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influence and adoption dynamics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Adoption in specialty ecosystems rarely happens in isolation it propagates through professional relationships and referral networks.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quantifying influence and connectivity, we identify where adoption is likely to spread quickly and where it may be slower due to network constraints.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Takeda anticipate diffusion dynamics ahead of launch and prioritize stakeholders who can accelerate uptake beyond their own prescribing behavior.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Taken together, these outputs provide a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ecosystem view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showing who controls patient movement, how that varies by region, where patients leak, and how influence shapes adoption.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not just insight, but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clear, actionable guidance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informs commercial, medical, and field execution as Takeda prepares for launch.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89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D861-FE3C-99F1-83B1-E42611CF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5A3C9-1DBB-8B6C-6E1D-0DB99C01C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414DA-763A-4474-F65B-612600D7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we are bringing together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value of the engagement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we translate claims and referral data into a practical understanding of the narcolepsy ecosystem that Takeda can act on for launch.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 with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referral network structure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because in narcolepsy the way patients move is rarely linear. Instead of viewing care as a sequence of visits, we reconstruct the ecosystem as a network of providers and institutions connected by real patient flows.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makes visible the structure that governs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patients go,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sits upstream,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receives referrals,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how tightly or loosely connected different parts of the system are.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structural view becomes the foundation for everything else on the slide.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there, we identify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referral hubs and bridge HCPs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the providers and institutions that disproportionately influence patient movement either by anchoring referral pathways or by connecting specialties, care settings, or systems that would otherwise remain siloed.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Importantly, these control points don’t always align with the highest‑volume prescribers.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launch, this helps Takeda focus attention on the HCPs and HCOs that shape access and downstream treatment behavior, not just those who see the most patients today.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layer translates the national network into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regional distribution and clusters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Referral behavior varies significantly by geography, driven by local systems, access constraints, and practice patterns.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segmenting the ecosystem into regional clusters, we can characterize where networks are dense and coordinated versus fragmented and dependent on a small number of connectors.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Takeda to move from a single national view to region‑specific insights that align with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field actually operates.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that, we identify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regional opportunity areas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geographies where fragmentation, under‑connected networks, or reliance on a limited set of hubs create opportunities for targeted education and engagement.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treating all regions equally, this output helps prioritize where focused intervention is most likely to accelerate diagnosis and treatment initiation ahead of launch.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shift from structure 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flow and leakage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output identifies where patients stall, divert, or drop out across the care journey from suspicion to diagnosis to treatment.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viewing leakage as a generic problem, we quantify where it occurs and how frequently, providing a clear view of the specific points in the journey that delay care.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Crucially, we connect those leakage points back to the ecosystem through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root‑cause analysis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distinguish whether delays are driven by missing referral bridges, access limitations, specialty handoffs, or network fragmentation.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Takeda, this reframes leakage from a broad awareness challenge into a set of targeted, addressable issues tied to specific providers, regions, or structures.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assess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influence and adoption dynamics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Adoption in specialty ecosystems rarely happens in isolation it propagates through professional relationships and referral networks.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quantifying influence and connectivity, we identify where adoption is likely to spread quickly and where it may be slower due to network constraints.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Takeda anticipate diffusion dynamics ahead of launch and prioritize stakeholders who can accelerate uptake beyond their own prescribing behavior.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Taken together, these outputs provide a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ecosystem view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showing who controls patient movement, how that varies by region, where patients leak, and how influence shapes adoption.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not just insight, but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clear, actionable guidance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informs commercial, medical, and field execution as Takeda prepares for launch.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B186D-ABD2-CEC8-9FCC-B896D622D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49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HCPs : 67,197</a:t>
            </a:r>
            <a:br>
              <a:rPr lang="en-US"/>
            </a:br>
            <a:r>
              <a:rPr lang="en-US"/>
              <a:t>Targeted Cohort: 5,207</a:t>
            </a:r>
            <a:br>
              <a:rPr lang="en-US"/>
            </a:br>
            <a:r>
              <a:rPr lang="en-US"/>
              <a:t>Treaters: 265</a:t>
            </a:r>
            <a:br>
              <a:rPr lang="en-US"/>
            </a:br>
            <a:r>
              <a:rPr lang="en-US"/>
              <a:t>Diagnosers: 296</a:t>
            </a:r>
            <a:br>
              <a:rPr lang="en-US"/>
            </a:br>
            <a:r>
              <a:rPr lang="en-US"/>
              <a:t>Bridgers: 96</a:t>
            </a:r>
            <a:br>
              <a:rPr lang="en-US"/>
            </a:br>
            <a:r>
              <a:rPr lang="en-US"/>
              <a:t>Influencers: 621</a:t>
            </a:r>
            <a:br>
              <a:rPr lang="en-US"/>
            </a:br>
            <a:r>
              <a:rPr lang="en-US"/>
              <a:t>Referrers: 3929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1BF8E-A7EF-4A76-BF6C-D76442A66E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6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AA29-6634-47B9-DD64-360CF9FF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C9F4B-566A-8AB7-8772-209D351B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DD44F-DC83-4EE8-B35C-E84E29C9A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HCPs : 67,197</a:t>
            </a:r>
            <a:br>
              <a:rPr lang="en-US" dirty="0"/>
            </a:br>
            <a:r>
              <a:rPr lang="en-US" dirty="0"/>
              <a:t>Targeted Cohort: 5,207</a:t>
            </a:r>
            <a:br>
              <a:rPr lang="en-US" dirty="0"/>
            </a:br>
            <a:r>
              <a:rPr lang="en-US" dirty="0"/>
              <a:t>Treaters: 265</a:t>
            </a:r>
            <a:br>
              <a:rPr lang="en-US" dirty="0"/>
            </a:br>
            <a:r>
              <a:rPr lang="en-US"/>
              <a:t>Diagnosers</a:t>
            </a:r>
            <a:r>
              <a:rPr lang="en-US" dirty="0"/>
              <a:t>: 296</a:t>
            </a:r>
            <a:br>
              <a:rPr lang="en-US" dirty="0"/>
            </a:br>
            <a:r>
              <a:rPr lang="en-US" dirty="0"/>
              <a:t>Bridgers: 96</a:t>
            </a:r>
            <a:br>
              <a:rPr lang="en-US" dirty="0"/>
            </a:br>
            <a:r>
              <a:rPr lang="en-US" dirty="0"/>
              <a:t>Influencers: 621</a:t>
            </a:r>
            <a:br>
              <a:rPr lang="en-US" dirty="0"/>
            </a:br>
            <a:r>
              <a:rPr lang="en-US" dirty="0"/>
              <a:t>Referrers: 3929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3ADCB-3A04-1F84-095C-1D96BED8D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1BF8E-A7EF-4A76-BF6C-D76442A66E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32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C506-DC43-7607-B9A4-9E05CF35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2168B-6D93-7F01-A599-E2D18C5FD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AF355-F14A-1C7D-9E78-42BDA1A40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0247E-20CB-54EB-3B55-8CD4F21F7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1BF8E-A7EF-4A76-BF6C-D76442A66E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chart" Target="../charts/char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chart" Target="../charts/chart3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  <p:pic>
        <p:nvPicPr>
          <p:cNvPr id="18" name="Picture 17" descr="Takeda">
            <a:extLst>
              <a:ext uri="{FF2B5EF4-FFF2-40B4-BE49-F238E27FC236}">
                <a16:creationId xmlns:a16="http://schemas.microsoft.com/office/drawing/2014/main" id="{5F9376FC-2A9F-C644-AD88-C6E1B65B4D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3362752"/>
            <a:ext cx="2251710" cy="124886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25476870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02F3095-EA6E-F94A-AF04-18ED691DEB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3" y="376180"/>
            <a:ext cx="6326533" cy="6108535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6533" h="6108535">
                <a:moveTo>
                  <a:pt x="0" y="3052819"/>
                </a:moveTo>
                <a:cubicBezTo>
                  <a:pt x="0" y="1366794"/>
                  <a:pt x="1366793" y="1"/>
                  <a:pt x="3052818" y="1"/>
                </a:cubicBezTo>
                <a:lnTo>
                  <a:pt x="6326533" y="0"/>
                </a:lnTo>
                <a:lnTo>
                  <a:pt x="6323635" y="6108535"/>
                </a:lnTo>
                <a:lnTo>
                  <a:pt x="3409714" y="6105637"/>
                </a:lnTo>
                <a:lnTo>
                  <a:pt x="3052818" y="6105637"/>
                </a:lnTo>
                <a:cubicBezTo>
                  <a:pt x="1366793" y="6105637"/>
                  <a:pt x="0" y="4738844"/>
                  <a:pt x="0" y="3052819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Takeda">
            <a:extLst>
              <a:ext uri="{FF2B5EF4-FFF2-40B4-BE49-F238E27FC236}">
                <a16:creationId xmlns:a16="http://schemas.microsoft.com/office/drawing/2014/main" id="{F83AE827-0C93-0344-8F1E-82C9D7F8CD5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417" y="-10972"/>
            <a:ext cx="2251710" cy="12488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19044E-3CA3-8043-AF11-ED42DE4ECF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730" y="6367253"/>
            <a:ext cx="1958578" cy="11746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701137974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6862150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19C41-2A79-B54D-9C44-C619DA694E6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794BD-1A0D-7D48-855D-469111926B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-8600"/>
            <a:ext cx="2251710" cy="124886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909778-A51F-784D-ACA4-EC5DBA48B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9" y="6319955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18267864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89DA91-1C9D-8EE8-9C99-C274A0A3CD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01915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89DA91-1C9D-8EE8-9C99-C274A0A3C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2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66301562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78A19D2-53BF-9C99-4EA5-FA544B9E84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4639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8A19D2-53BF-9C99-4EA5-FA544B9E8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two-column layout. Click to add content. 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200"/>
            </a:lvl1pPr>
          </a:lstStyle>
          <a:p>
            <a:r>
              <a:rPr kumimoji="1" lang="en-US" altLang="ja-JP"/>
              <a:t>Two-column layout. Click to add title</a:t>
            </a:r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634AC-7DDA-D44D-88DB-5850289DD643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E22A984C-7436-8C4C-83C8-F2AD675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6720AD-4FA4-A146-AEEB-A4E558BAA3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32471644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227913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section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6656F8F-0621-5F47-BF80-4A4E365A2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541" y="-1"/>
            <a:ext cx="5565823" cy="6416675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158474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782524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0592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1188396" y="3358591"/>
                </a:lnTo>
                <a:cubicBezTo>
                  <a:pt x="848612" y="3356903"/>
                  <a:pt x="0" y="3267167"/>
                  <a:pt x="0" y="2946995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8525828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09C50A-25A5-7641-AAFB-B85296034B7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969" y="6194344"/>
            <a:ext cx="2678060" cy="1606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E62861-818A-CA4D-9EEF-1ABA93081F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0222" y="6574508"/>
            <a:ext cx="3511554" cy="93116"/>
          </a:xfrm>
          <a:prstGeom prst="rect">
            <a:avLst/>
          </a:prstGeom>
        </p:spPr>
      </p:pic>
      <p:pic>
        <p:nvPicPr>
          <p:cNvPr id="8" name="Picture 7" descr="Takeda">
            <a:extLst>
              <a:ext uri="{FF2B5EF4-FFF2-40B4-BE49-F238E27FC236}">
                <a16:creationId xmlns:a16="http://schemas.microsoft.com/office/drawing/2014/main" id="{AEF157DC-E05F-7D4B-934F-A345B93BFFF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2217" y="5064019"/>
            <a:ext cx="2327564" cy="129093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293937"/>
            <a:ext cx="11591925" cy="2270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000"/>
            </a:lvl1pPr>
          </a:lstStyle>
          <a:p>
            <a:pPr lvl="0"/>
            <a:r>
              <a:rPr lang="en-US"/>
              <a:t>Thank You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7118195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/>
            </a:lvl1pPr>
          </a:lstStyle>
          <a:p>
            <a:pPr lvl="0"/>
            <a:r>
              <a:rPr lang="en-US"/>
              <a:t>Blank slide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3911459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dvance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03D8397-6FC6-8C65-471D-1C6EE47939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0499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3D8397-6FC6-8C65-471D-1C6EE4793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0DD41-BD6B-7941-8305-67EF42EC2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486BE7-E24B-D445-B95D-8D976B5C59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6929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66F056-E301-3942-8399-963B744AD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4625"/>
            <a:ext cx="4114800" cy="19450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2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15E3CB-F694-EC42-B70E-C728F3F2F933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3247B7AF-EE58-F847-A606-0F662350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D9C203-575D-DE43-B0D0-0D00DFD467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078" y="6524625"/>
            <a:ext cx="6968348" cy="203989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96426514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5A93C5C-BC08-0E63-B93F-304B6B821E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4013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A93C5C-BC08-0E63-B93F-304B6B821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0E2D4ABB-BC5B-754B-B0DE-676246A385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CC986DF6-9894-F144-B9DA-A9DBE0000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2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6528CE-2840-6C44-965A-04D8835743E3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2502495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dvanced 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44FCC3-4D78-4B4B-9954-8DDD611141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6854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6524CA2-DA30-114C-A9B8-F8DAEF9E73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210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4E9AB09-73AA-7B44-80FD-2915C36CE5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1915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3" name="Footer Placeholder 8">
            <a:extLst>
              <a:ext uri="{FF2B5EF4-FFF2-40B4-BE49-F238E27FC236}">
                <a16:creationId xmlns:a16="http://schemas.microsoft.com/office/drawing/2014/main" id="{5847D930-C86A-4141-9E53-F3E327246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5A6E7745-4D1D-CD47-9611-75D7D17C5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5" name="タイトル プレースホルダ 1">
            <a:extLst>
              <a:ext uri="{FF2B5EF4-FFF2-40B4-BE49-F238E27FC236}">
                <a16:creationId xmlns:a16="http://schemas.microsoft.com/office/drawing/2014/main" id="{71A041D7-7DB0-B741-B94C-EF52AC0CD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2CB0F0-925C-4342-8C82-B2CFC8F28CE6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09D7D5A4-06C4-C54C-808E-ACD16F70C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802A203-D793-AA49-9119-D4973F036D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73EA04-611C-E54E-B4A1-0F235FB0C4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77E6AC5-CFE4-4546-9BBE-B5899CCF3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68482666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10743" y="1093767"/>
            <a:ext cx="7988356" cy="5322908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8356" h="5135028">
                <a:moveTo>
                  <a:pt x="0" y="0"/>
                </a:moveTo>
                <a:lnTo>
                  <a:pt x="7988281" y="7569"/>
                </a:lnTo>
                <a:cubicBezTo>
                  <a:pt x="7989186" y="2154376"/>
                  <a:pt x="7981645" y="2988221"/>
                  <a:pt x="7982550" y="5135028"/>
                </a:cubicBezTo>
                <a:lnTo>
                  <a:pt x="596656" y="5124807"/>
                </a:lnTo>
                <a:cubicBezTo>
                  <a:pt x="276484" y="5124807"/>
                  <a:pt x="16934" y="4865257"/>
                  <a:pt x="16934" y="4545085"/>
                </a:cubicBezTo>
                <a:cubicBezTo>
                  <a:pt x="11289" y="3022648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1397373C-4723-444D-99E3-0FBCAFDAD4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1545CFCD-ABA6-1349-9917-1DDD2762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30F84-B57E-C441-B81C-A0677388FA64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665562529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dvanced _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8D5F5577-3F64-2049-A839-8C5C39554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904398E7-B0E3-B743-AAB2-5FEBF510E9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AD9E95A-6959-B64E-ADF8-64DD679B934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72202" y="1093767"/>
            <a:ext cx="6037636" cy="5341758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7636" h="5135028">
                <a:moveTo>
                  <a:pt x="0" y="0"/>
                </a:moveTo>
                <a:lnTo>
                  <a:pt x="6028853" y="7569"/>
                </a:lnTo>
                <a:cubicBezTo>
                  <a:pt x="6029758" y="2154376"/>
                  <a:pt x="6036731" y="2988221"/>
                  <a:pt x="6037636" y="5135028"/>
                </a:cubicBezTo>
                <a:lnTo>
                  <a:pt x="596656" y="5124807"/>
                </a:lnTo>
                <a:cubicBezTo>
                  <a:pt x="276484" y="5124807"/>
                  <a:pt x="16934" y="4865257"/>
                  <a:pt x="16934" y="4545085"/>
                </a:cubicBezTo>
                <a:cubicBezTo>
                  <a:pt x="11289" y="3022648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1F67940-C534-7E4A-ACD3-D94AF5FFD3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763AA1A-832E-D147-B41F-806ECDE44A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5150A056-0B7A-DD4A-A38C-26A39DB94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3BB5B0-EC38-C74E-9B7F-D8140E54C071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42B46CEA-C682-B846-A029-CD9FE12FF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0BC325-8F09-754C-A71C-82A8AF93AF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121FE7-559E-0846-8166-1968C2ECA7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81616AD-5FCE-F341-B307-479047B75A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42344054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4"/>
            <a:ext cx="6024384" cy="6863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4384"/>
              <a:gd name="connsiteY0" fmla="*/ 0 h 6857810"/>
              <a:gd name="connsiteX1" fmla="*/ 6015601 w 6024384"/>
              <a:gd name="connsiteY1" fmla="*/ 1730351 h 6857810"/>
              <a:gd name="connsiteX2" fmla="*/ 6024384 w 6024384"/>
              <a:gd name="connsiteY2" fmla="*/ 6857810 h 6857810"/>
              <a:gd name="connsiteX3" fmla="*/ 583404 w 6024384"/>
              <a:gd name="connsiteY3" fmla="*/ 6847589 h 6857810"/>
              <a:gd name="connsiteX4" fmla="*/ 3682 w 6024384"/>
              <a:gd name="connsiteY4" fmla="*/ 6267867 h 6857810"/>
              <a:gd name="connsiteX5" fmla="*/ 0 w 6024384"/>
              <a:gd name="connsiteY5" fmla="*/ 0 h 6857810"/>
              <a:gd name="connsiteX0" fmla="*/ 0 w 6024384"/>
              <a:gd name="connsiteY0" fmla="*/ 5684 h 6863494"/>
              <a:gd name="connsiteX1" fmla="*/ 6002349 w 6024384"/>
              <a:gd name="connsiteY1" fmla="*/ 0 h 6863494"/>
              <a:gd name="connsiteX2" fmla="*/ 6024384 w 6024384"/>
              <a:gd name="connsiteY2" fmla="*/ 6863494 h 6863494"/>
              <a:gd name="connsiteX3" fmla="*/ 583404 w 6024384"/>
              <a:gd name="connsiteY3" fmla="*/ 6853273 h 6863494"/>
              <a:gd name="connsiteX4" fmla="*/ 3682 w 6024384"/>
              <a:gd name="connsiteY4" fmla="*/ 6273551 h 6863494"/>
              <a:gd name="connsiteX5" fmla="*/ 0 w 6024384"/>
              <a:gd name="connsiteY5" fmla="*/ 5684 h 68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4384" h="6863494">
                <a:moveTo>
                  <a:pt x="0" y="5684"/>
                </a:moveTo>
                <a:lnTo>
                  <a:pt x="6002349" y="0"/>
                </a:lnTo>
                <a:cubicBezTo>
                  <a:pt x="6003254" y="2146807"/>
                  <a:pt x="6023479" y="4716687"/>
                  <a:pt x="6024384" y="6863494"/>
                </a:cubicBezTo>
                <a:lnTo>
                  <a:pt x="583404" y="6853273"/>
                </a:lnTo>
                <a:cubicBezTo>
                  <a:pt x="263232" y="6853273"/>
                  <a:pt x="3682" y="6593723"/>
                  <a:pt x="3682" y="6273551"/>
                </a:cubicBezTo>
                <a:cubicBezTo>
                  <a:pt x="-1963" y="4751114"/>
                  <a:pt x="5645" y="1528121"/>
                  <a:pt x="0" y="5684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86D6FEA8-06E4-474A-8491-CD1DDAE7D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5413722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BCF76-3461-2245-8BB1-FA50AE27F6CA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25756429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6961" y="1093767"/>
            <a:ext cx="4069500" cy="5331536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500" h="5131753">
                <a:moveTo>
                  <a:pt x="0" y="6946"/>
                </a:moveTo>
                <a:lnTo>
                  <a:pt x="4069425" y="0"/>
                </a:lnTo>
                <a:cubicBezTo>
                  <a:pt x="4070330" y="2146807"/>
                  <a:pt x="4062788" y="2966138"/>
                  <a:pt x="4063693" y="5112945"/>
                </a:cubicBezTo>
                <a:lnTo>
                  <a:pt x="596656" y="5131753"/>
                </a:lnTo>
                <a:cubicBezTo>
                  <a:pt x="276484" y="5131753"/>
                  <a:pt x="16934" y="4872203"/>
                  <a:pt x="16934" y="4552031"/>
                </a:cubicBezTo>
                <a:cubicBezTo>
                  <a:pt x="11289" y="3029594"/>
                  <a:pt x="5645" y="1529383"/>
                  <a:pt x="0" y="6946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334C6D4B-D00D-0346-BC97-8DCE371C28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CCEDFD04-9A53-9241-851E-1D01DC555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B3EBD-E4F5-8E40-B07A-C04F3B1E7F2C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44132150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  <a:gd name="connsiteX0" fmla="*/ 0 w 4082753"/>
              <a:gd name="connsiteY0" fmla="*/ 2 h 6874096"/>
              <a:gd name="connsiteX1" fmla="*/ 4082678 w 4082753"/>
              <a:gd name="connsiteY1" fmla="*/ 1742343 h 6874096"/>
              <a:gd name="connsiteX2" fmla="*/ 4076946 w 4082753"/>
              <a:gd name="connsiteY2" fmla="*/ 6855288 h 6874096"/>
              <a:gd name="connsiteX3" fmla="*/ 609909 w 4082753"/>
              <a:gd name="connsiteY3" fmla="*/ 6874096 h 6874096"/>
              <a:gd name="connsiteX4" fmla="*/ 30187 w 4082753"/>
              <a:gd name="connsiteY4" fmla="*/ 6294374 h 6874096"/>
              <a:gd name="connsiteX5" fmla="*/ 0 w 4082753"/>
              <a:gd name="connsiteY5" fmla="*/ 2 h 6874096"/>
              <a:gd name="connsiteX0" fmla="*/ 0 w 4095958"/>
              <a:gd name="connsiteY0" fmla="*/ 6946 h 6881040"/>
              <a:gd name="connsiteX1" fmla="*/ 4095930 w 4095958"/>
              <a:gd name="connsiteY1" fmla="*/ 0 h 6881040"/>
              <a:gd name="connsiteX2" fmla="*/ 4076946 w 4095958"/>
              <a:gd name="connsiteY2" fmla="*/ 6862232 h 6881040"/>
              <a:gd name="connsiteX3" fmla="*/ 609909 w 4095958"/>
              <a:gd name="connsiteY3" fmla="*/ 6881040 h 6881040"/>
              <a:gd name="connsiteX4" fmla="*/ 30187 w 4095958"/>
              <a:gd name="connsiteY4" fmla="*/ 6301318 h 6881040"/>
              <a:gd name="connsiteX5" fmla="*/ 0 w 4095958"/>
              <a:gd name="connsiteY5" fmla="*/ 6946 h 6881040"/>
              <a:gd name="connsiteX0" fmla="*/ 0 w 4076946"/>
              <a:gd name="connsiteY0" fmla="*/ 0 h 6874094"/>
              <a:gd name="connsiteX1" fmla="*/ 3870643 w 4076946"/>
              <a:gd name="connsiteY1" fmla="*/ 191837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0 h 6874094"/>
              <a:gd name="connsiteX1" fmla="*/ 4069426 w 4076946"/>
              <a:gd name="connsiteY1" fmla="*/ 19559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99710 h 6854535"/>
              <a:gd name="connsiteX1" fmla="*/ 4069426 w 4076946"/>
              <a:gd name="connsiteY1" fmla="*/ 0 h 6854535"/>
              <a:gd name="connsiteX2" fmla="*/ 4076946 w 4076946"/>
              <a:gd name="connsiteY2" fmla="*/ 6835727 h 6854535"/>
              <a:gd name="connsiteX3" fmla="*/ 609909 w 4076946"/>
              <a:gd name="connsiteY3" fmla="*/ 6854535 h 6854535"/>
              <a:gd name="connsiteX4" fmla="*/ 30187 w 4076946"/>
              <a:gd name="connsiteY4" fmla="*/ 6274813 h 6854535"/>
              <a:gd name="connsiteX5" fmla="*/ 0 w 4076946"/>
              <a:gd name="connsiteY5" fmla="*/ 99710 h 6854535"/>
              <a:gd name="connsiteX0" fmla="*/ 0 w 4076946"/>
              <a:gd name="connsiteY0" fmla="*/ 0 h 6860842"/>
              <a:gd name="connsiteX1" fmla="*/ 4069426 w 4076946"/>
              <a:gd name="connsiteY1" fmla="*/ 6307 h 6860842"/>
              <a:gd name="connsiteX2" fmla="*/ 4076946 w 4076946"/>
              <a:gd name="connsiteY2" fmla="*/ 6842034 h 6860842"/>
              <a:gd name="connsiteX3" fmla="*/ 609909 w 4076946"/>
              <a:gd name="connsiteY3" fmla="*/ 6860842 h 6860842"/>
              <a:gd name="connsiteX4" fmla="*/ 30187 w 4076946"/>
              <a:gd name="connsiteY4" fmla="*/ 6281120 h 6860842"/>
              <a:gd name="connsiteX5" fmla="*/ 0 w 4076946"/>
              <a:gd name="connsiteY5" fmla="*/ 0 h 686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946" h="6860842">
                <a:moveTo>
                  <a:pt x="0" y="0"/>
                </a:moveTo>
                <a:lnTo>
                  <a:pt x="4069426" y="6307"/>
                </a:lnTo>
                <a:cubicBezTo>
                  <a:pt x="4070331" y="2153114"/>
                  <a:pt x="4076041" y="4695227"/>
                  <a:pt x="4076946" y="6842034"/>
                </a:cubicBezTo>
                <a:lnTo>
                  <a:pt x="609909" y="6860842"/>
                </a:lnTo>
                <a:cubicBezTo>
                  <a:pt x="289737" y="6860842"/>
                  <a:pt x="30187" y="6601292"/>
                  <a:pt x="30187" y="6281120"/>
                </a:cubicBezTo>
                <a:cubicBezTo>
                  <a:pt x="24542" y="4758683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6FB24DD6-99CB-CE43-A787-C9F60DC95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7368878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30E5B-E573-584B-8C83-F8409492B14B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0223556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21DF8897-54F9-C24F-8261-0C5418827A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0737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JP"/>
              <a:t>Insert Picture/Text Block</a:t>
            </a:r>
          </a:p>
          <a:p>
            <a:endParaRPr lang="en-JP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AA8F528A-C9DE-0B46-881A-43E0F9B6F67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44494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01CF285-75D7-154A-ACF2-9393FB0B38D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77615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Picture/Text Block</a:t>
            </a:r>
          </a:p>
          <a:p>
            <a:endParaRPr lang="en-US"/>
          </a:p>
          <a:p>
            <a:endParaRPr lang="en-JP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47FD433F-488A-9D46-BDF0-87D0F082AE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8" name="タイトル プレースホルダ 1">
            <a:extLst>
              <a:ext uri="{FF2B5EF4-FFF2-40B4-BE49-F238E27FC236}">
                <a16:creationId xmlns:a16="http://schemas.microsoft.com/office/drawing/2014/main" id="{4FBB8310-69E6-7C4E-A4B1-C022B6FEE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EF9AE6-D84E-9F43-9506-6676EC51B210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90469523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1" name="Picture 10" descr="Takeda">
            <a:extLst>
              <a:ext uri="{FF2B5EF4-FFF2-40B4-BE49-F238E27FC236}">
                <a16:creationId xmlns:a16="http://schemas.microsoft.com/office/drawing/2014/main" id="{7EBA21A8-EE4B-6E4B-A794-3FEA5B1599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75E45CD2-2EBD-AE47-837E-9F752C56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6966D-3DF0-4D41-9D26-4860D147F807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411815746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pic>
        <p:nvPicPr>
          <p:cNvPr id="12" name="Picture 11" descr="Takeda">
            <a:extLst>
              <a:ext uri="{FF2B5EF4-FFF2-40B4-BE49-F238E27FC236}">
                <a16:creationId xmlns:a16="http://schemas.microsoft.com/office/drawing/2014/main" id="{5D7AA9CA-E651-9E48-B0F3-BDDA45B353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3" name="タイトル プレースホルダ 1">
            <a:extLst>
              <a:ext uri="{FF2B5EF4-FFF2-40B4-BE49-F238E27FC236}">
                <a16:creationId xmlns:a16="http://schemas.microsoft.com/office/drawing/2014/main" id="{2256F400-EDA8-7F44-BF13-278518497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2B0AC-7801-6C42-BA03-0669DC118159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731364332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0" name="Picture 9" descr="Takeda">
            <a:extLst>
              <a:ext uri="{FF2B5EF4-FFF2-40B4-BE49-F238E27FC236}">
                <a16:creationId xmlns:a16="http://schemas.microsoft.com/office/drawing/2014/main" id="{F183604A-2112-D443-8B35-2DFEE7121A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906CE02B-33D8-B048-A73D-781A3402C2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FB0B-7616-F04F-9B4C-586869A82E96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3749112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ed Char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4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8D9BD23C-1777-C442-B4B0-BADF450483EA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4217095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2D7D413C-2FF1-204A-83C6-B7426603B7C2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8123041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3" name="Picture 12" descr="Takeda">
            <a:extLst>
              <a:ext uri="{FF2B5EF4-FFF2-40B4-BE49-F238E27FC236}">
                <a16:creationId xmlns:a16="http://schemas.microsoft.com/office/drawing/2014/main" id="{0C4979BF-EBB2-214C-8087-7AC4B2163D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2FFB1535-D35E-D242-B225-DDF1C53BB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7DB5E3C-7053-3645-A234-760F5ED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C8CB7-67E9-8A46-B53F-F34ACE18BE87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5EB1023E-4E73-AD49-83B0-D7B45825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942DB0C-137A-4E4C-B926-77CEECC51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D1171B1-AEC6-164D-8FE0-E0B9353A55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6C4AA1F-8B09-5544-9C70-388A6E2940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181894476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FD7B-2C15-016D-F882-AF9A71EB9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71E3D-D1EA-71B2-1F68-551716085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268B-FB39-EE5C-5E49-62B8D99E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608B0-8CEA-E164-F72C-98B753E7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F461-899C-CFE1-0501-0C48C0C3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075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demi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F2B271-C02D-FAA6-3B34-182A581DB3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6297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F2B271-C02D-FAA6-3B34-182A581DB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C2670A57-47A4-AB14-7B25-5FBD56818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18012"/>
            <a:ext cx="11461750" cy="34381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1755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ient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hink-cell data - do not delete" hidden="1">
            <a:extLst>
              <a:ext uri="{FF2B5EF4-FFF2-40B4-BE49-F238E27FC236}">
                <a16:creationId xmlns:a16="http://schemas.microsoft.com/office/drawing/2014/main" id="{D22F600B-CDB2-FE76-0892-9EC0B1EE2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8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F600B-CDB2-FE76-0892-9EC0B1EE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EA348E-5538-2EF5-8385-E8C785B6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F4AB-F610-BB9B-B220-6DABE15C6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8" name="スライド番号プレースホルダ 5">
            <a:extLst>
              <a:ext uri="{FF2B5EF4-FFF2-40B4-BE49-F238E27FC236}">
                <a16:creationId xmlns:a16="http://schemas.microsoft.com/office/drawing/2014/main" id="{CD2D4F80-03AC-6F38-A395-02613182E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6B27C8-F41F-5792-F7D9-1B0F85CD898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EA5C3042-76D7-0E63-CCBA-1E2311650ADE}"/>
              </a:ext>
            </a:extLst>
          </p:cNvPr>
          <p:cNvSpPr txBox="1">
            <a:spLocks/>
          </p:cNvSpPr>
          <p:nvPr userDrawn="1"/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88BF55-9D8F-47B8-9CAA-91D4F95E55A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F26A693-9BCB-AE6E-398B-CEB888C8CC85}"/>
              </a:ext>
            </a:extLst>
          </p:cNvPr>
          <p:cNvGrpSpPr/>
          <p:nvPr userDrawn="1"/>
        </p:nvGrpSpPr>
        <p:grpSpPr>
          <a:xfrm>
            <a:off x="7918485" y="6342536"/>
            <a:ext cx="4033095" cy="368777"/>
            <a:chOff x="7387590" y="5395497"/>
            <a:chExt cx="4033095" cy="3687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690DAA8-D4F6-C25F-8FE0-0F22CFF58D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674949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3251513-B3E2-13EE-85E5-E7C796FDB367}"/>
                </a:ext>
              </a:extLst>
            </p:cNvPr>
            <p:cNvSpPr/>
            <p:nvPr/>
          </p:nvSpPr>
          <p:spPr>
            <a:xfrm>
              <a:off x="7387590" y="5421470"/>
              <a:ext cx="565828" cy="125313"/>
            </a:xfrm>
            <a:prstGeom prst="rect">
              <a:avLst/>
            </a:prstGeom>
            <a:solidFill>
              <a:srgbClr val="891515"/>
            </a:solidFill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algn="ctr" defTabSz="630753">
                <a:defRPr/>
              </a:pPr>
              <a:r>
                <a:rPr lang="en-US" sz="700" b="1" kern="0" noProof="0">
                  <a:solidFill>
                    <a:schemeClr val="bg1"/>
                  </a:solidFill>
                  <a:latin typeface="+mj-lt"/>
                  <a:ea typeface="+mn-lt"/>
                  <a:cs typeface="+mn-lt"/>
                  <a:sym typeface="+mn-lt"/>
                </a:rPr>
                <a:t>Key Steps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B253881-4CA1-B5C8-A910-D6EB11BA49B0}"/>
                </a:ext>
              </a:extLst>
            </p:cNvPr>
            <p:cNvSpPr/>
            <p:nvPr/>
          </p:nvSpPr>
          <p:spPr>
            <a:xfrm>
              <a:off x="7387590" y="5611722"/>
              <a:ext cx="565828" cy="125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24832" rIns="24832" rtlCol="0" anchor="ctr"/>
            <a:lstStyle/>
            <a:p>
              <a:pPr algn="ctr"/>
              <a:r>
                <a:rPr lang="en-US" sz="700" b="1" kern="0" noProof="0">
                  <a:latin typeface="+mj-lt"/>
                  <a:ea typeface="+mn-lt"/>
                  <a:cs typeface="+mn-lt"/>
                  <a:sym typeface="+mn-lt"/>
                </a:rPr>
                <a:t>Treatments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8478C06-CB45-3911-DC69-D01FF977C0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481233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BEAFA69-72E7-B49B-8A5A-64BCD6E78E72}"/>
                </a:ext>
              </a:extLst>
            </p:cNvPr>
            <p:cNvSpPr/>
            <p:nvPr/>
          </p:nvSpPr>
          <p:spPr>
            <a:xfrm>
              <a:off x="8459157" y="5395497"/>
              <a:ext cx="1013577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Patient Flow Step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7D0E3B4-537B-8CBA-6B30-F85EC51EB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78703" y="5425290"/>
              <a:ext cx="289561" cy="142665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228EE58-48E9-4A79-8A95-548C461B4067}"/>
                </a:ext>
              </a:extLst>
            </p:cNvPr>
            <p:cNvSpPr/>
            <p:nvPr/>
          </p:nvSpPr>
          <p:spPr>
            <a:xfrm>
              <a:off x="9802306" y="5592803"/>
              <a:ext cx="1618379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Total/Percentage of Prevalent Population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EF42B98-99CF-61C4-929A-7064F157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995" y="5682195"/>
              <a:ext cx="180976" cy="1217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ys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CB1543C-1557-D8EA-C68F-322F892EE9B9}"/>
                </a:ext>
              </a:extLst>
            </p:cNvPr>
            <p:cNvSpPr/>
            <p:nvPr/>
          </p:nvSpPr>
          <p:spPr>
            <a:xfrm>
              <a:off x="9802306" y="5395497"/>
              <a:ext cx="145685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Annual Total/Percentage Patients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79BBAE63-E13B-4375-EFFA-E9B2C92D43B2}"/>
                </a:ext>
              </a:extLst>
            </p:cNvPr>
            <p:cNvSpPr/>
            <p:nvPr/>
          </p:nvSpPr>
          <p:spPr>
            <a:xfrm>
              <a:off x="8459157" y="5588644"/>
              <a:ext cx="165878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Time between Key Steps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6B7E85E-D4F8-6BCF-9B16-4B2625A6F7E8}"/>
                </a:ext>
              </a:extLst>
            </p:cNvPr>
            <p:cNvSpPr/>
            <p:nvPr/>
          </p:nvSpPr>
          <p:spPr>
            <a:xfrm>
              <a:off x="8159390" y="5629586"/>
              <a:ext cx="162878" cy="90726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1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4AB45-2662-DBAE-3380-EF8DFC62CD69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SOME PATIENT FLOWS MAY BE ROUNDED TO NEAREST 100 PATIENTS FOR CLARITY </a:t>
            </a:r>
          </a:p>
        </p:txBody>
      </p:sp>
      <p:pic>
        <p:nvPicPr>
          <p:cNvPr id="24" name="Picture 23" descr="Takeda">
            <a:extLst>
              <a:ext uri="{FF2B5EF4-FFF2-40B4-BE49-F238E27FC236}">
                <a16:creationId xmlns:a16="http://schemas.microsoft.com/office/drawing/2014/main" id="{336F3499-EE01-4D4B-2D76-6280F06EB0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BBED7-A2FA-A55B-26DD-ED7F53B92D39}"/>
              </a:ext>
            </a:extLst>
          </p:cNvPr>
          <p:cNvSpPr>
            <a:spLocks/>
          </p:cNvSpPr>
          <p:nvPr userDrawn="1"/>
        </p:nvSpPr>
        <p:spPr>
          <a:xfrm>
            <a:off x="650917" y="135112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F882-20EC-7844-92EF-C5218D941027}"/>
              </a:ext>
            </a:extLst>
          </p:cNvPr>
          <p:cNvSpPr>
            <a:spLocks/>
          </p:cNvSpPr>
          <p:nvPr userDrawn="1"/>
        </p:nvSpPr>
        <p:spPr>
          <a:xfrm>
            <a:off x="650917" y="2609917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6C0FF-B88B-8DAE-0A7F-898D1AFBAEFB}"/>
              </a:ext>
            </a:extLst>
          </p:cNvPr>
          <p:cNvSpPr>
            <a:spLocks/>
          </p:cNvSpPr>
          <p:nvPr userDrawn="1"/>
        </p:nvSpPr>
        <p:spPr>
          <a:xfrm>
            <a:off x="650916" y="3868711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FB36-5074-D86B-D807-4788A72FFB86}"/>
              </a:ext>
            </a:extLst>
          </p:cNvPr>
          <p:cNvSpPr>
            <a:spLocks/>
          </p:cNvSpPr>
          <p:nvPr userDrawn="1"/>
        </p:nvSpPr>
        <p:spPr>
          <a:xfrm>
            <a:off x="650917" y="512750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95226-5346-58B4-F079-F94DCC723E8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2686" y="4411202"/>
            <a:ext cx="13286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and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4C270-27C7-1ACE-405C-C795D5B7161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26126" y="1776314"/>
            <a:ext cx="91102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AAAD-D840-7205-A255-772D4B5E487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9194" y="5552695"/>
            <a:ext cx="92488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No Prior OSA nor Neuro-psych Dx</a:t>
            </a:r>
            <a:r>
              <a:rPr lang="en-US" sz="800" b="1" i="1" baseline="30000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32E8E6-B06D-0CD3-C69C-CAC375FCF275}"/>
              </a:ext>
            </a:extLst>
          </p:cNvPr>
          <p:cNvCxnSpPr>
            <a:cxnSpLocks/>
          </p:cNvCxnSpPr>
          <p:nvPr userDrawn="1"/>
        </p:nvCxnSpPr>
        <p:spPr>
          <a:xfrm>
            <a:off x="437717" y="1049975"/>
            <a:ext cx="11531320" cy="0"/>
          </a:xfrm>
          <a:prstGeom prst="line">
            <a:avLst/>
          </a:prstGeom>
          <a:ln w="12700" cap="rnd">
            <a:solidFill>
              <a:schemeClr val="accent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BE4C45-05B8-8927-F8BD-2FEBDF122DD1}"/>
              </a:ext>
            </a:extLst>
          </p:cNvPr>
          <p:cNvCxnSpPr>
            <a:cxnSpLocks/>
          </p:cNvCxnSpPr>
          <p:nvPr userDrawn="1"/>
        </p:nvCxnSpPr>
        <p:spPr>
          <a:xfrm>
            <a:off x="437718" y="1190970"/>
            <a:ext cx="599661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F880C-4603-99E5-947F-CDD0FC3C3894}"/>
              </a:ext>
            </a:extLst>
          </p:cNvPr>
          <p:cNvSpPr txBox="1"/>
          <p:nvPr userDrawn="1"/>
        </p:nvSpPr>
        <p:spPr>
          <a:xfrm>
            <a:off x="5046026" y="976976"/>
            <a:ext cx="2181596" cy="145998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120,000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total adult prevalent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 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91CC8-2AF5-D535-EE91-862255B06E6E}"/>
              </a:ext>
            </a:extLst>
          </p:cNvPr>
          <p:cNvSpPr txBox="1">
            <a:spLocks/>
          </p:cNvSpPr>
          <p:nvPr userDrawn="1"/>
        </p:nvSpPr>
        <p:spPr>
          <a:xfrm>
            <a:off x="2508869" y="1105344"/>
            <a:ext cx="185431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undiagnosed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F92D9-B3F6-FD1C-ED5C-A61D1BFC24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139592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AB841F-9466-963C-3FAF-A0F7A8B8D21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182901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5,000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A1A14D-5834-6C37-449E-EF32054DEA14}"/>
              </a:ext>
            </a:extLst>
          </p:cNvPr>
          <p:cNvCxnSpPr>
            <a:cxnSpLocks/>
          </p:cNvCxnSpPr>
          <p:nvPr userDrawn="1"/>
        </p:nvCxnSpPr>
        <p:spPr>
          <a:xfrm>
            <a:off x="6606540" y="1190970"/>
            <a:ext cx="536249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839F3F-2510-4F84-15EB-E5356370CC42}"/>
              </a:ext>
            </a:extLst>
          </p:cNvPr>
          <p:cNvSpPr txBox="1">
            <a:spLocks/>
          </p:cNvSpPr>
          <p:nvPr userDrawn="1"/>
        </p:nvSpPr>
        <p:spPr>
          <a:xfrm>
            <a:off x="8426390" y="1105344"/>
            <a:ext cx="168469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4FC7C3-8111-C96A-8E70-2701A79EFC09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81747" y="3035108"/>
            <a:ext cx="112677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ADEA4-7C77-E73D-79AE-54311F994E8D}"/>
              </a:ext>
            </a:extLst>
          </p:cNvPr>
          <p:cNvSpPr>
            <a:spLocks/>
          </p:cNvSpPr>
          <p:nvPr userDrawn="1"/>
        </p:nvSpPr>
        <p:spPr>
          <a:xfrm>
            <a:off x="5092700" y="1351123"/>
            <a:ext cx="1438312" cy="4965308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95F41-4650-9978-57E2-7F8B3F89A035}"/>
              </a:ext>
            </a:extLst>
          </p:cNvPr>
          <p:cNvSpPr>
            <a:spLocks/>
          </p:cNvSpPr>
          <p:nvPr userDrawn="1"/>
        </p:nvSpPr>
        <p:spPr>
          <a:xfrm>
            <a:off x="6510500" y="1351123"/>
            <a:ext cx="5448958" cy="4965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0800" cap="flat">
            <a:noFill/>
            <a:prstDash val="solid"/>
            <a:miter/>
          </a:ln>
        </p:spPr>
        <p:txBody>
          <a:bodyPr tIns="144000" rtlCol="0" anchor="t"/>
          <a:lstStyle/>
          <a:p>
            <a:pPr algn="ctr"/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BA5DF-AD57-E831-F63F-FF5BE8DFB18E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2625694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506F947-3597-BF1A-C0C8-D74AFBD3584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3058786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24,000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9DBB19-20A9-AB2F-3102-D6F95462F985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3906147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3E909B-A80E-D4FD-E0B5-9C41BAC50D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4339239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23,000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43B100-9DCB-FCD8-D55C-809BFB7E9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517567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225CE8-54CA-9D1D-1DA4-60F5BAB2B3E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560876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8,000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B5CD67-2744-599A-BEB8-C5ADC478D0A9}"/>
              </a:ext>
            </a:extLst>
          </p:cNvPr>
          <p:cNvSpPr>
            <a:spLocks/>
          </p:cNvSpPr>
          <p:nvPr userDrawn="1"/>
        </p:nvSpPr>
        <p:spPr>
          <a:xfrm>
            <a:off x="283952" y="3690251"/>
            <a:ext cx="564957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9C0DBB2-F0DB-1A69-67BA-BB3F8923F213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>
            <a:off x="848909" y="3806016"/>
            <a:ext cx="743870" cy="6603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A548550-2851-9F3B-0BB4-2F2C0E2E9A24}"/>
              </a:ext>
            </a:extLst>
          </p:cNvPr>
          <p:cNvSpPr/>
          <p:nvPr userDrawn="1"/>
        </p:nvSpPr>
        <p:spPr>
          <a:xfrm>
            <a:off x="1639932" y="5175018"/>
            <a:ext cx="2849319" cy="193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sz="80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497E56-66BB-569C-FD05-06AB4F3C4FF5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 flipV="1">
            <a:off x="848909" y="3215482"/>
            <a:ext cx="743870" cy="5905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50CA0F8-4036-3C93-77C6-73BF4A828D44}"/>
              </a:ext>
            </a:extLst>
          </p:cNvPr>
          <p:cNvCxnSpPr>
            <a:cxnSpLocks/>
            <a:stCxn id="45" idx="6"/>
            <a:endCxn id="151" idx="1"/>
          </p:cNvCxnSpPr>
          <p:nvPr userDrawn="1"/>
        </p:nvCxnSpPr>
        <p:spPr>
          <a:xfrm>
            <a:off x="848909" y="3806016"/>
            <a:ext cx="743870" cy="191595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3BA0D79-79AD-EA17-892F-B3AABC545213}"/>
              </a:ext>
            </a:extLst>
          </p:cNvPr>
          <p:cNvSpPr>
            <a:spLocks/>
          </p:cNvSpPr>
          <p:nvPr userDrawn="1"/>
        </p:nvSpPr>
        <p:spPr>
          <a:xfrm>
            <a:off x="973432" y="561537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BE69CB0-D92B-56FE-D091-0402F7C883DA}"/>
              </a:ext>
            </a:extLst>
          </p:cNvPr>
          <p:cNvCxnSpPr>
            <a:cxnSpLocks/>
            <a:stCxn id="45" idx="6"/>
            <a:endCxn id="143" idx="1"/>
          </p:cNvCxnSpPr>
          <p:nvPr userDrawn="1"/>
        </p:nvCxnSpPr>
        <p:spPr>
          <a:xfrm flipV="1">
            <a:off x="848909" y="1945292"/>
            <a:ext cx="743870" cy="18607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E774942-CA9B-AA43-CCC6-E5FF7E13EB02}"/>
              </a:ext>
            </a:extLst>
          </p:cNvPr>
          <p:cNvSpPr>
            <a:spLocks/>
          </p:cNvSpPr>
          <p:nvPr userDrawn="1"/>
        </p:nvSpPr>
        <p:spPr>
          <a:xfrm>
            <a:off x="973432" y="183899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17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7FE8B16-9568-F4CF-16A5-483C01BE9F16}"/>
              </a:ext>
            </a:extLst>
          </p:cNvPr>
          <p:cNvCxnSpPr>
            <a:cxnSpLocks/>
            <a:stCxn id="143" idx="3"/>
            <a:endCxn id="363" idx="0"/>
          </p:cNvCxnSpPr>
          <p:nvPr userDrawn="1"/>
        </p:nvCxnSpPr>
        <p:spPr>
          <a:xfrm>
            <a:off x="2903849" y="1945292"/>
            <a:ext cx="3074611" cy="16596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4A143F1-7EE5-F902-3AD7-0CECA3882A9C}"/>
              </a:ext>
            </a:extLst>
          </p:cNvPr>
          <p:cNvCxnSpPr>
            <a:cxnSpLocks/>
            <a:stCxn id="151" idx="3"/>
            <a:endCxn id="362" idx="4"/>
          </p:cNvCxnSpPr>
          <p:nvPr userDrawn="1"/>
        </p:nvCxnSpPr>
        <p:spPr>
          <a:xfrm flipV="1">
            <a:off x="2903849" y="3955273"/>
            <a:ext cx="3070499" cy="1766699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075C31B-2837-E80A-0DFC-46B6E6DE2D72}"/>
              </a:ext>
            </a:extLst>
          </p:cNvPr>
          <p:cNvSpPr>
            <a:spLocks/>
          </p:cNvSpPr>
          <p:nvPr userDrawn="1"/>
        </p:nvSpPr>
        <p:spPr>
          <a:xfrm>
            <a:off x="4646092" y="5617870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3041A1E-B993-D621-65E4-5C588011D944}"/>
              </a:ext>
            </a:extLst>
          </p:cNvPr>
          <p:cNvCxnSpPr>
            <a:cxnSpLocks/>
            <a:stCxn id="135" idx="3"/>
            <a:endCxn id="362" idx="2"/>
          </p:cNvCxnSpPr>
          <p:nvPr userDrawn="1"/>
        </p:nvCxnSpPr>
        <p:spPr>
          <a:xfrm>
            <a:off x="2903849" y="3215482"/>
            <a:ext cx="2813911" cy="624026"/>
          </a:xfrm>
          <a:prstGeom prst="bentConnector3">
            <a:avLst>
              <a:gd name="adj1" fmla="val 7058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B26BC4-C80E-143B-57AF-D57B78FB50D5}"/>
              </a:ext>
            </a:extLst>
          </p:cNvPr>
          <p:cNvSpPr>
            <a:spLocks/>
          </p:cNvSpPr>
          <p:nvPr userDrawn="1"/>
        </p:nvSpPr>
        <p:spPr>
          <a:xfrm>
            <a:off x="4646092" y="3380837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B8E590-818D-ECD5-2A7D-1C3CDF69CB29}"/>
              </a:ext>
            </a:extLst>
          </p:cNvPr>
          <p:cNvGrpSpPr/>
          <p:nvPr userDrawn="1"/>
        </p:nvGrpSpPr>
        <p:grpSpPr>
          <a:xfrm>
            <a:off x="4981922" y="4384059"/>
            <a:ext cx="959042" cy="566625"/>
            <a:chOff x="19742817" y="12505654"/>
            <a:chExt cx="2336292" cy="138033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3FAFD1-8D48-9A8C-82D5-28379F598F06}"/>
                </a:ext>
              </a:extLst>
            </p:cNvPr>
            <p:cNvSpPr>
              <a:spLocks/>
            </p:cNvSpPr>
            <p:nvPr/>
          </p:nvSpPr>
          <p:spPr>
            <a:xfrm>
              <a:off x="19742817" y="13354133"/>
              <a:ext cx="2336292" cy="5318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en-US" sz="800" b="1" noProof="0">
                  <a:solidFill>
                    <a:schemeClr val="accent1"/>
                  </a:solidFill>
                </a:rPr>
                <a:t>Misdiagnosed or symptoms overseen indefinitely</a:t>
              </a:r>
              <a:r>
                <a:rPr kumimoji="1" lang="en-US" sz="800" b="1" baseline="30000" noProof="0">
                  <a:solidFill>
                    <a:schemeClr val="accent1"/>
                  </a:solidFill>
                </a:rPr>
                <a:t>10</a:t>
              </a:r>
              <a:endParaRPr kumimoji="1" lang="en-US" sz="800" b="1" noProof="0">
                <a:solidFill>
                  <a:schemeClr val="accent1"/>
                </a:solidFill>
              </a:endParaRPr>
            </a:p>
          </p:txBody>
        </p:sp>
        <p:pic>
          <p:nvPicPr>
            <p:cNvPr id="60" name="Graphic 59" descr="Warning with solid fill">
              <a:extLst>
                <a:ext uri="{FF2B5EF4-FFF2-40B4-BE49-F238E27FC236}">
                  <a16:creationId xmlns:a16="http://schemas.microsoft.com/office/drawing/2014/main" id="{79068A8F-EFEE-12E8-00D3-AD07ED76E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0589978" y="12505654"/>
              <a:ext cx="641965" cy="641966"/>
            </a:xfrm>
            <a:prstGeom prst="rect">
              <a:avLst/>
            </a:prstGeom>
          </p:spPr>
        </p:pic>
      </p:grp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E05824C-0248-E13F-5A4C-578B8B16A078}"/>
              </a:ext>
            </a:extLst>
          </p:cNvPr>
          <p:cNvCxnSpPr>
            <a:cxnSpLocks/>
            <a:endCxn id="362" idx="2"/>
          </p:cNvCxnSpPr>
          <p:nvPr userDrawn="1"/>
        </p:nvCxnSpPr>
        <p:spPr>
          <a:xfrm flipV="1">
            <a:off x="2646213" y="3839508"/>
            <a:ext cx="3071547" cy="626907"/>
          </a:xfrm>
          <a:prstGeom prst="bentConnector3">
            <a:avLst>
              <a:gd name="adj1" fmla="val 7308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614A3B-F850-B05D-A9FF-3297038421C7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3816764"/>
            <a:ext cx="2849319" cy="1092734"/>
            <a:chOff x="1639932" y="1374935"/>
            <a:chExt cx="2849319" cy="1092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1CA448-4164-6765-7303-857216814782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EC0FB31-DD65-2393-6CBF-331E5C64E6A5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FE59888-3B4B-8064-62D3-06D38833D7E3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A57938B-AA4B-D9A3-8437-CA64E56C5CE0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74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23AE5D-7FB3-770C-2D81-AD372C05C6C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13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3A3B04D-E571-52AB-E6C6-C89FBCA7DBCD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yes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2D303C-C19A-9C3B-652F-3A3997BFB3DA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20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BAB0F34-D297-39A2-6642-79E8902228A2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2565831"/>
            <a:ext cx="2849319" cy="1092734"/>
            <a:chOff x="1639932" y="1374935"/>
            <a:chExt cx="2849319" cy="10927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F2C4872-14FF-9964-7375-4746B922CA65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80D857-CCB2-1312-4B15-C1F6519277DB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02725E8-E82A-B10B-6A9F-EDD973530BBF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983A1A6-B8AA-74D3-E777-09BE565BF6B8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4C015CB-ABB3-33A5-8A4E-2FE496BBC8A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2C093F-E253-37CE-7574-631960B4D60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51</a:t>
              </a:r>
              <a:r>
                <a:rPr lang="en-US" sz="800" b="1"/>
                <a:t> % yes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4632770-5613-0200-4BFC-9FF7B556C635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49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88C719B-5469-74F0-85A4-094FB08B59D1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1295641"/>
            <a:ext cx="2849319" cy="1092734"/>
            <a:chOff x="1639932" y="1374935"/>
            <a:chExt cx="2849319" cy="109273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0CCEF58-F965-A237-ED94-51A0B8F25D4B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DFD0646-E2DA-B236-EE61-DACC556FB0A4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250924-DCD1-EDD4-4A24-13E9E2C581CC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70904A-E599-6414-CCB2-5D4C6C186AAE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493CFBD-4800-0659-D886-FB7DFC370234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9EBAE1-D6C7-29D2-8B33-825F1A7AE5F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yes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AA4B1AB-927C-F057-093C-92A0A57BB764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33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25E2CE4-ACA2-6541-E520-9254FB4C7C5B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5278888"/>
            <a:ext cx="2810822" cy="886167"/>
            <a:chOff x="1639932" y="5381585"/>
            <a:chExt cx="2810822" cy="886167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6D6AFBA-8BB3-2ED1-491A-BFEDE59032F1}"/>
                </a:ext>
              </a:extLst>
            </p:cNvPr>
            <p:cNvSpPr/>
            <p:nvPr/>
          </p:nvSpPr>
          <p:spPr>
            <a:xfrm>
              <a:off x="1639932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DBA81CA-3321-64CE-AD53-9AEE57CBCABA}"/>
                </a:ext>
              </a:extLst>
            </p:cNvPr>
            <p:cNvSpPr/>
            <p:nvPr/>
          </p:nvSpPr>
          <p:spPr>
            <a:xfrm>
              <a:off x="3139684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54FA301-6A65-EF07-8474-C3D4A2A46596}"/>
                </a:ext>
              </a:extLst>
            </p:cNvPr>
            <p:cNvSpPr/>
            <p:nvPr/>
          </p:nvSpPr>
          <p:spPr>
            <a:xfrm>
              <a:off x="1709225" y="5623902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FBD26-E3D0-5CD7-EC9E-0ED3BEB8AA78}"/>
                </a:ext>
              </a:extLst>
            </p:cNvPr>
            <p:cNvSpPr/>
            <p:nvPr/>
          </p:nvSpPr>
          <p:spPr>
            <a:xfrm>
              <a:off x="1709225" y="5931987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FB4095-A5B4-0F7A-9394-BEAFD323AE8E}"/>
                </a:ext>
              </a:extLst>
            </p:cNvPr>
            <p:cNvSpPr/>
            <p:nvPr/>
          </p:nvSpPr>
          <p:spPr>
            <a:xfrm>
              <a:off x="3195557" y="5623902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45</a:t>
              </a:r>
              <a:r>
                <a:rPr lang="en-US" sz="800" b="1"/>
                <a:t> % yes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043D58C-6D60-F9D0-6DBB-D762EF34BC00}"/>
                </a:ext>
              </a:extLst>
            </p:cNvPr>
            <p:cNvSpPr/>
            <p:nvPr/>
          </p:nvSpPr>
          <p:spPr>
            <a:xfrm>
              <a:off x="3195557" y="5931987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55</a:t>
              </a:r>
              <a:r>
                <a:rPr lang="en-US" sz="800" b="1"/>
                <a:t> % no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40B8389-9740-9997-AF23-0257905B000C}"/>
              </a:ext>
            </a:extLst>
          </p:cNvPr>
          <p:cNvSpPr>
            <a:spLocks/>
          </p:cNvSpPr>
          <p:nvPr userDrawn="1"/>
        </p:nvSpPr>
        <p:spPr>
          <a:xfrm>
            <a:off x="4646092" y="412190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41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6E4A831B-2674-76FA-A86B-58ABC9C7FA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186301" y="4108919"/>
            <a:ext cx="550284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9909E10-72A3-3AD5-92E3-447269023C69}"/>
              </a:ext>
            </a:extLst>
          </p:cNvPr>
          <p:cNvSpPr>
            <a:spLocks/>
          </p:cNvSpPr>
          <p:nvPr userDrawn="1"/>
        </p:nvSpPr>
        <p:spPr>
          <a:xfrm>
            <a:off x="5253427" y="4032237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5720" rIns="4572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~6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6837F4-C23E-698E-16C5-5CBA6585646C}"/>
              </a:ext>
            </a:extLst>
          </p:cNvPr>
          <p:cNvSpPr>
            <a:spLocks/>
          </p:cNvSpPr>
          <p:nvPr userDrawn="1"/>
        </p:nvSpPr>
        <p:spPr>
          <a:xfrm>
            <a:off x="4646092" y="1835834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16961F8-D457-D384-8FB5-1CA7542279FC}"/>
              </a:ext>
            </a:extLst>
          </p:cNvPr>
          <p:cNvSpPr>
            <a:spLocks/>
          </p:cNvSpPr>
          <p:nvPr userDrawn="1"/>
        </p:nvSpPr>
        <p:spPr>
          <a:xfrm>
            <a:off x="6153187" y="2533016"/>
            <a:ext cx="707208" cy="474884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Previously Diagnosed with NT2</a:t>
            </a:r>
            <a:r>
              <a:rPr lang="en-US" sz="900" b="1" kern="0" baseline="30000">
                <a:solidFill>
                  <a:schemeClr val="bg1"/>
                </a:solidFill>
                <a:latin typeface="+mj-lt"/>
                <a:ea typeface="+mn-lt"/>
                <a:cs typeface="+mn-lt"/>
              </a:rPr>
              <a:t>9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651B5D43-1E35-FF3D-034C-6575A8738249}"/>
              </a:ext>
            </a:extLst>
          </p:cNvPr>
          <p:cNvCxnSpPr>
            <a:cxnSpLocks/>
            <a:stCxn id="161" idx="2"/>
            <a:endCxn id="363" idx="0"/>
          </p:cNvCxnSpPr>
          <p:nvPr userDrawn="1"/>
        </p:nvCxnSpPr>
        <p:spPr>
          <a:xfrm rot="5400000">
            <a:off x="5944125" y="3042236"/>
            <a:ext cx="597002" cy="5283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3FBCBD1-39A9-4148-2B10-09F31A6BABF7}"/>
              </a:ext>
            </a:extLst>
          </p:cNvPr>
          <p:cNvSpPr>
            <a:spLocks/>
          </p:cNvSpPr>
          <p:nvPr userDrawn="1"/>
        </p:nvSpPr>
        <p:spPr>
          <a:xfrm>
            <a:off x="6027536" y="323055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F0BB7B-3E03-E9CF-7FBF-3B5435C0C42A}"/>
              </a:ext>
            </a:extLst>
          </p:cNvPr>
          <p:cNvSpPr>
            <a:spLocks/>
          </p:cNvSpPr>
          <p:nvPr userDrawn="1"/>
        </p:nvSpPr>
        <p:spPr>
          <a:xfrm>
            <a:off x="7879081" y="1417327"/>
            <a:ext cx="3295086" cy="50398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Never Treated</a:t>
            </a:r>
            <a:r>
              <a:rPr lang="en-US" sz="800" b="1" baseline="30000">
                <a:solidFill>
                  <a:srgbClr val="000000"/>
                </a:solidFill>
                <a:latin typeface="+mj-lt"/>
              </a:rPr>
              <a:t>11</a:t>
            </a:r>
            <a:endParaRPr kumimoji="1" lang="en-US" sz="800" b="1" spc="-100" noProof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AF1AE5D-886C-D7FA-A8AC-807E0ED2F562}"/>
              </a:ext>
            </a:extLst>
          </p:cNvPr>
          <p:cNvSpPr>
            <a:spLocks/>
          </p:cNvSpPr>
          <p:nvPr userDrawn="1"/>
        </p:nvSpPr>
        <p:spPr>
          <a:xfrm>
            <a:off x="7879080" y="1984623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Experienced at NT1 Diagnosis</a:t>
            </a:r>
            <a:endParaRPr kumimoji="1" lang="en-US" sz="800" b="1" spc="-100" noProof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24995-9A40-846F-6780-A126A82D7780}"/>
              </a:ext>
            </a:extLst>
          </p:cNvPr>
          <p:cNvSpPr>
            <a:spLocks/>
          </p:cNvSpPr>
          <p:nvPr userDrawn="1"/>
        </p:nvSpPr>
        <p:spPr>
          <a:xfrm>
            <a:off x="7879080" y="4625652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Naïve at NT1 Diagnosis</a:t>
            </a:r>
            <a:endParaRPr kumimoji="1" lang="en-US" sz="800" b="1" spc="-100" noProof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F993C51-175B-AE37-8D1E-FCA0DADF6CDC}"/>
              </a:ext>
            </a:extLst>
          </p:cNvPr>
          <p:cNvSpPr>
            <a:spLocks/>
          </p:cNvSpPr>
          <p:nvPr userDrawn="1"/>
        </p:nvSpPr>
        <p:spPr>
          <a:xfrm>
            <a:off x="11394872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E7E5D33-30A7-93EB-7FB8-E82D9EAD7242}"/>
              </a:ext>
            </a:extLst>
          </p:cNvPr>
          <p:cNvSpPr>
            <a:spLocks/>
          </p:cNvSpPr>
          <p:nvPr userDrawn="1"/>
        </p:nvSpPr>
        <p:spPr>
          <a:xfrm>
            <a:off x="7933577" y="5296837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8BDB3C5-3079-9EBA-B01C-EADBC85DCA30}"/>
              </a:ext>
            </a:extLst>
          </p:cNvPr>
          <p:cNvCxnSpPr>
            <a:cxnSpLocks/>
            <a:stCxn id="362" idx="6"/>
            <a:endCxn id="166" idx="1"/>
          </p:cNvCxnSpPr>
          <p:nvPr userDrawn="1"/>
        </p:nvCxnSpPr>
        <p:spPr>
          <a:xfrm>
            <a:off x="6230936" y="3839508"/>
            <a:ext cx="1648144" cy="1562308"/>
          </a:xfrm>
          <a:prstGeom prst="bentConnector3">
            <a:avLst>
              <a:gd name="adj1" fmla="val 628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D54799D0-4D98-FDD8-058E-0C730F4222AC}"/>
              </a:ext>
            </a:extLst>
          </p:cNvPr>
          <p:cNvCxnSpPr>
            <a:cxnSpLocks/>
            <a:stCxn id="166" idx="3"/>
            <a:endCxn id="171" idx="4"/>
          </p:cNvCxnSpPr>
          <p:nvPr userDrawn="1"/>
        </p:nvCxnSpPr>
        <p:spPr>
          <a:xfrm flipV="1">
            <a:off x="11174166" y="3955273"/>
            <a:ext cx="477294" cy="1446543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3" name="Connector: Elbow 342">
            <a:extLst>
              <a:ext uri="{FF2B5EF4-FFF2-40B4-BE49-F238E27FC236}">
                <a16:creationId xmlns:a16="http://schemas.microsoft.com/office/drawing/2014/main" id="{EDE7B13C-FD33-CF27-D793-9B8C0D1C0D4E}"/>
              </a:ext>
            </a:extLst>
          </p:cNvPr>
          <p:cNvCxnSpPr>
            <a:cxnSpLocks/>
            <a:stCxn id="362" idx="6"/>
            <a:endCxn id="164" idx="1"/>
          </p:cNvCxnSpPr>
          <p:nvPr userDrawn="1"/>
        </p:nvCxnSpPr>
        <p:spPr>
          <a:xfrm flipV="1">
            <a:off x="6230936" y="1669317"/>
            <a:ext cx="1648145" cy="217019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61C0020A-BC83-E7E3-D24B-748585784C9C}"/>
              </a:ext>
            </a:extLst>
          </p:cNvPr>
          <p:cNvCxnSpPr>
            <a:cxnSpLocks/>
            <a:stCxn id="362" idx="6"/>
            <a:endCxn id="165" idx="1"/>
          </p:cNvCxnSpPr>
          <p:nvPr userDrawn="1"/>
        </p:nvCxnSpPr>
        <p:spPr>
          <a:xfrm flipV="1">
            <a:off x="6230936" y="2760787"/>
            <a:ext cx="1648144" cy="1078721"/>
          </a:xfrm>
          <a:prstGeom prst="bentConnector3">
            <a:avLst>
              <a:gd name="adj1" fmla="val 62854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20ACABDC-90AF-B103-E5B7-C3E90D9E0A3C}"/>
              </a:ext>
            </a:extLst>
          </p:cNvPr>
          <p:cNvCxnSpPr>
            <a:cxnSpLocks/>
            <a:stCxn id="164" idx="3"/>
            <a:endCxn id="355" idx="0"/>
          </p:cNvCxnSpPr>
          <p:nvPr userDrawn="1"/>
        </p:nvCxnSpPr>
        <p:spPr>
          <a:xfrm>
            <a:off x="11174167" y="1669317"/>
            <a:ext cx="487785" cy="19331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4453F06D-41F4-9CB2-9A44-49057256B52A}"/>
              </a:ext>
            </a:extLst>
          </p:cNvPr>
          <p:cNvCxnSpPr>
            <a:cxnSpLocks/>
            <a:stCxn id="165" idx="3"/>
            <a:endCxn id="355" idx="0"/>
          </p:cNvCxnSpPr>
          <p:nvPr userDrawn="1"/>
        </p:nvCxnSpPr>
        <p:spPr>
          <a:xfrm>
            <a:off x="11174166" y="2760787"/>
            <a:ext cx="487786" cy="84164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2C6B4AD5-42FB-3D33-F1AB-2F424063134A}"/>
              </a:ext>
            </a:extLst>
          </p:cNvPr>
          <p:cNvCxnSpPr>
            <a:cxnSpLocks/>
            <a:stCxn id="368" idx="3"/>
            <a:endCxn id="171" idx="2"/>
          </p:cNvCxnSpPr>
          <p:nvPr userDrawn="1"/>
        </p:nvCxnSpPr>
        <p:spPr>
          <a:xfrm flipV="1">
            <a:off x="11186372" y="3839508"/>
            <a:ext cx="208500" cy="251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90F640A-A231-3A20-9A98-97D055B3A508}"/>
              </a:ext>
            </a:extLst>
          </p:cNvPr>
          <p:cNvSpPr>
            <a:spLocks/>
          </p:cNvSpPr>
          <p:nvPr userDrawn="1"/>
        </p:nvSpPr>
        <p:spPr>
          <a:xfrm>
            <a:off x="8830330" y="1613012"/>
            <a:ext cx="1495975" cy="21318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algn="ctr" defTabSz="914400" rtl="0" eaLnBrk="1" latinLnBrk="0" hangingPunct="1"/>
            <a:r>
              <a:rPr kumimoji="0" lang="en-US" sz="10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8,700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879D47D-E4CF-AC58-FC94-702AA91FE7CB}"/>
              </a:ext>
            </a:extLst>
          </p:cNvPr>
          <p:cNvSpPr>
            <a:spLocks/>
          </p:cNvSpPr>
          <p:nvPr userDrawn="1"/>
        </p:nvSpPr>
        <p:spPr>
          <a:xfrm>
            <a:off x="9015812" y="484679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45F16E-6756-30EA-E9D9-1D4E3C01D101}"/>
              </a:ext>
            </a:extLst>
          </p:cNvPr>
          <p:cNvSpPr>
            <a:spLocks/>
          </p:cNvSpPr>
          <p:nvPr userDrawn="1"/>
        </p:nvSpPr>
        <p:spPr>
          <a:xfrm>
            <a:off x="9015812" y="5746880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86F9491-69F9-3FB0-4071-697332273E33}"/>
              </a:ext>
            </a:extLst>
          </p:cNvPr>
          <p:cNvSpPr>
            <a:spLocks/>
          </p:cNvSpPr>
          <p:nvPr userDrawn="1"/>
        </p:nvSpPr>
        <p:spPr>
          <a:xfrm>
            <a:off x="7909579" y="2652925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12B489F-EDF9-B781-0FE8-3BB8EAE5D66A}"/>
              </a:ext>
            </a:extLst>
          </p:cNvPr>
          <p:cNvSpPr>
            <a:spLocks/>
          </p:cNvSpPr>
          <p:nvPr userDrawn="1"/>
        </p:nvSpPr>
        <p:spPr>
          <a:xfrm>
            <a:off x="9015812" y="2202883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A429DEDE-BD6C-DB13-68C0-8107EFF0262D}"/>
              </a:ext>
            </a:extLst>
          </p:cNvPr>
          <p:cNvSpPr>
            <a:spLocks/>
          </p:cNvSpPr>
          <p:nvPr userDrawn="1"/>
        </p:nvSpPr>
        <p:spPr>
          <a:xfrm>
            <a:off x="9015812" y="265292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BB54B71-1763-9830-6DF2-5B7EBE9F670E}"/>
              </a:ext>
            </a:extLst>
          </p:cNvPr>
          <p:cNvSpPr>
            <a:spLocks/>
          </p:cNvSpPr>
          <p:nvPr userDrawn="1"/>
        </p:nvSpPr>
        <p:spPr>
          <a:xfrm>
            <a:off x="9015812" y="3102968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33C128C-78FC-BA73-7B3D-4C1A0B3D616F}"/>
              </a:ext>
            </a:extLst>
          </p:cNvPr>
          <p:cNvSpPr txBox="1">
            <a:spLocks/>
          </p:cNvSpPr>
          <p:nvPr userDrawn="1"/>
        </p:nvSpPr>
        <p:spPr>
          <a:xfrm>
            <a:off x="11423425" y="3602427"/>
            <a:ext cx="477054" cy="107722"/>
          </a:xfrm>
          <a:prstGeom prst="rect">
            <a:avLst/>
          </a:prstGeom>
          <a:solidFill>
            <a:srgbClr val="F9D3D4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Mortality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796C7AC-F3F6-7650-B0B5-3FDFA48CEA44}"/>
              </a:ext>
            </a:extLst>
          </p:cNvPr>
          <p:cNvSpPr txBox="1">
            <a:spLocks/>
          </p:cNvSpPr>
          <p:nvPr userDrawn="1"/>
        </p:nvSpPr>
        <p:spPr>
          <a:xfrm>
            <a:off x="327905" y="3918753"/>
            <a:ext cx="477054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Incidence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2841EA5-1863-A0E2-DFAF-1356D9D15735}"/>
              </a:ext>
            </a:extLst>
          </p:cNvPr>
          <p:cNvSpPr>
            <a:spLocks/>
          </p:cNvSpPr>
          <p:nvPr userDrawn="1"/>
        </p:nvSpPr>
        <p:spPr>
          <a:xfrm>
            <a:off x="6964422" y="3261088"/>
            <a:ext cx="618208" cy="167337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714CC28-4A5B-D66F-6663-D37BBD6CFB08}"/>
              </a:ext>
            </a:extLst>
          </p:cNvPr>
          <p:cNvSpPr>
            <a:spLocks/>
          </p:cNvSpPr>
          <p:nvPr userDrawn="1"/>
        </p:nvSpPr>
        <p:spPr>
          <a:xfrm>
            <a:off x="6815979" y="2273292"/>
            <a:ext cx="482556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27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D30913C-D668-EF45-FD26-ADCD323FD1FC}"/>
              </a:ext>
            </a:extLst>
          </p:cNvPr>
          <p:cNvSpPr>
            <a:spLocks/>
          </p:cNvSpPr>
          <p:nvPr userDrawn="1"/>
        </p:nvSpPr>
        <p:spPr>
          <a:xfrm>
            <a:off x="6980805" y="4234439"/>
            <a:ext cx="579836" cy="18047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C88B562-47F4-0D63-C31F-6B1DDD5846F2}"/>
              </a:ext>
            </a:extLst>
          </p:cNvPr>
          <p:cNvSpPr>
            <a:spLocks/>
          </p:cNvSpPr>
          <p:nvPr userDrawn="1"/>
        </p:nvSpPr>
        <p:spPr>
          <a:xfrm>
            <a:off x="7329015" y="528830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5.4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BD9B93B-6E0F-F1D4-010B-6492918BF41B}"/>
              </a:ext>
            </a:extLst>
          </p:cNvPr>
          <p:cNvSpPr>
            <a:spLocks/>
          </p:cNvSpPr>
          <p:nvPr userDrawn="1"/>
        </p:nvSpPr>
        <p:spPr>
          <a:xfrm>
            <a:off x="7329015" y="2652971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CFB8456-08C4-FEB8-3C40-D5CF4E77EAF6}"/>
              </a:ext>
            </a:extLst>
          </p:cNvPr>
          <p:cNvSpPr>
            <a:spLocks/>
          </p:cNvSpPr>
          <p:nvPr userDrawn="1"/>
        </p:nvSpPr>
        <p:spPr>
          <a:xfrm>
            <a:off x="5717760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1,252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9D346F6-4A20-5B6E-349A-0D264565AD8A}"/>
              </a:ext>
            </a:extLst>
          </p:cNvPr>
          <p:cNvSpPr txBox="1">
            <a:spLocks/>
          </p:cNvSpPr>
          <p:nvPr userDrawn="1"/>
        </p:nvSpPr>
        <p:spPr>
          <a:xfrm>
            <a:off x="5650165" y="3604902"/>
            <a:ext cx="656590" cy="107722"/>
          </a:xfrm>
          <a:prstGeom prst="rect">
            <a:avLst/>
          </a:prstGeom>
          <a:solidFill>
            <a:srgbClr val="F5F5F5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NT1 Diagnosis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8F2374A-A5C6-2A68-944D-5EA5269E05FE}"/>
              </a:ext>
            </a:extLst>
          </p:cNvPr>
          <p:cNvGrpSpPr/>
          <p:nvPr userDrawn="1"/>
        </p:nvGrpSpPr>
        <p:grpSpPr>
          <a:xfrm>
            <a:off x="7872174" y="3536950"/>
            <a:ext cx="3314198" cy="1083712"/>
            <a:chOff x="8644186" y="3507952"/>
            <a:chExt cx="3314198" cy="1083712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C5618B7-670C-5128-5EAF-A92BB494F1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44186" y="3831306"/>
              <a:ext cx="3314198" cy="460872"/>
              <a:chOff x="8644186" y="3813025"/>
              <a:chExt cx="3314198" cy="46087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522A8EA0-6741-C30E-93C7-E46E46E618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44186" y="3813025"/>
                <a:ext cx="3314198" cy="46087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274320" tIns="18288" rIns="274320" rtlCol="0" anchor="t"/>
              <a:lstStyle/>
              <a:p>
                <a:pPr algn="ctr"/>
                <a:r>
                  <a:rPr lang="en-US" sz="800" b="1">
                    <a:solidFill>
                      <a:srgbClr val="000000"/>
                    </a:solidFill>
                    <a:latin typeface="+mj-lt"/>
                  </a:rPr>
                  <a:t>Discontinued and Never Re-treated</a:t>
                </a:r>
                <a:r>
                  <a:rPr lang="en-US" sz="800" b="1" baseline="30000">
                    <a:solidFill>
                      <a:srgbClr val="000000"/>
                    </a:solidFill>
                    <a:latin typeface="+mj-lt"/>
                  </a:rPr>
                  <a:t>11</a:t>
                </a:r>
                <a:endParaRPr lang="en-US" sz="800" b="1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179F85D3-B085-381B-2FD5-388173026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8763" y="3984461"/>
                <a:ext cx="1425045" cy="213186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6,000</a:t>
                </a:r>
                <a:endParaRPr lang="en-US" sz="800" b="1"/>
              </a:p>
            </p:txBody>
          </p:sp>
        </p:grp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B99C5732-9D67-DE9D-BE0B-9EAA77EA8035}"/>
                </a:ext>
              </a:extLst>
            </p:cNvPr>
            <p:cNvCxnSpPr>
              <a:cxnSpLocks/>
              <a:stCxn id="165" idx="2"/>
              <a:endCxn id="368" idx="0"/>
            </p:cNvCxnSpPr>
            <p:nvPr/>
          </p:nvCxnSpPr>
          <p:spPr>
            <a:xfrm>
              <a:off x="10298635" y="3507952"/>
              <a:ext cx="0" cy="3233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D30C0D9-83F4-7AED-3986-5C632E9299F1}"/>
                </a:ext>
              </a:extLst>
            </p:cNvPr>
            <p:cNvCxnSpPr>
              <a:cxnSpLocks/>
              <a:stCxn id="368" idx="2"/>
            </p:cNvCxnSpPr>
            <p:nvPr/>
          </p:nvCxnSpPr>
          <p:spPr>
            <a:xfrm>
              <a:off x="10301285" y="4292178"/>
              <a:ext cx="0" cy="2994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triangle"/>
              <a:tailEnd type="none"/>
            </a:ln>
            <a:effectLst/>
          </p:spPr>
        </p:cxnSp>
      </p:grpSp>
      <p:cxnSp>
        <p:nvCxnSpPr>
          <p:cNvPr id="370" name="Connector: Curved 369">
            <a:extLst>
              <a:ext uri="{FF2B5EF4-FFF2-40B4-BE49-F238E27FC236}">
                <a16:creationId xmlns:a16="http://schemas.microsoft.com/office/drawing/2014/main" id="{5B0E19F5-E8D6-11C2-87CA-3C2F1EA7BF6E}"/>
              </a:ext>
            </a:extLst>
          </p:cNvPr>
          <p:cNvCxnSpPr>
            <a:cxnSpLocks/>
            <a:stCxn id="352" idx="3"/>
            <a:endCxn id="354" idx="3"/>
          </p:cNvCxnSpPr>
          <p:nvPr userDrawn="1"/>
        </p:nvCxnSpPr>
        <p:spPr>
          <a:xfrm>
            <a:off x="10684600" y="2377178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Curved 370">
            <a:extLst>
              <a:ext uri="{FF2B5EF4-FFF2-40B4-BE49-F238E27FC236}">
                <a16:creationId xmlns:a16="http://schemas.microsoft.com/office/drawing/2014/main" id="{AC39D567-D50F-9547-5195-09641303CE3F}"/>
              </a:ext>
            </a:extLst>
          </p:cNvPr>
          <p:cNvCxnSpPr>
            <a:cxnSpLocks/>
            <a:stCxn id="352" idx="1"/>
            <a:endCxn id="354" idx="1"/>
          </p:cNvCxnSpPr>
          <p:nvPr userDrawn="1"/>
        </p:nvCxnSpPr>
        <p:spPr>
          <a:xfrm rot="10800000" flipV="1">
            <a:off x="9015812" y="2377177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667AA8CF-FDF1-C7B7-D24C-1C26B7B66CA6}"/>
              </a:ext>
            </a:extLst>
          </p:cNvPr>
          <p:cNvSpPr>
            <a:spLocks/>
          </p:cNvSpPr>
          <p:nvPr userDrawn="1"/>
        </p:nvSpPr>
        <p:spPr>
          <a:xfrm>
            <a:off x="8440344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3" name="Connector: Curved 372">
            <a:extLst>
              <a:ext uri="{FF2B5EF4-FFF2-40B4-BE49-F238E27FC236}">
                <a16:creationId xmlns:a16="http://schemas.microsoft.com/office/drawing/2014/main" id="{32158960-613A-5E7E-6D48-496BE6DF41DD}"/>
              </a:ext>
            </a:extLst>
          </p:cNvPr>
          <p:cNvCxnSpPr>
            <a:cxnSpLocks/>
            <a:stCxn id="352" idx="1"/>
            <a:endCxn id="353" idx="1"/>
          </p:cNvCxnSpPr>
          <p:nvPr userDrawn="1"/>
        </p:nvCxnSpPr>
        <p:spPr>
          <a:xfrm rot="10800000" flipV="1">
            <a:off x="9015812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373">
            <a:extLst>
              <a:ext uri="{FF2B5EF4-FFF2-40B4-BE49-F238E27FC236}">
                <a16:creationId xmlns:a16="http://schemas.microsoft.com/office/drawing/2014/main" id="{5D73F342-3704-76AD-9191-157C74A696CF}"/>
              </a:ext>
            </a:extLst>
          </p:cNvPr>
          <p:cNvSpPr>
            <a:spLocks/>
          </p:cNvSpPr>
          <p:nvPr userDrawn="1"/>
        </p:nvSpPr>
        <p:spPr>
          <a:xfrm>
            <a:off x="8661386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5" name="Connector: Curved 374">
            <a:extLst>
              <a:ext uri="{FF2B5EF4-FFF2-40B4-BE49-F238E27FC236}">
                <a16:creationId xmlns:a16="http://schemas.microsoft.com/office/drawing/2014/main" id="{1876FCD9-A5E1-D33F-484C-452E5E932B60}"/>
              </a:ext>
            </a:extLst>
          </p:cNvPr>
          <p:cNvCxnSpPr>
            <a:cxnSpLocks/>
            <a:stCxn id="353" idx="1"/>
            <a:endCxn id="354" idx="1"/>
          </p:cNvCxnSpPr>
          <p:nvPr userDrawn="1"/>
        </p:nvCxnSpPr>
        <p:spPr>
          <a:xfrm rot="10800000" flipV="1">
            <a:off x="9015812" y="2827219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5C226A3E-8C5A-C2F6-4A9F-AECEE1C3EF28}"/>
              </a:ext>
            </a:extLst>
          </p:cNvPr>
          <p:cNvSpPr>
            <a:spLocks/>
          </p:cNvSpPr>
          <p:nvPr userDrawn="1"/>
        </p:nvSpPr>
        <p:spPr>
          <a:xfrm>
            <a:off x="8661386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7" name="Connector: Curved 376">
            <a:extLst>
              <a:ext uri="{FF2B5EF4-FFF2-40B4-BE49-F238E27FC236}">
                <a16:creationId xmlns:a16="http://schemas.microsoft.com/office/drawing/2014/main" id="{38DE6601-E21B-57BC-63FE-C8AEC7D4E3CC}"/>
              </a:ext>
            </a:extLst>
          </p:cNvPr>
          <p:cNvCxnSpPr>
            <a:cxnSpLocks/>
            <a:stCxn id="352" idx="3"/>
            <a:endCxn id="353" idx="3"/>
          </p:cNvCxnSpPr>
          <p:nvPr userDrawn="1"/>
        </p:nvCxnSpPr>
        <p:spPr>
          <a:xfrm>
            <a:off x="10684600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Curved 377">
            <a:extLst>
              <a:ext uri="{FF2B5EF4-FFF2-40B4-BE49-F238E27FC236}">
                <a16:creationId xmlns:a16="http://schemas.microsoft.com/office/drawing/2014/main" id="{E55BFE22-51DC-5E94-9934-AFB4671EC338}"/>
              </a:ext>
            </a:extLst>
          </p:cNvPr>
          <p:cNvCxnSpPr>
            <a:cxnSpLocks/>
            <a:stCxn id="353" idx="3"/>
            <a:endCxn id="354" idx="3"/>
          </p:cNvCxnSpPr>
          <p:nvPr userDrawn="1"/>
        </p:nvCxnSpPr>
        <p:spPr>
          <a:xfrm>
            <a:off x="10684600" y="2827220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805013E-9B95-4856-DCC6-128206BADEBF}"/>
              </a:ext>
            </a:extLst>
          </p:cNvPr>
          <p:cNvSpPr>
            <a:spLocks/>
          </p:cNvSpPr>
          <p:nvPr userDrawn="1"/>
        </p:nvSpPr>
        <p:spPr>
          <a:xfrm>
            <a:off x="9015812" y="5283319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0" name="Connector: Curved 379">
            <a:extLst>
              <a:ext uri="{FF2B5EF4-FFF2-40B4-BE49-F238E27FC236}">
                <a16:creationId xmlns:a16="http://schemas.microsoft.com/office/drawing/2014/main" id="{746D30F6-94E1-C320-466E-FB64F8AD3341}"/>
              </a:ext>
            </a:extLst>
          </p:cNvPr>
          <p:cNvCxnSpPr>
            <a:cxnSpLocks/>
          </p:cNvCxnSpPr>
          <p:nvPr userDrawn="1"/>
        </p:nvCxnSpPr>
        <p:spPr>
          <a:xfrm>
            <a:off x="10684600" y="5007572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Curved 380">
            <a:extLst>
              <a:ext uri="{FF2B5EF4-FFF2-40B4-BE49-F238E27FC236}">
                <a16:creationId xmlns:a16="http://schemas.microsoft.com/office/drawing/2014/main" id="{4DEA4A20-A6DB-DAAA-56D7-36F4683C1E35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9015812" y="5007571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Oval 381">
            <a:extLst>
              <a:ext uri="{FF2B5EF4-FFF2-40B4-BE49-F238E27FC236}">
                <a16:creationId xmlns:a16="http://schemas.microsoft.com/office/drawing/2014/main" id="{079CCEF5-5B81-317E-F21C-157EABC08914}"/>
              </a:ext>
            </a:extLst>
          </p:cNvPr>
          <p:cNvSpPr>
            <a:spLocks/>
          </p:cNvSpPr>
          <p:nvPr userDrawn="1"/>
        </p:nvSpPr>
        <p:spPr>
          <a:xfrm>
            <a:off x="8440344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3" name="Connector: Curved 382">
            <a:extLst>
              <a:ext uri="{FF2B5EF4-FFF2-40B4-BE49-F238E27FC236}">
                <a16:creationId xmlns:a16="http://schemas.microsoft.com/office/drawing/2014/main" id="{519F64E0-D56B-C91B-51D8-5A7E977A8BDF}"/>
              </a:ext>
            </a:extLst>
          </p:cNvPr>
          <p:cNvCxnSpPr>
            <a:cxnSpLocks/>
            <a:endCxn id="379" idx="1"/>
          </p:cNvCxnSpPr>
          <p:nvPr userDrawn="1"/>
        </p:nvCxnSpPr>
        <p:spPr>
          <a:xfrm rot="10800000" flipV="1">
            <a:off x="9015812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BD27ABC3-1DA6-A26F-06BE-3C57B88995DE}"/>
              </a:ext>
            </a:extLst>
          </p:cNvPr>
          <p:cNvSpPr>
            <a:spLocks/>
          </p:cNvSpPr>
          <p:nvPr userDrawn="1"/>
        </p:nvSpPr>
        <p:spPr>
          <a:xfrm>
            <a:off x="8661386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5" name="Connector: Curved 384">
            <a:extLst>
              <a:ext uri="{FF2B5EF4-FFF2-40B4-BE49-F238E27FC236}">
                <a16:creationId xmlns:a16="http://schemas.microsoft.com/office/drawing/2014/main" id="{26D16A79-573C-B8D7-1013-B56E7A8BAA1D}"/>
              </a:ext>
            </a:extLst>
          </p:cNvPr>
          <p:cNvCxnSpPr>
            <a:cxnSpLocks/>
            <a:stCxn id="379" idx="1"/>
          </p:cNvCxnSpPr>
          <p:nvPr userDrawn="1"/>
        </p:nvCxnSpPr>
        <p:spPr>
          <a:xfrm rot="10800000" flipV="1">
            <a:off x="9015812" y="5457613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Oval 385">
            <a:extLst>
              <a:ext uri="{FF2B5EF4-FFF2-40B4-BE49-F238E27FC236}">
                <a16:creationId xmlns:a16="http://schemas.microsoft.com/office/drawing/2014/main" id="{FCC637DA-D161-3A1D-7DE5-7F5787943B97}"/>
              </a:ext>
            </a:extLst>
          </p:cNvPr>
          <p:cNvSpPr>
            <a:spLocks/>
          </p:cNvSpPr>
          <p:nvPr userDrawn="1"/>
        </p:nvSpPr>
        <p:spPr>
          <a:xfrm>
            <a:off x="8661386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7" name="Connector: Curved 386">
            <a:extLst>
              <a:ext uri="{FF2B5EF4-FFF2-40B4-BE49-F238E27FC236}">
                <a16:creationId xmlns:a16="http://schemas.microsoft.com/office/drawing/2014/main" id="{512B193B-39DC-427F-A159-2B880E366CC2}"/>
              </a:ext>
            </a:extLst>
          </p:cNvPr>
          <p:cNvCxnSpPr>
            <a:cxnSpLocks/>
            <a:endCxn id="379" idx="3"/>
          </p:cNvCxnSpPr>
          <p:nvPr userDrawn="1"/>
        </p:nvCxnSpPr>
        <p:spPr>
          <a:xfrm>
            <a:off x="10684600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Curved 387">
            <a:extLst>
              <a:ext uri="{FF2B5EF4-FFF2-40B4-BE49-F238E27FC236}">
                <a16:creationId xmlns:a16="http://schemas.microsoft.com/office/drawing/2014/main" id="{EA77DCD6-FF99-E989-EDBB-8AA726D5B1D4}"/>
              </a:ext>
            </a:extLst>
          </p:cNvPr>
          <p:cNvCxnSpPr>
            <a:cxnSpLocks/>
            <a:stCxn id="379" idx="3"/>
          </p:cNvCxnSpPr>
          <p:nvPr userDrawn="1"/>
        </p:nvCxnSpPr>
        <p:spPr>
          <a:xfrm>
            <a:off x="10684600" y="5457614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A56F218-8D65-55FF-2DA3-9B7F8DF94CE8}"/>
              </a:ext>
            </a:extLst>
          </p:cNvPr>
          <p:cNvSpPr>
            <a:spLocks/>
          </p:cNvSpPr>
          <p:nvPr userDrawn="1"/>
        </p:nvSpPr>
        <p:spPr>
          <a:xfrm>
            <a:off x="973431" y="4356586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247CAFA5-7B9F-D340-DAED-6F0510119E60}"/>
              </a:ext>
            </a:extLst>
          </p:cNvPr>
          <p:cNvSpPr>
            <a:spLocks/>
          </p:cNvSpPr>
          <p:nvPr userDrawn="1"/>
        </p:nvSpPr>
        <p:spPr>
          <a:xfrm>
            <a:off x="992532" y="309779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7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7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F3B81D-7498-676B-36A3-F821C1B66369}"/>
              </a:ext>
            </a:extLst>
          </p:cNvPr>
          <p:cNvSpPr txBox="1">
            <a:spLocks/>
          </p:cNvSpPr>
          <p:nvPr userDrawn="1"/>
        </p:nvSpPr>
        <p:spPr>
          <a:xfrm>
            <a:off x="691893" y="3914999"/>
            <a:ext cx="514689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16-22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4A462256-3E6E-19CB-FA62-251A385648FF}"/>
              </a:ext>
            </a:extLst>
          </p:cNvPr>
          <p:cNvSpPr txBox="1">
            <a:spLocks/>
          </p:cNvSpPr>
          <p:nvPr userDrawn="1"/>
        </p:nvSpPr>
        <p:spPr>
          <a:xfrm>
            <a:off x="6008466" y="3955273"/>
            <a:ext cx="473330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~31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804AD919-7F1D-9FC0-28B3-E91DDEE70A9B}"/>
              </a:ext>
            </a:extLst>
          </p:cNvPr>
          <p:cNvSpPr txBox="1">
            <a:spLocks/>
          </p:cNvSpPr>
          <p:nvPr userDrawn="1"/>
        </p:nvSpPr>
        <p:spPr>
          <a:xfrm>
            <a:off x="11635548" y="3990508"/>
            <a:ext cx="364843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HR 1.2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0C1096E-675F-C9A3-7BA8-A11FEC3159C8}"/>
              </a:ext>
            </a:extLst>
          </p:cNvPr>
          <p:cNvSpPr>
            <a:spLocks/>
          </p:cNvSpPr>
          <p:nvPr userDrawn="1"/>
        </p:nvSpPr>
        <p:spPr>
          <a:xfrm>
            <a:off x="9272000" y="3579179"/>
            <a:ext cx="513175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0.2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E1EE501A-A858-B76A-BBE2-DC5FAD1D0781}"/>
              </a:ext>
            </a:extLst>
          </p:cNvPr>
          <p:cNvSpPr>
            <a:spLocks/>
          </p:cNvSpPr>
          <p:nvPr userDrawn="1"/>
        </p:nvSpPr>
        <p:spPr>
          <a:xfrm>
            <a:off x="9283430" y="4421456"/>
            <a:ext cx="504568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1E86D30-8291-AD4A-9181-A2DFC43F5608}"/>
              </a:ext>
            </a:extLst>
          </p:cNvPr>
          <p:cNvCxnSpPr>
            <a:cxnSpLocks/>
            <a:endCxn id="159" idx="6"/>
          </p:cNvCxnSpPr>
          <p:nvPr userDrawn="1"/>
        </p:nvCxnSpPr>
        <p:spPr>
          <a:xfrm rot="10800000">
            <a:off x="5660228" y="4115704"/>
            <a:ext cx="314125" cy="13228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23C52F59-F21A-849C-45AC-B77DEB9BB842}"/>
              </a:ext>
            </a:extLst>
          </p:cNvPr>
          <p:cNvCxnSpPr>
            <a:cxnSpLocks/>
            <a:endCxn id="159" idx="0"/>
          </p:cNvCxnSpPr>
          <p:nvPr userDrawn="1"/>
        </p:nvCxnSpPr>
        <p:spPr>
          <a:xfrm rot="5400000">
            <a:off x="5285383" y="3343270"/>
            <a:ext cx="860412" cy="517523"/>
          </a:xfrm>
          <a:prstGeom prst="bentConnector3">
            <a:avLst>
              <a:gd name="adj1" fmla="val 73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56922C-42F0-8B77-83FB-95DF7B23013C}"/>
              </a:ext>
            </a:extLst>
          </p:cNvPr>
          <p:cNvSpPr/>
          <p:nvPr userDrawn="1"/>
        </p:nvSpPr>
        <p:spPr>
          <a:xfrm>
            <a:off x="10326306" y="2202402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9,100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B55EA26-AEFA-B5E6-EDFC-17277E58E16F}"/>
              </a:ext>
            </a:extLst>
          </p:cNvPr>
          <p:cNvSpPr/>
          <p:nvPr userDrawn="1"/>
        </p:nvSpPr>
        <p:spPr>
          <a:xfrm>
            <a:off x="10326306" y="2652925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5,100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749F5B8-764A-DD42-A789-D0EB50DE2C4C}"/>
              </a:ext>
            </a:extLst>
          </p:cNvPr>
          <p:cNvSpPr/>
          <p:nvPr userDrawn="1"/>
        </p:nvSpPr>
        <p:spPr>
          <a:xfrm>
            <a:off x="10326306" y="310296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11,300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3A2C16D-CEDB-3775-0FD9-42F666569522}"/>
              </a:ext>
            </a:extLst>
          </p:cNvPr>
          <p:cNvSpPr/>
          <p:nvPr userDrawn="1"/>
        </p:nvSpPr>
        <p:spPr>
          <a:xfrm>
            <a:off x="10326306" y="484745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7,100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D85EA40-BFC5-1870-6868-32A3ED6A0FB0}"/>
              </a:ext>
            </a:extLst>
          </p:cNvPr>
          <p:cNvSpPr/>
          <p:nvPr userDrawn="1"/>
        </p:nvSpPr>
        <p:spPr>
          <a:xfrm>
            <a:off x="10326306" y="5283936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4,000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3D1D861-5674-6AD4-39B8-E703D1C0771C}"/>
              </a:ext>
            </a:extLst>
          </p:cNvPr>
          <p:cNvSpPr/>
          <p:nvPr userDrawn="1"/>
        </p:nvSpPr>
        <p:spPr>
          <a:xfrm>
            <a:off x="10326306" y="5746880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8,800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3A26617-2358-DF15-0185-B8C0702D3230}"/>
              </a:ext>
            </a:extLst>
          </p:cNvPr>
          <p:cNvSpPr>
            <a:spLocks/>
          </p:cNvSpPr>
          <p:nvPr userDrawn="1"/>
        </p:nvSpPr>
        <p:spPr>
          <a:xfrm>
            <a:off x="10825279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FB73158B-6F4B-DAF0-B99E-C7963274AD4B}"/>
              </a:ext>
            </a:extLst>
          </p:cNvPr>
          <p:cNvSpPr>
            <a:spLocks/>
          </p:cNvSpPr>
          <p:nvPr userDrawn="1"/>
        </p:nvSpPr>
        <p:spPr>
          <a:xfrm>
            <a:off x="10644639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B2C15CB-398D-B87D-9831-43817FCCCC75}"/>
              </a:ext>
            </a:extLst>
          </p:cNvPr>
          <p:cNvSpPr>
            <a:spLocks/>
          </p:cNvSpPr>
          <p:nvPr userDrawn="1"/>
        </p:nvSpPr>
        <p:spPr>
          <a:xfrm>
            <a:off x="10644639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42E24B02-BA82-CAE4-F42C-10D41CB4A5AC}"/>
              </a:ext>
            </a:extLst>
          </p:cNvPr>
          <p:cNvSpPr>
            <a:spLocks/>
          </p:cNvSpPr>
          <p:nvPr userDrawn="1"/>
        </p:nvSpPr>
        <p:spPr>
          <a:xfrm>
            <a:off x="10825279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9DD807A5-5ACD-1525-157E-A2156DE71F32}"/>
              </a:ext>
            </a:extLst>
          </p:cNvPr>
          <p:cNvSpPr>
            <a:spLocks/>
          </p:cNvSpPr>
          <p:nvPr userDrawn="1"/>
        </p:nvSpPr>
        <p:spPr>
          <a:xfrm>
            <a:off x="10644639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4A566C9-BA8F-6965-317E-DF516F86514B}"/>
              </a:ext>
            </a:extLst>
          </p:cNvPr>
          <p:cNvSpPr>
            <a:spLocks/>
          </p:cNvSpPr>
          <p:nvPr userDrawn="1"/>
        </p:nvSpPr>
        <p:spPr>
          <a:xfrm>
            <a:off x="10644639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1CB07D-DCC2-0DAA-D4BA-CA46F961B376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OSA </a:t>
            </a:r>
            <a:r>
              <a:rPr lang="en-US" sz="800" b="0">
                <a:solidFill>
                  <a:srgbClr val="000000"/>
                </a:solidFill>
              </a:rPr>
              <a:t>– Obstructive Sleep Apnea, </a:t>
            </a:r>
            <a:r>
              <a:rPr lang="en-US" sz="800" b="1">
                <a:solidFill>
                  <a:srgbClr val="000000"/>
                </a:solidFill>
              </a:rPr>
              <a:t>HCP</a:t>
            </a:r>
            <a:r>
              <a:rPr lang="en-US" sz="800" b="0">
                <a:solidFill>
                  <a:srgbClr val="000000"/>
                </a:solidFill>
              </a:rPr>
              <a:t> – Healthcare Provider, </a:t>
            </a:r>
            <a:r>
              <a:rPr lang="en-US" sz="800" b="1">
                <a:solidFill>
                  <a:srgbClr val="000000"/>
                </a:solidFill>
              </a:rPr>
              <a:t>HR</a:t>
            </a:r>
            <a:r>
              <a:rPr lang="en-US" sz="800" b="0">
                <a:solidFill>
                  <a:srgbClr val="000000"/>
                </a:solidFill>
              </a:rPr>
              <a:t> – Hazard Ratio, 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NT2</a:t>
            </a:r>
            <a:r>
              <a:rPr lang="en-US" sz="800">
                <a:solidFill>
                  <a:srgbClr val="000000"/>
                </a:solidFill>
              </a:rPr>
              <a:t> – Narcolepsy Type II.</a:t>
            </a:r>
          </a:p>
        </p:txBody>
      </p:sp>
    </p:spTree>
    <p:extLst>
      <p:ext uri="{BB962C8B-B14F-4D97-AF65-F5344CB8AC3E}">
        <p14:creationId xmlns:p14="http://schemas.microsoft.com/office/powerpoint/2010/main" val="2956906816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 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hink-cell data - do not delete" hidden="1">
            <a:extLst>
              <a:ext uri="{FF2B5EF4-FFF2-40B4-BE49-F238E27FC236}">
                <a16:creationId xmlns:a16="http://schemas.microsoft.com/office/drawing/2014/main" id="{D22F600B-CDB2-FE76-0892-9EC0B1EE2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8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F600B-CDB2-FE76-0892-9EC0B1EE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EA348E-5538-2EF5-8385-E8C785B6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F4AB-F610-BB9B-B220-6DABE15C6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8" name="スライド番号プレースホルダ 5">
            <a:extLst>
              <a:ext uri="{FF2B5EF4-FFF2-40B4-BE49-F238E27FC236}">
                <a16:creationId xmlns:a16="http://schemas.microsoft.com/office/drawing/2014/main" id="{CD2D4F80-03AC-6F38-A395-02613182E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6B27C8-F41F-5792-F7D9-1B0F85CD898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EA5C3042-76D7-0E63-CCBA-1E2311650ADE}"/>
              </a:ext>
            </a:extLst>
          </p:cNvPr>
          <p:cNvSpPr txBox="1">
            <a:spLocks/>
          </p:cNvSpPr>
          <p:nvPr userDrawn="1"/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88BF55-9D8F-47B8-9CAA-91D4F95E55A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F26A693-9BCB-AE6E-398B-CEB888C8CC85}"/>
              </a:ext>
            </a:extLst>
          </p:cNvPr>
          <p:cNvGrpSpPr/>
          <p:nvPr userDrawn="1"/>
        </p:nvGrpSpPr>
        <p:grpSpPr>
          <a:xfrm>
            <a:off x="7918485" y="6342536"/>
            <a:ext cx="4033095" cy="368777"/>
            <a:chOff x="7387590" y="5395497"/>
            <a:chExt cx="4033095" cy="3687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690DAA8-D4F6-C25F-8FE0-0F22CFF58D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674949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3251513-B3E2-13EE-85E5-E7C796FDB367}"/>
                </a:ext>
              </a:extLst>
            </p:cNvPr>
            <p:cNvSpPr/>
            <p:nvPr/>
          </p:nvSpPr>
          <p:spPr>
            <a:xfrm>
              <a:off x="7387590" y="5421470"/>
              <a:ext cx="565828" cy="125313"/>
            </a:xfrm>
            <a:prstGeom prst="rect">
              <a:avLst/>
            </a:prstGeom>
            <a:solidFill>
              <a:srgbClr val="891515"/>
            </a:solidFill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algn="ctr" defTabSz="630753">
                <a:defRPr/>
              </a:pPr>
              <a:r>
                <a:rPr lang="en-US" sz="700" b="1" kern="0" noProof="0">
                  <a:solidFill>
                    <a:schemeClr val="bg1"/>
                  </a:solidFill>
                  <a:latin typeface="+mj-lt"/>
                  <a:ea typeface="+mn-lt"/>
                  <a:cs typeface="+mn-lt"/>
                  <a:sym typeface="+mn-lt"/>
                </a:rPr>
                <a:t>Key Steps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B253881-4CA1-B5C8-A910-D6EB11BA49B0}"/>
                </a:ext>
              </a:extLst>
            </p:cNvPr>
            <p:cNvSpPr/>
            <p:nvPr/>
          </p:nvSpPr>
          <p:spPr>
            <a:xfrm>
              <a:off x="7387590" y="5611722"/>
              <a:ext cx="565828" cy="125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24832" rIns="24832" rtlCol="0" anchor="ctr"/>
            <a:lstStyle/>
            <a:p>
              <a:pPr algn="ctr"/>
              <a:r>
                <a:rPr lang="en-US" sz="700" b="1" kern="0" noProof="0">
                  <a:latin typeface="+mj-lt"/>
                  <a:ea typeface="+mn-lt"/>
                  <a:cs typeface="+mn-lt"/>
                  <a:sym typeface="+mn-lt"/>
                </a:rPr>
                <a:t>Treatments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8478C06-CB45-3911-DC69-D01FF977C0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481233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BEAFA69-72E7-B49B-8A5A-64BCD6E78E72}"/>
                </a:ext>
              </a:extLst>
            </p:cNvPr>
            <p:cNvSpPr/>
            <p:nvPr/>
          </p:nvSpPr>
          <p:spPr>
            <a:xfrm>
              <a:off x="8459157" y="5395497"/>
              <a:ext cx="1013577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Patient Flow Step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7D0E3B4-537B-8CBA-6B30-F85EC51EB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78703" y="5425290"/>
              <a:ext cx="289561" cy="142665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228EE58-48E9-4A79-8A95-548C461B4067}"/>
                </a:ext>
              </a:extLst>
            </p:cNvPr>
            <p:cNvSpPr/>
            <p:nvPr/>
          </p:nvSpPr>
          <p:spPr>
            <a:xfrm>
              <a:off x="9802306" y="5592803"/>
              <a:ext cx="1618379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Total/Percentage of Prevalent Population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EF42B98-99CF-61C4-929A-7064F157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995" y="5682195"/>
              <a:ext cx="180976" cy="1217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ys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CB1543C-1557-D8EA-C68F-322F892EE9B9}"/>
                </a:ext>
              </a:extLst>
            </p:cNvPr>
            <p:cNvSpPr/>
            <p:nvPr/>
          </p:nvSpPr>
          <p:spPr>
            <a:xfrm>
              <a:off x="9802306" y="5395497"/>
              <a:ext cx="145685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Annual Total/Percentage Patients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79BBAE63-E13B-4375-EFFA-E9B2C92D43B2}"/>
                </a:ext>
              </a:extLst>
            </p:cNvPr>
            <p:cNvSpPr/>
            <p:nvPr/>
          </p:nvSpPr>
          <p:spPr>
            <a:xfrm>
              <a:off x="8459157" y="5588644"/>
              <a:ext cx="165878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Time between Key Steps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6B7E85E-D4F8-6BCF-9B16-4B2625A6F7E8}"/>
                </a:ext>
              </a:extLst>
            </p:cNvPr>
            <p:cNvSpPr/>
            <p:nvPr/>
          </p:nvSpPr>
          <p:spPr>
            <a:xfrm>
              <a:off x="8159390" y="5629586"/>
              <a:ext cx="162878" cy="90726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1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4AB45-2662-DBAE-3380-EF8DFC62CD69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SOME PATIENT FLOWS MAY BE ROUNDED TO NEAREST 100 PATIENTS FOR CLARITY </a:t>
            </a:r>
          </a:p>
        </p:txBody>
      </p:sp>
      <p:pic>
        <p:nvPicPr>
          <p:cNvPr id="24" name="Picture 23" descr="Takeda">
            <a:extLst>
              <a:ext uri="{FF2B5EF4-FFF2-40B4-BE49-F238E27FC236}">
                <a16:creationId xmlns:a16="http://schemas.microsoft.com/office/drawing/2014/main" id="{336F3499-EE01-4D4B-2D76-6280F06EB0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BBED7-A2FA-A55B-26DD-ED7F53B92D39}"/>
              </a:ext>
            </a:extLst>
          </p:cNvPr>
          <p:cNvSpPr>
            <a:spLocks/>
          </p:cNvSpPr>
          <p:nvPr userDrawn="1"/>
        </p:nvSpPr>
        <p:spPr>
          <a:xfrm>
            <a:off x="650917" y="135112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F882-20EC-7844-92EF-C5218D941027}"/>
              </a:ext>
            </a:extLst>
          </p:cNvPr>
          <p:cNvSpPr>
            <a:spLocks/>
          </p:cNvSpPr>
          <p:nvPr userDrawn="1"/>
        </p:nvSpPr>
        <p:spPr>
          <a:xfrm>
            <a:off x="650917" y="2609917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6C0FF-B88B-8DAE-0A7F-898D1AFBAEFB}"/>
              </a:ext>
            </a:extLst>
          </p:cNvPr>
          <p:cNvSpPr>
            <a:spLocks/>
          </p:cNvSpPr>
          <p:nvPr userDrawn="1"/>
        </p:nvSpPr>
        <p:spPr>
          <a:xfrm>
            <a:off x="650916" y="3868711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FB36-5074-D86B-D807-4788A72FFB86}"/>
              </a:ext>
            </a:extLst>
          </p:cNvPr>
          <p:cNvSpPr>
            <a:spLocks/>
          </p:cNvSpPr>
          <p:nvPr userDrawn="1"/>
        </p:nvSpPr>
        <p:spPr>
          <a:xfrm>
            <a:off x="650917" y="512750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95226-5346-58B4-F079-F94DCC723E8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2686" y="4411202"/>
            <a:ext cx="13286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and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4C270-27C7-1ACE-405C-C795D5B7161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26126" y="1776314"/>
            <a:ext cx="91102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AAAD-D840-7205-A255-772D4B5E487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9194" y="5552695"/>
            <a:ext cx="92488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No Prior OSA nor Neuro-psych Dx</a:t>
            </a:r>
            <a:r>
              <a:rPr lang="en-US" sz="800" b="1" i="1" baseline="30000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32E8E6-B06D-0CD3-C69C-CAC375FCF275}"/>
              </a:ext>
            </a:extLst>
          </p:cNvPr>
          <p:cNvCxnSpPr>
            <a:cxnSpLocks/>
          </p:cNvCxnSpPr>
          <p:nvPr userDrawn="1"/>
        </p:nvCxnSpPr>
        <p:spPr>
          <a:xfrm>
            <a:off x="437717" y="1049975"/>
            <a:ext cx="11531320" cy="0"/>
          </a:xfrm>
          <a:prstGeom prst="line">
            <a:avLst/>
          </a:prstGeom>
          <a:ln w="12700" cap="rnd">
            <a:solidFill>
              <a:schemeClr val="accent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BE4C45-05B8-8927-F8BD-2FEBDF122DD1}"/>
              </a:ext>
            </a:extLst>
          </p:cNvPr>
          <p:cNvCxnSpPr>
            <a:cxnSpLocks/>
          </p:cNvCxnSpPr>
          <p:nvPr userDrawn="1"/>
        </p:nvCxnSpPr>
        <p:spPr>
          <a:xfrm>
            <a:off x="437718" y="1190970"/>
            <a:ext cx="599661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F880C-4603-99E5-947F-CDD0FC3C3894}"/>
              </a:ext>
            </a:extLst>
          </p:cNvPr>
          <p:cNvSpPr txBox="1"/>
          <p:nvPr userDrawn="1"/>
        </p:nvSpPr>
        <p:spPr>
          <a:xfrm>
            <a:off x="5046026" y="976976"/>
            <a:ext cx="2181596" cy="145998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120,000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total adult prevalent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 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91CC8-2AF5-D535-EE91-862255B06E6E}"/>
              </a:ext>
            </a:extLst>
          </p:cNvPr>
          <p:cNvSpPr txBox="1">
            <a:spLocks/>
          </p:cNvSpPr>
          <p:nvPr userDrawn="1"/>
        </p:nvSpPr>
        <p:spPr>
          <a:xfrm>
            <a:off x="2508869" y="1105344"/>
            <a:ext cx="185431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undiagnosed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F92D9-B3F6-FD1C-ED5C-A61D1BFC24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139592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AB841F-9466-963C-3FAF-A0F7A8B8D21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182901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5,000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A1A14D-5834-6C37-449E-EF32054DEA14}"/>
              </a:ext>
            </a:extLst>
          </p:cNvPr>
          <p:cNvCxnSpPr>
            <a:cxnSpLocks/>
          </p:cNvCxnSpPr>
          <p:nvPr userDrawn="1"/>
        </p:nvCxnSpPr>
        <p:spPr>
          <a:xfrm>
            <a:off x="6606540" y="1190970"/>
            <a:ext cx="536249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839F3F-2510-4F84-15EB-E5356370CC42}"/>
              </a:ext>
            </a:extLst>
          </p:cNvPr>
          <p:cNvSpPr txBox="1">
            <a:spLocks/>
          </p:cNvSpPr>
          <p:nvPr userDrawn="1"/>
        </p:nvSpPr>
        <p:spPr>
          <a:xfrm>
            <a:off x="8426390" y="1105344"/>
            <a:ext cx="168469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4FC7C3-8111-C96A-8E70-2701A79EFC09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81747" y="3035108"/>
            <a:ext cx="112677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ADEA4-7C77-E73D-79AE-54311F994E8D}"/>
              </a:ext>
            </a:extLst>
          </p:cNvPr>
          <p:cNvSpPr>
            <a:spLocks/>
          </p:cNvSpPr>
          <p:nvPr userDrawn="1"/>
        </p:nvSpPr>
        <p:spPr>
          <a:xfrm>
            <a:off x="5092700" y="1351123"/>
            <a:ext cx="1438312" cy="4965308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95F41-4650-9978-57E2-7F8B3F89A035}"/>
              </a:ext>
            </a:extLst>
          </p:cNvPr>
          <p:cNvSpPr>
            <a:spLocks/>
          </p:cNvSpPr>
          <p:nvPr userDrawn="1"/>
        </p:nvSpPr>
        <p:spPr>
          <a:xfrm>
            <a:off x="6510500" y="1351123"/>
            <a:ext cx="5448958" cy="4965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0800" cap="flat">
            <a:noFill/>
            <a:prstDash val="solid"/>
            <a:miter/>
          </a:ln>
        </p:spPr>
        <p:txBody>
          <a:bodyPr tIns="144000" rtlCol="0" anchor="t"/>
          <a:lstStyle/>
          <a:p>
            <a:pPr algn="ctr"/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BA5DF-AD57-E831-F63F-FF5BE8DFB18E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2625694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506F947-3597-BF1A-C0C8-D74AFBD3584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3058786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24,000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9DBB19-20A9-AB2F-3102-D6F95462F985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3906147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3E909B-A80E-D4FD-E0B5-9C41BAC50D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4339239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23,000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43B100-9DCB-FCD8-D55C-809BFB7E9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517567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225CE8-54CA-9D1D-1DA4-60F5BAB2B3E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560876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8,000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B5CD67-2744-599A-BEB8-C5ADC478D0A9}"/>
              </a:ext>
            </a:extLst>
          </p:cNvPr>
          <p:cNvSpPr>
            <a:spLocks/>
          </p:cNvSpPr>
          <p:nvPr userDrawn="1"/>
        </p:nvSpPr>
        <p:spPr>
          <a:xfrm>
            <a:off x="283952" y="3690251"/>
            <a:ext cx="564957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9C0DBB2-F0DB-1A69-67BA-BB3F8923F213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>
            <a:off x="848909" y="3806016"/>
            <a:ext cx="743870" cy="6603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A548550-2851-9F3B-0BB4-2F2C0E2E9A24}"/>
              </a:ext>
            </a:extLst>
          </p:cNvPr>
          <p:cNvSpPr/>
          <p:nvPr userDrawn="1"/>
        </p:nvSpPr>
        <p:spPr>
          <a:xfrm>
            <a:off x="1639932" y="5175018"/>
            <a:ext cx="2849319" cy="193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sz="80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497E56-66BB-569C-FD05-06AB4F3C4FF5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 flipV="1">
            <a:off x="848909" y="3215482"/>
            <a:ext cx="743870" cy="5905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50CA0F8-4036-3C93-77C6-73BF4A828D44}"/>
              </a:ext>
            </a:extLst>
          </p:cNvPr>
          <p:cNvCxnSpPr>
            <a:cxnSpLocks/>
            <a:stCxn id="45" idx="6"/>
            <a:endCxn id="151" idx="1"/>
          </p:cNvCxnSpPr>
          <p:nvPr userDrawn="1"/>
        </p:nvCxnSpPr>
        <p:spPr>
          <a:xfrm>
            <a:off x="848909" y="3806016"/>
            <a:ext cx="743870" cy="191595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3BA0D79-79AD-EA17-892F-B3AABC545213}"/>
              </a:ext>
            </a:extLst>
          </p:cNvPr>
          <p:cNvSpPr>
            <a:spLocks/>
          </p:cNvSpPr>
          <p:nvPr userDrawn="1"/>
        </p:nvSpPr>
        <p:spPr>
          <a:xfrm>
            <a:off x="973432" y="561537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BE69CB0-D92B-56FE-D091-0402F7C883DA}"/>
              </a:ext>
            </a:extLst>
          </p:cNvPr>
          <p:cNvCxnSpPr>
            <a:cxnSpLocks/>
            <a:stCxn id="45" idx="6"/>
            <a:endCxn id="143" idx="1"/>
          </p:cNvCxnSpPr>
          <p:nvPr userDrawn="1"/>
        </p:nvCxnSpPr>
        <p:spPr>
          <a:xfrm flipV="1">
            <a:off x="848909" y="1945292"/>
            <a:ext cx="743870" cy="18607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E774942-CA9B-AA43-CCC6-E5FF7E13EB02}"/>
              </a:ext>
            </a:extLst>
          </p:cNvPr>
          <p:cNvSpPr>
            <a:spLocks/>
          </p:cNvSpPr>
          <p:nvPr userDrawn="1"/>
        </p:nvSpPr>
        <p:spPr>
          <a:xfrm>
            <a:off x="973432" y="183899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17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7FE8B16-9568-F4CF-16A5-483C01BE9F16}"/>
              </a:ext>
            </a:extLst>
          </p:cNvPr>
          <p:cNvCxnSpPr>
            <a:cxnSpLocks/>
            <a:stCxn id="143" idx="3"/>
            <a:endCxn id="363" idx="0"/>
          </p:cNvCxnSpPr>
          <p:nvPr userDrawn="1"/>
        </p:nvCxnSpPr>
        <p:spPr>
          <a:xfrm>
            <a:off x="2903849" y="1945292"/>
            <a:ext cx="3074611" cy="16596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4A143F1-7EE5-F902-3AD7-0CECA3882A9C}"/>
              </a:ext>
            </a:extLst>
          </p:cNvPr>
          <p:cNvCxnSpPr>
            <a:cxnSpLocks/>
            <a:stCxn id="151" idx="3"/>
            <a:endCxn id="362" idx="4"/>
          </p:cNvCxnSpPr>
          <p:nvPr userDrawn="1"/>
        </p:nvCxnSpPr>
        <p:spPr>
          <a:xfrm flipV="1">
            <a:off x="2903849" y="3955273"/>
            <a:ext cx="3070499" cy="1766699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075C31B-2837-E80A-0DFC-46B6E6DE2D72}"/>
              </a:ext>
            </a:extLst>
          </p:cNvPr>
          <p:cNvSpPr>
            <a:spLocks/>
          </p:cNvSpPr>
          <p:nvPr userDrawn="1"/>
        </p:nvSpPr>
        <p:spPr>
          <a:xfrm>
            <a:off x="4646092" y="5617870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3041A1E-B993-D621-65E4-5C588011D944}"/>
              </a:ext>
            </a:extLst>
          </p:cNvPr>
          <p:cNvCxnSpPr>
            <a:cxnSpLocks/>
            <a:stCxn id="135" idx="3"/>
            <a:endCxn id="362" idx="2"/>
          </p:cNvCxnSpPr>
          <p:nvPr userDrawn="1"/>
        </p:nvCxnSpPr>
        <p:spPr>
          <a:xfrm>
            <a:off x="2903849" y="3215482"/>
            <a:ext cx="2813911" cy="624026"/>
          </a:xfrm>
          <a:prstGeom prst="bentConnector3">
            <a:avLst>
              <a:gd name="adj1" fmla="val 7058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B26BC4-C80E-143B-57AF-D57B78FB50D5}"/>
              </a:ext>
            </a:extLst>
          </p:cNvPr>
          <p:cNvSpPr>
            <a:spLocks/>
          </p:cNvSpPr>
          <p:nvPr userDrawn="1"/>
        </p:nvSpPr>
        <p:spPr>
          <a:xfrm>
            <a:off x="4646092" y="3380837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B8E590-818D-ECD5-2A7D-1C3CDF69CB29}"/>
              </a:ext>
            </a:extLst>
          </p:cNvPr>
          <p:cNvGrpSpPr/>
          <p:nvPr userDrawn="1"/>
        </p:nvGrpSpPr>
        <p:grpSpPr>
          <a:xfrm>
            <a:off x="4981922" y="4384059"/>
            <a:ext cx="959042" cy="566625"/>
            <a:chOff x="19742817" y="12505654"/>
            <a:chExt cx="2336292" cy="138033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3FAFD1-8D48-9A8C-82D5-28379F598F06}"/>
                </a:ext>
              </a:extLst>
            </p:cNvPr>
            <p:cNvSpPr>
              <a:spLocks/>
            </p:cNvSpPr>
            <p:nvPr/>
          </p:nvSpPr>
          <p:spPr>
            <a:xfrm>
              <a:off x="19742817" y="13354133"/>
              <a:ext cx="2336292" cy="5318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en-US" sz="800" b="1" noProof="0">
                  <a:solidFill>
                    <a:schemeClr val="accent1"/>
                  </a:solidFill>
                </a:rPr>
                <a:t>Misdiagnosed or symptoms overseen indefinitely</a:t>
              </a:r>
              <a:r>
                <a:rPr kumimoji="1" lang="en-US" sz="800" b="1" baseline="30000" noProof="0">
                  <a:solidFill>
                    <a:schemeClr val="accent1"/>
                  </a:solidFill>
                </a:rPr>
                <a:t>10</a:t>
              </a:r>
              <a:endParaRPr kumimoji="1" lang="en-US" sz="800" b="1" noProof="0">
                <a:solidFill>
                  <a:schemeClr val="accent1"/>
                </a:solidFill>
              </a:endParaRPr>
            </a:p>
          </p:txBody>
        </p:sp>
        <p:pic>
          <p:nvPicPr>
            <p:cNvPr id="60" name="Graphic 59" descr="Warning with solid fill">
              <a:extLst>
                <a:ext uri="{FF2B5EF4-FFF2-40B4-BE49-F238E27FC236}">
                  <a16:creationId xmlns:a16="http://schemas.microsoft.com/office/drawing/2014/main" id="{79068A8F-EFEE-12E8-00D3-AD07ED76E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0589978" y="12505654"/>
              <a:ext cx="641965" cy="641966"/>
            </a:xfrm>
            <a:prstGeom prst="rect">
              <a:avLst/>
            </a:prstGeom>
          </p:spPr>
        </p:pic>
      </p:grp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E05824C-0248-E13F-5A4C-578B8B16A078}"/>
              </a:ext>
            </a:extLst>
          </p:cNvPr>
          <p:cNvCxnSpPr>
            <a:cxnSpLocks/>
            <a:endCxn id="362" idx="2"/>
          </p:cNvCxnSpPr>
          <p:nvPr userDrawn="1"/>
        </p:nvCxnSpPr>
        <p:spPr>
          <a:xfrm flipV="1">
            <a:off x="2646213" y="3839508"/>
            <a:ext cx="3071547" cy="626907"/>
          </a:xfrm>
          <a:prstGeom prst="bentConnector3">
            <a:avLst>
              <a:gd name="adj1" fmla="val 7308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614A3B-F850-B05D-A9FF-3297038421C7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3816764"/>
            <a:ext cx="2849319" cy="1092734"/>
            <a:chOff x="1639932" y="1374935"/>
            <a:chExt cx="2849319" cy="1092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1CA448-4164-6765-7303-857216814782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EC0FB31-DD65-2393-6CBF-331E5C64E6A5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FE59888-3B4B-8064-62D3-06D38833D7E3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A57938B-AA4B-D9A3-8437-CA64E56C5CE0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74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23AE5D-7FB3-770C-2D81-AD372C05C6C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13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3A3B04D-E571-52AB-E6C6-C89FBCA7DBCD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yes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2D303C-C19A-9C3B-652F-3A3997BFB3DA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20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BAB0F34-D297-39A2-6642-79E8902228A2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2565831"/>
            <a:ext cx="2849319" cy="1092734"/>
            <a:chOff x="1639932" y="1374935"/>
            <a:chExt cx="2849319" cy="10927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F2C4872-14FF-9964-7375-4746B922CA65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80D857-CCB2-1312-4B15-C1F6519277DB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02725E8-E82A-B10B-6A9F-EDD973530BBF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983A1A6-B8AA-74D3-E777-09BE565BF6B8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4C015CB-ABB3-33A5-8A4E-2FE496BBC8A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2C093F-E253-37CE-7574-631960B4D60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51</a:t>
              </a:r>
              <a:r>
                <a:rPr lang="en-US" sz="800" b="1"/>
                <a:t> % yes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4632770-5613-0200-4BFC-9FF7B556C635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49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88C719B-5469-74F0-85A4-094FB08B59D1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1295641"/>
            <a:ext cx="2849319" cy="1092734"/>
            <a:chOff x="1639932" y="1374935"/>
            <a:chExt cx="2849319" cy="109273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0CCEF58-F965-A237-ED94-51A0B8F25D4B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DFD0646-E2DA-B236-EE61-DACC556FB0A4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250924-DCD1-EDD4-4A24-13E9E2C581CC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70904A-E599-6414-CCB2-5D4C6C186AAE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493CFBD-4800-0659-D886-FB7DFC370234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9EBAE1-D6C7-29D2-8B33-825F1A7AE5F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yes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AA4B1AB-927C-F057-093C-92A0A57BB764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33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25E2CE4-ACA2-6541-E520-9254FB4C7C5B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5278888"/>
            <a:ext cx="2810822" cy="886167"/>
            <a:chOff x="1639932" y="5381585"/>
            <a:chExt cx="2810822" cy="886167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6D6AFBA-8BB3-2ED1-491A-BFEDE59032F1}"/>
                </a:ext>
              </a:extLst>
            </p:cNvPr>
            <p:cNvSpPr/>
            <p:nvPr/>
          </p:nvSpPr>
          <p:spPr>
            <a:xfrm>
              <a:off x="1639932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DBA81CA-3321-64CE-AD53-9AEE57CBCABA}"/>
                </a:ext>
              </a:extLst>
            </p:cNvPr>
            <p:cNvSpPr/>
            <p:nvPr/>
          </p:nvSpPr>
          <p:spPr>
            <a:xfrm>
              <a:off x="3139684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54FA301-6A65-EF07-8474-C3D4A2A46596}"/>
                </a:ext>
              </a:extLst>
            </p:cNvPr>
            <p:cNvSpPr/>
            <p:nvPr/>
          </p:nvSpPr>
          <p:spPr>
            <a:xfrm>
              <a:off x="1709225" y="5623902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FBD26-E3D0-5CD7-EC9E-0ED3BEB8AA78}"/>
                </a:ext>
              </a:extLst>
            </p:cNvPr>
            <p:cNvSpPr/>
            <p:nvPr/>
          </p:nvSpPr>
          <p:spPr>
            <a:xfrm>
              <a:off x="1709225" y="5931987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FB4095-A5B4-0F7A-9394-BEAFD323AE8E}"/>
                </a:ext>
              </a:extLst>
            </p:cNvPr>
            <p:cNvSpPr/>
            <p:nvPr/>
          </p:nvSpPr>
          <p:spPr>
            <a:xfrm>
              <a:off x="3195557" y="5623902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45</a:t>
              </a:r>
              <a:r>
                <a:rPr lang="en-US" sz="800" b="1"/>
                <a:t> % yes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043D58C-6D60-F9D0-6DBB-D762EF34BC00}"/>
                </a:ext>
              </a:extLst>
            </p:cNvPr>
            <p:cNvSpPr/>
            <p:nvPr/>
          </p:nvSpPr>
          <p:spPr>
            <a:xfrm>
              <a:off x="3195557" y="5931987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55</a:t>
              </a:r>
              <a:r>
                <a:rPr lang="en-US" sz="800" b="1"/>
                <a:t> % no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40B8389-9740-9997-AF23-0257905B000C}"/>
              </a:ext>
            </a:extLst>
          </p:cNvPr>
          <p:cNvSpPr>
            <a:spLocks/>
          </p:cNvSpPr>
          <p:nvPr userDrawn="1"/>
        </p:nvSpPr>
        <p:spPr>
          <a:xfrm>
            <a:off x="4646092" y="412190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41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6E4A831B-2674-76FA-A86B-58ABC9C7FA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186301" y="4108919"/>
            <a:ext cx="550284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9909E10-72A3-3AD5-92E3-447269023C69}"/>
              </a:ext>
            </a:extLst>
          </p:cNvPr>
          <p:cNvSpPr>
            <a:spLocks/>
          </p:cNvSpPr>
          <p:nvPr userDrawn="1"/>
        </p:nvSpPr>
        <p:spPr>
          <a:xfrm>
            <a:off x="5253427" y="4032237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5720" rIns="4572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~6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6837F4-C23E-698E-16C5-5CBA6585646C}"/>
              </a:ext>
            </a:extLst>
          </p:cNvPr>
          <p:cNvSpPr>
            <a:spLocks/>
          </p:cNvSpPr>
          <p:nvPr userDrawn="1"/>
        </p:nvSpPr>
        <p:spPr>
          <a:xfrm>
            <a:off x="4646092" y="1835834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16961F8-D457-D384-8FB5-1CA7542279FC}"/>
              </a:ext>
            </a:extLst>
          </p:cNvPr>
          <p:cNvSpPr>
            <a:spLocks/>
          </p:cNvSpPr>
          <p:nvPr userDrawn="1"/>
        </p:nvSpPr>
        <p:spPr>
          <a:xfrm>
            <a:off x="6153187" y="2533016"/>
            <a:ext cx="707208" cy="474884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Previously Diagnosed with NT2</a:t>
            </a:r>
            <a:r>
              <a:rPr lang="en-US" sz="900" b="1" kern="0" baseline="30000">
                <a:solidFill>
                  <a:schemeClr val="bg1"/>
                </a:solidFill>
                <a:latin typeface="+mj-lt"/>
                <a:ea typeface="+mn-lt"/>
                <a:cs typeface="+mn-lt"/>
              </a:rPr>
              <a:t>9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651B5D43-1E35-FF3D-034C-6575A8738249}"/>
              </a:ext>
            </a:extLst>
          </p:cNvPr>
          <p:cNvCxnSpPr>
            <a:cxnSpLocks/>
            <a:stCxn id="161" idx="2"/>
            <a:endCxn id="363" idx="0"/>
          </p:cNvCxnSpPr>
          <p:nvPr userDrawn="1"/>
        </p:nvCxnSpPr>
        <p:spPr>
          <a:xfrm rot="5400000">
            <a:off x="5944125" y="3042236"/>
            <a:ext cx="597002" cy="5283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3FBCBD1-39A9-4148-2B10-09F31A6BABF7}"/>
              </a:ext>
            </a:extLst>
          </p:cNvPr>
          <p:cNvSpPr>
            <a:spLocks/>
          </p:cNvSpPr>
          <p:nvPr userDrawn="1"/>
        </p:nvSpPr>
        <p:spPr>
          <a:xfrm>
            <a:off x="6027536" y="323055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F0BB7B-3E03-E9CF-7FBF-3B5435C0C42A}"/>
              </a:ext>
            </a:extLst>
          </p:cNvPr>
          <p:cNvSpPr>
            <a:spLocks/>
          </p:cNvSpPr>
          <p:nvPr userDrawn="1"/>
        </p:nvSpPr>
        <p:spPr>
          <a:xfrm>
            <a:off x="7879081" y="1417327"/>
            <a:ext cx="3295086" cy="50398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Never Treated</a:t>
            </a:r>
            <a:r>
              <a:rPr lang="en-US" sz="800" b="1" baseline="30000">
                <a:solidFill>
                  <a:srgbClr val="000000"/>
                </a:solidFill>
                <a:latin typeface="+mj-lt"/>
              </a:rPr>
              <a:t>11</a:t>
            </a:r>
            <a:endParaRPr kumimoji="1" lang="en-US" sz="800" b="1" spc="-100" noProof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AF1AE5D-886C-D7FA-A8AC-807E0ED2F562}"/>
              </a:ext>
            </a:extLst>
          </p:cNvPr>
          <p:cNvSpPr>
            <a:spLocks/>
          </p:cNvSpPr>
          <p:nvPr userDrawn="1"/>
        </p:nvSpPr>
        <p:spPr>
          <a:xfrm>
            <a:off x="7879080" y="1984623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Experienced at NT1 Diagnosis</a:t>
            </a:r>
            <a:endParaRPr kumimoji="1" lang="en-US" sz="800" b="1" spc="-100" noProof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24995-9A40-846F-6780-A126A82D7780}"/>
              </a:ext>
            </a:extLst>
          </p:cNvPr>
          <p:cNvSpPr>
            <a:spLocks/>
          </p:cNvSpPr>
          <p:nvPr userDrawn="1"/>
        </p:nvSpPr>
        <p:spPr>
          <a:xfrm>
            <a:off x="7879080" y="4625652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Naïve at NT1 Diagnosis</a:t>
            </a:r>
            <a:endParaRPr kumimoji="1" lang="en-US" sz="800" b="1" spc="-100" noProof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F993C51-175B-AE37-8D1E-FCA0DADF6CDC}"/>
              </a:ext>
            </a:extLst>
          </p:cNvPr>
          <p:cNvSpPr>
            <a:spLocks/>
          </p:cNvSpPr>
          <p:nvPr userDrawn="1"/>
        </p:nvSpPr>
        <p:spPr>
          <a:xfrm>
            <a:off x="11394872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E7E5D33-30A7-93EB-7FB8-E82D9EAD7242}"/>
              </a:ext>
            </a:extLst>
          </p:cNvPr>
          <p:cNvSpPr>
            <a:spLocks/>
          </p:cNvSpPr>
          <p:nvPr userDrawn="1"/>
        </p:nvSpPr>
        <p:spPr>
          <a:xfrm>
            <a:off x="7933577" y="5296837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8BDB3C5-3079-9EBA-B01C-EADBC85DCA30}"/>
              </a:ext>
            </a:extLst>
          </p:cNvPr>
          <p:cNvCxnSpPr>
            <a:cxnSpLocks/>
            <a:stCxn id="362" idx="6"/>
            <a:endCxn id="166" idx="1"/>
          </p:cNvCxnSpPr>
          <p:nvPr userDrawn="1"/>
        </p:nvCxnSpPr>
        <p:spPr>
          <a:xfrm>
            <a:off x="6230936" y="3839508"/>
            <a:ext cx="1648144" cy="1562308"/>
          </a:xfrm>
          <a:prstGeom prst="bentConnector3">
            <a:avLst>
              <a:gd name="adj1" fmla="val 628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D54799D0-4D98-FDD8-058E-0C730F4222AC}"/>
              </a:ext>
            </a:extLst>
          </p:cNvPr>
          <p:cNvCxnSpPr>
            <a:cxnSpLocks/>
            <a:stCxn id="166" idx="3"/>
            <a:endCxn id="171" idx="4"/>
          </p:cNvCxnSpPr>
          <p:nvPr userDrawn="1"/>
        </p:nvCxnSpPr>
        <p:spPr>
          <a:xfrm flipV="1">
            <a:off x="11174166" y="3955273"/>
            <a:ext cx="477294" cy="1446543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3" name="Connector: Elbow 342">
            <a:extLst>
              <a:ext uri="{FF2B5EF4-FFF2-40B4-BE49-F238E27FC236}">
                <a16:creationId xmlns:a16="http://schemas.microsoft.com/office/drawing/2014/main" id="{EDE7B13C-FD33-CF27-D793-9B8C0D1C0D4E}"/>
              </a:ext>
            </a:extLst>
          </p:cNvPr>
          <p:cNvCxnSpPr>
            <a:cxnSpLocks/>
            <a:stCxn id="362" idx="6"/>
            <a:endCxn id="164" idx="1"/>
          </p:cNvCxnSpPr>
          <p:nvPr userDrawn="1"/>
        </p:nvCxnSpPr>
        <p:spPr>
          <a:xfrm flipV="1">
            <a:off x="6230936" y="1669317"/>
            <a:ext cx="1648145" cy="217019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61C0020A-BC83-E7E3-D24B-748585784C9C}"/>
              </a:ext>
            </a:extLst>
          </p:cNvPr>
          <p:cNvCxnSpPr>
            <a:cxnSpLocks/>
            <a:stCxn id="362" idx="6"/>
            <a:endCxn id="165" idx="1"/>
          </p:cNvCxnSpPr>
          <p:nvPr userDrawn="1"/>
        </p:nvCxnSpPr>
        <p:spPr>
          <a:xfrm flipV="1">
            <a:off x="6230936" y="2760787"/>
            <a:ext cx="1648144" cy="1078721"/>
          </a:xfrm>
          <a:prstGeom prst="bentConnector3">
            <a:avLst>
              <a:gd name="adj1" fmla="val 62854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20ACABDC-90AF-B103-E5B7-C3E90D9E0A3C}"/>
              </a:ext>
            </a:extLst>
          </p:cNvPr>
          <p:cNvCxnSpPr>
            <a:cxnSpLocks/>
            <a:stCxn id="164" idx="3"/>
            <a:endCxn id="355" idx="0"/>
          </p:cNvCxnSpPr>
          <p:nvPr userDrawn="1"/>
        </p:nvCxnSpPr>
        <p:spPr>
          <a:xfrm>
            <a:off x="11174167" y="1669317"/>
            <a:ext cx="487785" cy="19331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4453F06D-41F4-9CB2-9A44-49057256B52A}"/>
              </a:ext>
            </a:extLst>
          </p:cNvPr>
          <p:cNvCxnSpPr>
            <a:cxnSpLocks/>
            <a:stCxn id="165" idx="3"/>
            <a:endCxn id="355" idx="0"/>
          </p:cNvCxnSpPr>
          <p:nvPr userDrawn="1"/>
        </p:nvCxnSpPr>
        <p:spPr>
          <a:xfrm>
            <a:off x="11174166" y="2760787"/>
            <a:ext cx="487786" cy="84164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2C6B4AD5-42FB-3D33-F1AB-2F424063134A}"/>
              </a:ext>
            </a:extLst>
          </p:cNvPr>
          <p:cNvCxnSpPr>
            <a:cxnSpLocks/>
            <a:stCxn id="368" idx="3"/>
            <a:endCxn id="171" idx="2"/>
          </p:cNvCxnSpPr>
          <p:nvPr userDrawn="1"/>
        </p:nvCxnSpPr>
        <p:spPr>
          <a:xfrm flipV="1">
            <a:off x="11186372" y="3839508"/>
            <a:ext cx="208500" cy="251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90F640A-A231-3A20-9A98-97D055B3A508}"/>
              </a:ext>
            </a:extLst>
          </p:cNvPr>
          <p:cNvSpPr>
            <a:spLocks/>
          </p:cNvSpPr>
          <p:nvPr userDrawn="1"/>
        </p:nvSpPr>
        <p:spPr>
          <a:xfrm>
            <a:off x="8830330" y="1613012"/>
            <a:ext cx="1495975" cy="21318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algn="ctr" defTabSz="914400" rtl="0" eaLnBrk="1" latinLnBrk="0" hangingPunct="1"/>
            <a:r>
              <a:rPr kumimoji="0" lang="en-US" sz="10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8,700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879D47D-E4CF-AC58-FC94-702AA91FE7CB}"/>
              </a:ext>
            </a:extLst>
          </p:cNvPr>
          <p:cNvSpPr>
            <a:spLocks/>
          </p:cNvSpPr>
          <p:nvPr userDrawn="1"/>
        </p:nvSpPr>
        <p:spPr>
          <a:xfrm>
            <a:off x="9015812" y="484679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45F16E-6756-30EA-E9D9-1D4E3C01D101}"/>
              </a:ext>
            </a:extLst>
          </p:cNvPr>
          <p:cNvSpPr>
            <a:spLocks/>
          </p:cNvSpPr>
          <p:nvPr userDrawn="1"/>
        </p:nvSpPr>
        <p:spPr>
          <a:xfrm>
            <a:off x="9015812" y="5746880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86F9491-69F9-3FB0-4071-697332273E33}"/>
              </a:ext>
            </a:extLst>
          </p:cNvPr>
          <p:cNvSpPr>
            <a:spLocks/>
          </p:cNvSpPr>
          <p:nvPr userDrawn="1"/>
        </p:nvSpPr>
        <p:spPr>
          <a:xfrm>
            <a:off x="7909579" y="2652925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12B489F-EDF9-B781-0FE8-3BB8EAE5D66A}"/>
              </a:ext>
            </a:extLst>
          </p:cNvPr>
          <p:cNvSpPr>
            <a:spLocks/>
          </p:cNvSpPr>
          <p:nvPr userDrawn="1"/>
        </p:nvSpPr>
        <p:spPr>
          <a:xfrm>
            <a:off x="9015812" y="2202883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A429DEDE-BD6C-DB13-68C0-8107EFF0262D}"/>
              </a:ext>
            </a:extLst>
          </p:cNvPr>
          <p:cNvSpPr>
            <a:spLocks/>
          </p:cNvSpPr>
          <p:nvPr userDrawn="1"/>
        </p:nvSpPr>
        <p:spPr>
          <a:xfrm>
            <a:off x="9015812" y="265292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BB54B71-1763-9830-6DF2-5B7EBE9F670E}"/>
              </a:ext>
            </a:extLst>
          </p:cNvPr>
          <p:cNvSpPr>
            <a:spLocks/>
          </p:cNvSpPr>
          <p:nvPr userDrawn="1"/>
        </p:nvSpPr>
        <p:spPr>
          <a:xfrm>
            <a:off x="9015812" y="3102968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33C128C-78FC-BA73-7B3D-4C1A0B3D616F}"/>
              </a:ext>
            </a:extLst>
          </p:cNvPr>
          <p:cNvSpPr txBox="1">
            <a:spLocks/>
          </p:cNvSpPr>
          <p:nvPr userDrawn="1"/>
        </p:nvSpPr>
        <p:spPr>
          <a:xfrm>
            <a:off x="11423425" y="3602427"/>
            <a:ext cx="477054" cy="107722"/>
          </a:xfrm>
          <a:prstGeom prst="rect">
            <a:avLst/>
          </a:prstGeom>
          <a:solidFill>
            <a:srgbClr val="F9D3D4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Mortality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796C7AC-F3F6-7650-B0B5-3FDFA48CEA44}"/>
              </a:ext>
            </a:extLst>
          </p:cNvPr>
          <p:cNvSpPr txBox="1">
            <a:spLocks/>
          </p:cNvSpPr>
          <p:nvPr userDrawn="1"/>
        </p:nvSpPr>
        <p:spPr>
          <a:xfrm>
            <a:off x="327905" y="3918753"/>
            <a:ext cx="477054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Incidence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2841EA5-1863-A0E2-DFAF-1356D9D15735}"/>
              </a:ext>
            </a:extLst>
          </p:cNvPr>
          <p:cNvSpPr>
            <a:spLocks/>
          </p:cNvSpPr>
          <p:nvPr userDrawn="1"/>
        </p:nvSpPr>
        <p:spPr>
          <a:xfrm>
            <a:off x="6964422" y="3261088"/>
            <a:ext cx="618208" cy="167337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714CC28-4A5B-D66F-6663-D37BBD6CFB08}"/>
              </a:ext>
            </a:extLst>
          </p:cNvPr>
          <p:cNvSpPr>
            <a:spLocks/>
          </p:cNvSpPr>
          <p:nvPr userDrawn="1"/>
        </p:nvSpPr>
        <p:spPr>
          <a:xfrm>
            <a:off x="6815979" y="2273292"/>
            <a:ext cx="482556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27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D30913C-D668-EF45-FD26-ADCD323FD1FC}"/>
              </a:ext>
            </a:extLst>
          </p:cNvPr>
          <p:cNvSpPr>
            <a:spLocks/>
          </p:cNvSpPr>
          <p:nvPr userDrawn="1"/>
        </p:nvSpPr>
        <p:spPr>
          <a:xfrm>
            <a:off x="6980805" y="4234439"/>
            <a:ext cx="579836" cy="18047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C88B562-47F4-0D63-C31F-6B1DDD5846F2}"/>
              </a:ext>
            </a:extLst>
          </p:cNvPr>
          <p:cNvSpPr>
            <a:spLocks/>
          </p:cNvSpPr>
          <p:nvPr userDrawn="1"/>
        </p:nvSpPr>
        <p:spPr>
          <a:xfrm>
            <a:off x="7329015" y="528830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5.4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BD9B93B-6E0F-F1D4-010B-6492918BF41B}"/>
              </a:ext>
            </a:extLst>
          </p:cNvPr>
          <p:cNvSpPr>
            <a:spLocks/>
          </p:cNvSpPr>
          <p:nvPr userDrawn="1"/>
        </p:nvSpPr>
        <p:spPr>
          <a:xfrm>
            <a:off x="7329015" y="2652971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CFB8456-08C4-FEB8-3C40-D5CF4E77EAF6}"/>
              </a:ext>
            </a:extLst>
          </p:cNvPr>
          <p:cNvSpPr>
            <a:spLocks/>
          </p:cNvSpPr>
          <p:nvPr userDrawn="1"/>
        </p:nvSpPr>
        <p:spPr>
          <a:xfrm>
            <a:off x="5717760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1,252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9D346F6-4A20-5B6E-349A-0D264565AD8A}"/>
              </a:ext>
            </a:extLst>
          </p:cNvPr>
          <p:cNvSpPr txBox="1">
            <a:spLocks/>
          </p:cNvSpPr>
          <p:nvPr userDrawn="1"/>
        </p:nvSpPr>
        <p:spPr>
          <a:xfrm>
            <a:off x="5650165" y="3604902"/>
            <a:ext cx="656590" cy="107722"/>
          </a:xfrm>
          <a:prstGeom prst="rect">
            <a:avLst/>
          </a:prstGeom>
          <a:solidFill>
            <a:srgbClr val="F5F5F5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NT1 Diagnosis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8F2374A-A5C6-2A68-944D-5EA5269E05FE}"/>
              </a:ext>
            </a:extLst>
          </p:cNvPr>
          <p:cNvGrpSpPr/>
          <p:nvPr userDrawn="1"/>
        </p:nvGrpSpPr>
        <p:grpSpPr>
          <a:xfrm>
            <a:off x="7872174" y="3536950"/>
            <a:ext cx="3314198" cy="1083712"/>
            <a:chOff x="8644186" y="3507952"/>
            <a:chExt cx="3314198" cy="1083712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C5618B7-670C-5128-5EAF-A92BB494F1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44186" y="3831306"/>
              <a:ext cx="3314198" cy="460872"/>
              <a:chOff x="8644186" y="3813025"/>
              <a:chExt cx="3314198" cy="46087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522A8EA0-6741-C30E-93C7-E46E46E618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44186" y="3813025"/>
                <a:ext cx="3314198" cy="46087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274320" tIns="18288" rIns="274320" rtlCol="0" anchor="t"/>
              <a:lstStyle/>
              <a:p>
                <a:pPr algn="ctr"/>
                <a:r>
                  <a:rPr lang="en-US" sz="800" b="1">
                    <a:solidFill>
                      <a:srgbClr val="000000"/>
                    </a:solidFill>
                    <a:latin typeface="+mj-lt"/>
                  </a:rPr>
                  <a:t>Discontinued and Never Re-treated</a:t>
                </a:r>
                <a:r>
                  <a:rPr lang="en-US" sz="800" b="1" baseline="30000">
                    <a:solidFill>
                      <a:srgbClr val="000000"/>
                    </a:solidFill>
                    <a:latin typeface="+mj-lt"/>
                  </a:rPr>
                  <a:t>11</a:t>
                </a:r>
                <a:endParaRPr lang="en-US" sz="800" b="1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179F85D3-B085-381B-2FD5-388173026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8763" y="3984461"/>
                <a:ext cx="1425045" cy="213186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6,000</a:t>
                </a:r>
                <a:endParaRPr lang="en-US" sz="800" b="1"/>
              </a:p>
            </p:txBody>
          </p:sp>
        </p:grp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B99C5732-9D67-DE9D-BE0B-9EAA77EA8035}"/>
                </a:ext>
              </a:extLst>
            </p:cNvPr>
            <p:cNvCxnSpPr>
              <a:cxnSpLocks/>
              <a:stCxn id="165" idx="2"/>
              <a:endCxn id="368" idx="0"/>
            </p:cNvCxnSpPr>
            <p:nvPr/>
          </p:nvCxnSpPr>
          <p:spPr>
            <a:xfrm>
              <a:off x="10298635" y="3507952"/>
              <a:ext cx="0" cy="3233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D30C0D9-83F4-7AED-3986-5C632E9299F1}"/>
                </a:ext>
              </a:extLst>
            </p:cNvPr>
            <p:cNvCxnSpPr>
              <a:cxnSpLocks/>
              <a:stCxn id="368" idx="2"/>
            </p:cNvCxnSpPr>
            <p:nvPr/>
          </p:nvCxnSpPr>
          <p:spPr>
            <a:xfrm>
              <a:off x="10301285" y="4292178"/>
              <a:ext cx="0" cy="2994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triangle"/>
              <a:tailEnd type="none"/>
            </a:ln>
            <a:effectLst/>
          </p:spPr>
        </p:cxnSp>
      </p:grpSp>
      <p:cxnSp>
        <p:nvCxnSpPr>
          <p:cNvPr id="370" name="Connector: Curved 369">
            <a:extLst>
              <a:ext uri="{FF2B5EF4-FFF2-40B4-BE49-F238E27FC236}">
                <a16:creationId xmlns:a16="http://schemas.microsoft.com/office/drawing/2014/main" id="{5B0E19F5-E8D6-11C2-87CA-3C2F1EA7BF6E}"/>
              </a:ext>
            </a:extLst>
          </p:cNvPr>
          <p:cNvCxnSpPr>
            <a:cxnSpLocks/>
            <a:stCxn id="352" idx="3"/>
            <a:endCxn id="354" idx="3"/>
          </p:cNvCxnSpPr>
          <p:nvPr userDrawn="1"/>
        </p:nvCxnSpPr>
        <p:spPr>
          <a:xfrm>
            <a:off x="10684600" y="2377178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Curved 370">
            <a:extLst>
              <a:ext uri="{FF2B5EF4-FFF2-40B4-BE49-F238E27FC236}">
                <a16:creationId xmlns:a16="http://schemas.microsoft.com/office/drawing/2014/main" id="{AC39D567-D50F-9547-5195-09641303CE3F}"/>
              </a:ext>
            </a:extLst>
          </p:cNvPr>
          <p:cNvCxnSpPr>
            <a:cxnSpLocks/>
            <a:stCxn id="352" idx="1"/>
            <a:endCxn id="354" idx="1"/>
          </p:cNvCxnSpPr>
          <p:nvPr userDrawn="1"/>
        </p:nvCxnSpPr>
        <p:spPr>
          <a:xfrm rot="10800000" flipV="1">
            <a:off x="9015812" y="2377177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667AA8CF-FDF1-C7B7-D24C-1C26B7B66CA6}"/>
              </a:ext>
            </a:extLst>
          </p:cNvPr>
          <p:cNvSpPr>
            <a:spLocks/>
          </p:cNvSpPr>
          <p:nvPr userDrawn="1"/>
        </p:nvSpPr>
        <p:spPr>
          <a:xfrm>
            <a:off x="8440344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3" name="Connector: Curved 372">
            <a:extLst>
              <a:ext uri="{FF2B5EF4-FFF2-40B4-BE49-F238E27FC236}">
                <a16:creationId xmlns:a16="http://schemas.microsoft.com/office/drawing/2014/main" id="{32158960-613A-5E7E-6D48-496BE6DF41DD}"/>
              </a:ext>
            </a:extLst>
          </p:cNvPr>
          <p:cNvCxnSpPr>
            <a:cxnSpLocks/>
            <a:stCxn id="352" idx="1"/>
            <a:endCxn id="353" idx="1"/>
          </p:cNvCxnSpPr>
          <p:nvPr userDrawn="1"/>
        </p:nvCxnSpPr>
        <p:spPr>
          <a:xfrm rot="10800000" flipV="1">
            <a:off x="9015812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373">
            <a:extLst>
              <a:ext uri="{FF2B5EF4-FFF2-40B4-BE49-F238E27FC236}">
                <a16:creationId xmlns:a16="http://schemas.microsoft.com/office/drawing/2014/main" id="{5D73F342-3704-76AD-9191-157C74A696CF}"/>
              </a:ext>
            </a:extLst>
          </p:cNvPr>
          <p:cNvSpPr>
            <a:spLocks/>
          </p:cNvSpPr>
          <p:nvPr userDrawn="1"/>
        </p:nvSpPr>
        <p:spPr>
          <a:xfrm>
            <a:off x="8661386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5" name="Connector: Curved 374">
            <a:extLst>
              <a:ext uri="{FF2B5EF4-FFF2-40B4-BE49-F238E27FC236}">
                <a16:creationId xmlns:a16="http://schemas.microsoft.com/office/drawing/2014/main" id="{1876FCD9-A5E1-D33F-484C-452E5E932B60}"/>
              </a:ext>
            </a:extLst>
          </p:cNvPr>
          <p:cNvCxnSpPr>
            <a:cxnSpLocks/>
            <a:stCxn id="353" idx="1"/>
            <a:endCxn id="354" idx="1"/>
          </p:cNvCxnSpPr>
          <p:nvPr userDrawn="1"/>
        </p:nvCxnSpPr>
        <p:spPr>
          <a:xfrm rot="10800000" flipV="1">
            <a:off x="9015812" y="2827219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5C226A3E-8C5A-C2F6-4A9F-AECEE1C3EF28}"/>
              </a:ext>
            </a:extLst>
          </p:cNvPr>
          <p:cNvSpPr>
            <a:spLocks/>
          </p:cNvSpPr>
          <p:nvPr userDrawn="1"/>
        </p:nvSpPr>
        <p:spPr>
          <a:xfrm>
            <a:off x="8661386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7" name="Connector: Curved 376">
            <a:extLst>
              <a:ext uri="{FF2B5EF4-FFF2-40B4-BE49-F238E27FC236}">
                <a16:creationId xmlns:a16="http://schemas.microsoft.com/office/drawing/2014/main" id="{38DE6601-E21B-57BC-63FE-C8AEC7D4E3CC}"/>
              </a:ext>
            </a:extLst>
          </p:cNvPr>
          <p:cNvCxnSpPr>
            <a:cxnSpLocks/>
            <a:stCxn id="352" idx="3"/>
            <a:endCxn id="353" idx="3"/>
          </p:cNvCxnSpPr>
          <p:nvPr userDrawn="1"/>
        </p:nvCxnSpPr>
        <p:spPr>
          <a:xfrm>
            <a:off x="10684600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Curved 377">
            <a:extLst>
              <a:ext uri="{FF2B5EF4-FFF2-40B4-BE49-F238E27FC236}">
                <a16:creationId xmlns:a16="http://schemas.microsoft.com/office/drawing/2014/main" id="{E55BFE22-51DC-5E94-9934-AFB4671EC338}"/>
              </a:ext>
            </a:extLst>
          </p:cNvPr>
          <p:cNvCxnSpPr>
            <a:cxnSpLocks/>
            <a:stCxn id="353" idx="3"/>
            <a:endCxn id="354" idx="3"/>
          </p:cNvCxnSpPr>
          <p:nvPr userDrawn="1"/>
        </p:nvCxnSpPr>
        <p:spPr>
          <a:xfrm>
            <a:off x="10684600" y="2827220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805013E-9B95-4856-DCC6-128206BADEBF}"/>
              </a:ext>
            </a:extLst>
          </p:cNvPr>
          <p:cNvSpPr>
            <a:spLocks/>
          </p:cNvSpPr>
          <p:nvPr userDrawn="1"/>
        </p:nvSpPr>
        <p:spPr>
          <a:xfrm>
            <a:off x="9015812" y="5283319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0" name="Connector: Curved 379">
            <a:extLst>
              <a:ext uri="{FF2B5EF4-FFF2-40B4-BE49-F238E27FC236}">
                <a16:creationId xmlns:a16="http://schemas.microsoft.com/office/drawing/2014/main" id="{746D30F6-94E1-C320-466E-FB64F8AD3341}"/>
              </a:ext>
            </a:extLst>
          </p:cNvPr>
          <p:cNvCxnSpPr>
            <a:cxnSpLocks/>
          </p:cNvCxnSpPr>
          <p:nvPr userDrawn="1"/>
        </p:nvCxnSpPr>
        <p:spPr>
          <a:xfrm>
            <a:off x="10684600" y="5007572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Curved 380">
            <a:extLst>
              <a:ext uri="{FF2B5EF4-FFF2-40B4-BE49-F238E27FC236}">
                <a16:creationId xmlns:a16="http://schemas.microsoft.com/office/drawing/2014/main" id="{4DEA4A20-A6DB-DAAA-56D7-36F4683C1E35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9015812" y="5007571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Oval 381">
            <a:extLst>
              <a:ext uri="{FF2B5EF4-FFF2-40B4-BE49-F238E27FC236}">
                <a16:creationId xmlns:a16="http://schemas.microsoft.com/office/drawing/2014/main" id="{079CCEF5-5B81-317E-F21C-157EABC08914}"/>
              </a:ext>
            </a:extLst>
          </p:cNvPr>
          <p:cNvSpPr>
            <a:spLocks/>
          </p:cNvSpPr>
          <p:nvPr userDrawn="1"/>
        </p:nvSpPr>
        <p:spPr>
          <a:xfrm>
            <a:off x="8440344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3" name="Connector: Curved 382">
            <a:extLst>
              <a:ext uri="{FF2B5EF4-FFF2-40B4-BE49-F238E27FC236}">
                <a16:creationId xmlns:a16="http://schemas.microsoft.com/office/drawing/2014/main" id="{519F64E0-D56B-C91B-51D8-5A7E977A8BDF}"/>
              </a:ext>
            </a:extLst>
          </p:cNvPr>
          <p:cNvCxnSpPr>
            <a:cxnSpLocks/>
            <a:endCxn id="379" idx="1"/>
          </p:cNvCxnSpPr>
          <p:nvPr userDrawn="1"/>
        </p:nvCxnSpPr>
        <p:spPr>
          <a:xfrm rot="10800000" flipV="1">
            <a:off x="9015812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BD27ABC3-1DA6-A26F-06BE-3C57B88995DE}"/>
              </a:ext>
            </a:extLst>
          </p:cNvPr>
          <p:cNvSpPr>
            <a:spLocks/>
          </p:cNvSpPr>
          <p:nvPr userDrawn="1"/>
        </p:nvSpPr>
        <p:spPr>
          <a:xfrm>
            <a:off x="8661386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5" name="Connector: Curved 384">
            <a:extLst>
              <a:ext uri="{FF2B5EF4-FFF2-40B4-BE49-F238E27FC236}">
                <a16:creationId xmlns:a16="http://schemas.microsoft.com/office/drawing/2014/main" id="{26D16A79-573C-B8D7-1013-B56E7A8BAA1D}"/>
              </a:ext>
            </a:extLst>
          </p:cNvPr>
          <p:cNvCxnSpPr>
            <a:cxnSpLocks/>
            <a:stCxn id="379" idx="1"/>
          </p:cNvCxnSpPr>
          <p:nvPr userDrawn="1"/>
        </p:nvCxnSpPr>
        <p:spPr>
          <a:xfrm rot="10800000" flipV="1">
            <a:off x="9015812" y="5457613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Oval 385">
            <a:extLst>
              <a:ext uri="{FF2B5EF4-FFF2-40B4-BE49-F238E27FC236}">
                <a16:creationId xmlns:a16="http://schemas.microsoft.com/office/drawing/2014/main" id="{FCC637DA-D161-3A1D-7DE5-7F5787943B97}"/>
              </a:ext>
            </a:extLst>
          </p:cNvPr>
          <p:cNvSpPr>
            <a:spLocks/>
          </p:cNvSpPr>
          <p:nvPr userDrawn="1"/>
        </p:nvSpPr>
        <p:spPr>
          <a:xfrm>
            <a:off x="8661386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7" name="Connector: Curved 386">
            <a:extLst>
              <a:ext uri="{FF2B5EF4-FFF2-40B4-BE49-F238E27FC236}">
                <a16:creationId xmlns:a16="http://schemas.microsoft.com/office/drawing/2014/main" id="{512B193B-39DC-427F-A159-2B880E366CC2}"/>
              </a:ext>
            </a:extLst>
          </p:cNvPr>
          <p:cNvCxnSpPr>
            <a:cxnSpLocks/>
            <a:endCxn id="379" idx="3"/>
          </p:cNvCxnSpPr>
          <p:nvPr userDrawn="1"/>
        </p:nvCxnSpPr>
        <p:spPr>
          <a:xfrm>
            <a:off x="10684600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Curved 387">
            <a:extLst>
              <a:ext uri="{FF2B5EF4-FFF2-40B4-BE49-F238E27FC236}">
                <a16:creationId xmlns:a16="http://schemas.microsoft.com/office/drawing/2014/main" id="{EA77DCD6-FF99-E989-EDBB-8AA726D5B1D4}"/>
              </a:ext>
            </a:extLst>
          </p:cNvPr>
          <p:cNvCxnSpPr>
            <a:cxnSpLocks/>
            <a:stCxn id="379" idx="3"/>
          </p:cNvCxnSpPr>
          <p:nvPr userDrawn="1"/>
        </p:nvCxnSpPr>
        <p:spPr>
          <a:xfrm>
            <a:off x="10684600" y="5457614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A56F218-8D65-55FF-2DA3-9B7F8DF94CE8}"/>
              </a:ext>
            </a:extLst>
          </p:cNvPr>
          <p:cNvSpPr>
            <a:spLocks/>
          </p:cNvSpPr>
          <p:nvPr userDrawn="1"/>
        </p:nvSpPr>
        <p:spPr>
          <a:xfrm>
            <a:off x="973431" y="4356586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247CAFA5-7B9F-D340-DAED-6F0510119E60}"/>
              </a:ext>
            </a:extLst>
          </p:cNvPr>
          <p:cNvSpPr>
            <a:spLocks/>
          </p:cNvSpPr>
          <p:nvPr userDrawn="1"/>
        </p:nvSpPr>
        <p:spPr>
          <a:xfrm>
            <a:off x="992532" y="309779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7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7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F3B81D-7498-676B-36A3-F821C1B66369}"/>
              </a:ext>
            </a:extLst>
          </p:cNvPr>
          <p:cNvSpPr txBox="1">
            <a:spLocks/>
          </p:cNvSpPr>
          <p:nvPr userDrawn="1"/>
        </p:nvSpPr>
        <p:spPr>
          <a:xfrm>
            <a:off x="691893" y="3914999"/>
            <a:ext cx="514689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16-22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4A462256-3E6E-19CB-FA62-251A385648FF}"/>
              </a:ext>
            </a:extLst>
          </p:cNvPr>
          <p:cNvSpPr txBox="1">
            <a:spLocks/>
          </p:cNvSpPr>
          <p:nvPr userDrawn="1"/>
        </p:nvSpPr>
        <p:spPr>
          <a:xfrm>
            <a:off x="6008466" y="3955273"/>
            <a:ext cx="473330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~31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804AD919-7F1D-9FC0-28B3-E91DDEE70A9B}"/>
              </a:ext>
            </a:extLst>
          </p:cNvPr>
          <p:cNvSpPr txBox="1">
            <a:spLocks/>
          </p:cNvSpPr>
          <p:nvPr userDrawn="1"/>
        </p:nvSpPr>
        <p:spPr>
          <a:xfrm>
            <a:off x="11635548" y="3990508"/>
            <a:ext cx="364843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HR 1.2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0C1096E-675F-C9A3-7BA8-A11FEC3159C8}"/>
              </a:ext>
            </a:extLst>
          </p:cNvPr>
          <p:cNvSpPr>
            <a:spLocks/>
          </p:cNvSpPr>
          <p:nvPr userDrawn="1"/>
        </p:nvSpPr>
        <p:spPr>
          <a:xfrm>
            <a:off x="9272000" y="3579179"/>
            <a:ext cx="513175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0.2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E1EE501A-A858-B76A-BBE2-DC5FAD1D0781}"/>
              </a:ext>
            </a:extLst>
          </p:cNvPr>
          <p:cNvSpPr>
            <a:spLocks/>
          </p:cNvSpPr>
          <p:nvPr userDrawn="1"/>
        </p:nvSpPr>
        <p:spPr>
          <a:xfrm>
            <a:off x="9283430" y="4421456"/>
            <a:ext cx="504568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1E86D30-8291-AD4A-9181-A2DFC43F5608}"/>
              </a:ext>
            </a:extLst>
          </p:cNvPr>
          <p:cNvCxnSpPr>
            <a:cxnSpLocks/>
            <a:endCxn id="159" idx="6"/>
          </p:cNvCxnSpPr>
          <p:nvPr userDrawn="1"/>
        </p:nvCxnSpPr>
        <p:spPr>
          <a:xfrm rot="10800000">
            <a:off x="5660228" y="4115704"/>
            <a:ext cx="314125" cy="13228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23C52F59-F21A-849C-45AC-B77DEB9BB842}"/>
              </a:ext>
            </a:extLst>
          </p:cNvPr>
          <p:cNvCxnSpPr>
            <a:cxnSpLocks/>
            <a:endCxn id="159" idx="0"/>
          </p:cNvCxnSpPr>
          <p:nvPr userDrawn="1"/>
        </p:nvCxnSpPr>
        <p:spPr>
          <a:xfrm rot="5400000">
            <a:off x="5285383" y="3343270"/>
            <a:ext cx="860412" cy="517523"/>
          </a:xfrm>
          <a:prstGeom prst="bentConnector3">
            <a:avLst>
              <a:gd name="adj1" fmla="val 73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56922C-42F0-8B77-83FB-95DF7B23013C}"/>
              </a:ext>
            </a:extLst>
          </p:cNvPr>
          <p:cNvSpPr/>
          <p:nvPr userDrawn="1"/>
        </p:nvSpPr>
        <p:spPr>
          <a:xfrm>
            <a:off x="10326306" y="2202402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9,100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B55EA26-AEFA-B5E6-EDFC-17277E58E16F}"/>
              </a:ext>
            </a:extLst>
          </p:cNvPr>
          <p:cNvSpPr/>
          <p:nvPr userDrawn="1"/>
        </p:nvSpPr>
        <p:spPr>
          <a:xfrm>
            <a:off x="10326306" y="2652925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5,100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749F5B8-764A-DD42-A789-D0EB50DE2C4C}"/>
              </a:ext>
            </a:extLst>
          </p:cNvPr>
          <p:cNvSpPr/>
          <p:nvPr userDrawn="1"/>
        </p:nvSpPr>
        <p:spPr>
          <a:xfrm>
            <a:off x="10326306" y="310296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11,300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3A2C16D-CEDB-3775-0FD9-42F666569522}"/>
              </a:ext>
            </a:extLst>
          </p:cNvPr>
          <p:cNvSpPr/>
          <p:nvPr userDrawn="1"/>
        </p:nvSpPr>
        <p:spPr>
          <a:xfrm>
            <a:off x="10326306" y="484745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7,100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D85EA40-BFC5-1870-6868-32A3ED6A0FB0}"/>
              </a:ext>
            </a:extLst>
          </p:cNvPr>
          <p:cNvSpPr/>
          <p:nvPr userDrawn="1"/>
        </p:nvSpPr>
        <p:spPr>
          <a:xfrm>
            <a:off x="10326306" y="5283936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4,000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3D1D861-5674-6AD4-39B8-E703D1C0771C}"/>
              </a:ext>
            </a:extLst>
          </p:cNvPr>
          <p:cNvSpPr/>
          <p:nvPr userDrawn="1"/>
        </p:nvSpPr>
        <p:spPr>
          <a:xfrm>
            <a:off x="10326306" y="5746880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8,800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3A26617-2358-DF15-0185-B8C0702D3230}"/>
              </a:ext>
            </a:extLst>
          </p:cNvPr>
          <p:cNvSpPr>
            <a:spLocks/>
          </p:cNvSpPr>
          <p:nvPr userDrawn="1"/>
        </p:nvSpPr>
        <p:spPr>
          <a:xfrm>
            <a:off x="10825279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FB73158B-6F4B-DAF0-B99E-C7963274AD4B}"/>
              </a:ext>
            </a:extLst>
          </p:cNvPr>
          <p:cNvSpPr>
            <a:spLocks/>
          </p:cNvSpPr>
          <p:nvPr userDrawn="1"/>
        </p:nvSpPr>
        <p:spPr>
          <a:xfrm>
            <a:off x="10644639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B2C15CB-398D-B87D-9831-43817FCCCC75}"/>
              </a:ext>
            </a:extLst>
          </p:cNvPr>
          <p:cNvSpPr>
            <a:spLocks/>
          </p:cNvSpPr>
          <p:nvPr userDrawn="1"/>
        </p:nvSpPr>
        <p:spPr>
          <a:xfrm>
            <a:off x="10644639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42E24B02-BA82-CAE4-F42C-10D41CB4A5AC}"/>
              </a:ext>
            </a:extLst>
          </p:cNvPr>
          <p:cNvSpPr>
            <a:spLocks/>
          </p:cNvSpPr>
          <p:nvPr userDrawn="1"/>
        </p:nvSpPr>
        <p:spPr>
          <a:xfrm>
            <a:off x="10825279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9DD807A5-5ACD-1525-157E-A2156DE71F32}"/>
              </a:ext>
            </a:extLst>
          </p:cNvPr>
          <p:cNvSpPr>
            <a:spLocks/>
          </p:cNvSpPr>
          <p:nvPr userDrawn="1"/>
        </p:nvSpPr>
        <p:spPr>
          <a:xfrm>
            <a:off x="10644639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4A566C9-BA8F-6965-317E-DF516F86514B}"/>
              </a:ext>
            </a:extLst>
          </p:cNvPr>
          <p:cNvSpPr>
            <a:spLocks/>
          </p:cNvSpPr>
          <p:nvPr userDrawn="1"/>
        </p:nvSpPr>
        <p:spPr>
          <a:xfrm>
            <a:off x="10644639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1CB07D-DCC2-0DAA-D4BA-CA46F961B376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OSA </a:t>
            </a:r>
            <a:r>
              <a:rPr lang="en-US" sz="800" b="0">
                <a:solidFill>
                  <a:srgbClr val="000000"/>
                </a:solidFill>
              </a:rPr>
              <a:t>– Obstructive Sleep Apnea, </a:t>
            </a:r>
            <a:r>
              <a:rPr lang="en-US" sz="800" b="1">
                <a:solidFill>
                  <a:srgbClr val="000000"/>
                </a:solidFill>
              </a:rPr>
              <a:t>HCP</a:t>
            </a:r>
            <a:r>
              <a:rPr lang="en-US" sz="800" b="0">
                <a:solidFill>
                  <a:srgbClr val="000000"/>
                </a:solidFill>
              </a:rPr>
              <a:t> – Healthcare Provider, </a:t>
            </a:r>
            <a:r>
              <a:rPr lang="en-US" sz="800" b="1">
                <a:solidFill>
                  <a:srgbClr val="000000"/>
                </a:solidFill>
              </a:rPr>
              <a:t>HR</a:t>
            </a:r>
            <a:r>
              <a:rPr lang="en-US" sz="800" b="0">
                <a:solidFill>
                  <a:srgbClr val="000000"/>
                </a:solidFill>
              </a:rPr>
              <a:t> – Hazard Ratio, 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NT2</a:t>
            </a:r>
            <a:r>
              <a:rPr lang="en-US" sz="800">
                <a:solidFill>
                  <a:srgbClr val="000000"/>
                </a:solidFill>
              </a:rPr>
              <a:t> – Narcolepsy Type II.</a:t>
            </a:r>
          </a:p>
        </p:txBody>
      </p:sp>
    </p:spTree>
    <p:extLst>
      <p:ext uri="{BB962C8B-B14F-4D97-AF65-F5344CB8AC3E}">
        <p14:creationId xmlns:p14="http://schemas.microsoft.com/office/powerpoint/2010/main" val="2778792490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ec 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hink-cell data - do not delete" hidden="1">
            <a:extLst>
              <a:ext uri="{FF2B5EF4-FFF2-40B4-BE49-F238E27FC236}">
                <a16:creationId xmlns:a16="http://schemas.microsoft.com/office/drawing/2014/main" id="{D22F600B-CDB2-FE76-0892-9EC0B1EE2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8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F600B-CDB2-FE76-0892-9EC0B1EE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EA348E-5538-2EF5-8385-E8C785B6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F4AB-F610-BB9B-B220-6DABE15C6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8" name="スライド番号プレースホルダ 5">
            <a:extLst>
              <a:ext uri="{FF2B5EF4-FFF2-40B4-BE49-F238E27FC236}">
                <a16:creationId xmlns:a16="http://schemas.microsoft.com/office/drawing/2014/main" id="{CD2D4F80-03AC-6F38-A395-02613182E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6B27C8-F41F-5792-F7D9-1B0F85CD898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EA5C3042-76D7-0E63-CCBA-1E2311650ADE}"/>
              </a:ext>
            </a:extLst>
          </p:cNvPr>
          <p:cNvSpPr txBox="1">
            <a:spLocks/>
          </p:cNvSpPr>
          <p:nvPr userDrawn="1"/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88BF55-9D8F-47B8-9CAA-91D4F95E55A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F26A693-9BCB-AE6E-398B-CEB888C8CC85}"/>
              </a:ext>
            </a:extLst>
          </p:cNvPr>
          <p:cNvGrpSpPr/>
          <p:nvPr userDrawn="1"/>
        </p:nvGrpSpPr>
        <p:grpSpPr>
          <a:xfrm>
            <a:off x="7918485" y="6342536"/>
            <a:ext cx="4033095" cy="368777"/>
            <a:chOff x="7387590" y="5395497"/>
            <a:chExt cx="4033095" cy="3687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690DAA8-D4F6-C25F-8FE0-0F22CFF58D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674949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3251513-B3E2-13EE-85E5-E7C796FDB367}"/>
                </a:ext>
              </a:extLst>
            </p:cNvPr>
            <p:cNvSpPr/>
            <p:nvPr/>
          </p:nvSpPr>
          <p:spPr>
            <a:xfrm>
              <a:off x="7387590" y="5421470"/>
              <a:ext cx="565828" cy="125313"/>
            </a:xfrm>
            <a:prstGeom prst="rect">
              <a:avLst/>
            </a:prstGeom>
            <a:solidFill>
              <a:srgbClr val="891515"/>
            </a:solidFill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algn="ctr" defTabSz="630753">
                <a:defRPr/>
              </a:pPr>
              <a:r>
                <a:rPr lang="en-US" sz="700" b="1" kern="0" noProof="0">
                  <a:solidFill>
                    <a:schemeClr val="bg1"/>
                  </a:solidFill>
                  <a:latin typeface="+mj-lt"/>
                  <a:ea typeface="+mn-lt"/>
                  <a:cs typeface="+mn-lt"/>
                  <a:sym typeface="+mn-lt"/>
                </a:rPr>
                <a:t>Key Steps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B253881-4CA1-B5C8-A910-D6EB11BA49B0}"/>
                </a:ext>
              </a:extLst>
            </p:cNvPr>
            <p:cNvSpPr/>
            <p:nvPr/>
          </p:nvSpPr>
          <p:spPr>
            <a:xfrm>
              <a:off x="7387590" y="5611722"/>
              <a:ext cx="565828" cy="125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24832" rIns="24832" rtlCol="0" anchor="ctr"/>
            <a:lstStyle/>
            <a:p>
              <a:pPr algn="ctr"/>
              <a:r>
                <a:rPr lang="en-US" sz="700" b="1" kern="0" noProof="0">
                  <a:latin typeface="+mj-lt"/>
                  <a:ea typeface="+mn-lt"/>
                  <a:cs typeface="+mn-lt"/>
                  <a:sym typeface="+mn-lt"/>
                </a:rPr>
                <a:t>Treatments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8478C06-CB45-3911-DC69-D01FF977C0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481233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BEAFA69-72E7-B49B-8A5A-64BCD6E78E72}"/>
                </a:ext>
              </a:extLst>
            </p:cNvPr>
            <p:cNvSpPr/>
            <p:nvPr/>
          </p:nvSpPr>
          <p:spPr>
            <a:xfrm>
              <a:off x="8459157" y="5395497"/>
              <a:ext cx="1013577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Patient Flow Step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7D0E3B4-537B-8CBA-6B30-F85EC51EB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78703" y="5425290"/>
              <a:ext cx="289561" cy="142665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228EE58-48E9-4A79-8A95-548C461B4067}"/>
                </a:ext>
              </a:extLst>
            </p:cNvPr>
            <p:cNvSpPr/>
            <p:nvPr/>
          </p:nvSpPr>
          <p:spPr>
            <a:xfrm>
              <a:off x="9802306" y="5592803"/>
              <a:ext cx="1618379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Total/Percentage of Prevalent Population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EF42B98-99CF-61C4-929A-7064F157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995" y="5682195"/>
              <a:ext cx="180976" cy="1217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ys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CB1543C-1557-D8EA-C68F-322F892EE9B9}"/>
                </a:ext>
              </a:extLst>
            </p:cNvPr>
            <p:cNvSpPr/>
            <p:nvPr/>
          </p:nvSpPr>
          <p:spPr>
            <a:xfrm>
              <a:off x="9802306" y="5395497"/>
              <a:ext cx="145685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Annual Total/Percentage Patients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79BBAE63-E13B-4375-EFFA-E9B2C92D43B2}"/>
                </a:ext>
              </a:extLst>
            </p:cNvPr>
            <p:cNvSpPr/>
            <p:nvPr/>
          </p:nvSpPr>
          <p:spPr>
            <a:xfrm>
              <a:off x="8459157" y="5588644"/>
              <a:ext cx="165878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Time between Key Steps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6B7E85E-D4F8-6BCF-9B16-4B2625A6F7E8}"/>
                </a:ext>
              </a:extLst>
            </p:cNvPr>
            <p:cNvSpPr/>
            <p:nvPr/>
          </p:nvSpPr>
          <p:spPr>
            <a:xfrm>
              <a:off x="8159390" y="5629586"/>
              <a:ext cx="162878" cy="90726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1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4AB45-2662-DBAE-3380-EF8DFC62CD69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SOME PATIENT FLOWS MAY BE ROUNDED TO NEAREST 100 PATIENTS FOR CLARITY </a:t>
            </a:r>
          </a:p>
        </p:txBody>
      </p:sp>
      <p:pic>
        <p:nvPicPr>
          <p:cNvPr id="24" name="Picture 23" descr="Takeda">
            <a:extLst>
              <a:ext uri="{FF2B5EF4-FFF2-40B4-BE49-F238E27FC236}">
                <a16:creationId xmlns:a16="http://schemas.microsoft.com/office/drawing/2014/main" id="{336F3499-EE01-4D4B-2D76-6280F06EB0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BBED7-A2FA-A55B-26DD-ED7F53B92D39}"/>
              </a:ext>
            </a:extLst>
          </p:cNvPr>
          <p:cNvSpPr>
            <a:spLocks/>
          </p:cNvSpPr>
          <p:nvPr userDrawn="1"/>
        </p:nvSpPr>
        <p:spPr>
          <a:xfrm>
            <a:off x="650917" y="135112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F882-20EC-7844-92EF-C5218D941027}"/>
              </a:ext>
            </a:extLst>
          </p:cNvPr>
          <p:cNvSpPr>
            <a:spLocks/>
          </p:cNvSpPr>
          <p:nvPr userDrawn="1"/>
        </p:nvSpPr>
        <p:spPr>
          <a:xfrm>
            <a:off x="650917" y="2609917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6C0FF-B88B-8DAE-0A7F-898D1AFBAEFB}"/>
              </a:ext>
            </a:extLst>
          </p:cNvPr>
          <p:cNvSpPr>
            <a:spLocks/>
          </p:cNvSpPr>
          <p:nvPr userDrawn="1"/>
        </p:nvSpPr>
        <p:spPr>
          <a:xfrm>
            <a:off x="650916" y="3868711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FB36-5074-D86B-D807-4788A72FFB86}"/>
              </a:ext>
            </a:extLst>
          </p:cNvPr>
          <p:cNvSpPr>
            <a:spLocks/>
          </p:cNvSpPr>
          <p:nvPr userDrawn="1"/>
        </p:nvSpPr>
        <p:spPr>
          <a:xfrm>
            <a:off x="650917" y="512750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95226-5346-58B4-F079-F94DCC723E8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2686" y="4411202"/>
            <a:ext cx="13286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and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4C270-27C7-1ACE-405C-C795D5B7161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26126" y="1776314"/>
            <a:ext cx="91102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AAAD-D840-7205-A255-772D4B5E487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9194" y="5552695"/>
            <a:ext cx="92488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No Prior OSA nor Neuro-psych Dx</a:t>
            </a:r>
            <a:r>
              <a:rPr lang="en-US" sz="800" b="1" i="1" baseline="30000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32E8E6-B06D-0CD3-C69C-CAC375FCF275}"/>
              </a:ext>
            </a:extLst>
          </p:cNvPr>
          <p:cNvCxnSpPr>
            <a:cxnSpLocks/>
          </p:cNvCxnSpPr>
          <p:nvPr userDrawn="1"/>
        </p:nvCxnSpPr>
        <p:spPr>
          <a:xfrm>
            <a:off x="437717" y="1049975"/>
            <a:ext cx="11531320" cy="0"/>
          </a:xfrm>
          <a:prstGeom prst="line">
            <a:avLst/>
          </a:prstGeom>
          <a:ln w="12700" cap="rnd">
            <a:solidFill>
              <a:schemeClr val="accent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BE4C45-05B8-8927-F8BD-2FEBDF122DD1}"/>
              </a:ext>
            </a:extLst>
          </p:cNvPr>
          <p:cNvCxnSpPr>
            <a:cxnSpLocks/>
          </p:cNvCxnSpPr>
          <p:nvPr userDrawn="1"/>
        </p:nvCxnSpPr>
        <p:spPr>
          <a:xfrm>
            <a:off x="437718" y="1190970"/>
            <a:ext cx="599661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F880C-4603-99E5-947F-CDD0FC3C3894}"/>
              </a:ext>
            </a:extLst>
          </p:cNvPr>
          <p:cNvSpPr txBox="1"/>
          <p:nvPr userDrawn="1"/>
        </p:nvSpPr>
        <p:spPr>
          <a:xfrm>
            <a:off x="5046026" y="976976"/>
            <a:ext cx="2181596" cy="145998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120,000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total adult prevalent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 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91CC8-2AF5-D535-EE91-862255B06E6E}"/>
              </a:ext>
            </a:extLst>
          </p:cNvPr>
          <p:cNvSpPr txBox="1">
            <a:spLocks/>
          </p:cNvSpPr>
          <p:nvPr userDrawn="1"/>
        </p:nvSpPr>
        <p:spPr>
          <a:xfrm>
            <a:off x="2508869" y="1105344"/>
            <a:ext cx="185431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undiagnosed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F92D9-B3F6-FD1C-ED5C-A61D1BFC24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139592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AB841F-9466-963C-3FAF-A0F7A8B8D21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182901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5,000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A1A14D-5834-6C37-449E-EF32054DEA14}"/>
              </a:ext>
            </a:extLst>
          </p:cNvPr>
          <p:cNvCxnSpPr>
            <a:cxnSpLocks/>
          </p:cNvCxnSpPr>
          <p:nvPr userDrawn="1"/>
        </p:nvCxnSpPr>
        <p:spPr>
          <a:xfrm>
            <a:off x="6606540" y="1190970"/>
            <a:ext cx="536249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839F3F-2510-4F84-15EB-E5356370CC42}"/>
              </a:ext>
            </a:extLst>
          </p:cNvPr>
          <p:cNvSpPr txBox="1">
            <a:spLocks/>
          </p:cNvSpPr>
          <p:nvPr userDrawn="1"/>
        </p:nvSpPr>
        <p:spPr>
          <a:xfrm>
            <a:off x="8426390" y="1105344"/>
            <a:ext cx="168469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4FC7C3-8111-C96A-8E70-2701A79EFC09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81747" y="3035108"/>
            <a:ext cx="112677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ADEA4-7C77-E73D-79AE-54311F994E8D}"/>
              </a:ext>
            </a:extLst>
          </p:cNvPr>
          <p:cNvSpPr>
            <a:spLocks/>
          </p:cNvSpPr>
          <p:nvPr userDrawn="1"/>
        </p:nvSpPr>
        <p:spPr>
          <a:xfrm>
            <a:off x="5092700" y="1351123"/>
            <a:ext cx="1438312" cy="4965308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95F41-4650-9978-57E2-7F8B3F89A035}"/>
              </a:ext>
            </a:extLst>
          </p:cNvPr>
          <p:cNvSpPr>
            <a:spLocks/>
          </p:cNvSpPr>
          <p:nvPr userDrawn="1"/>
        </p:nvSpPr>
        <p:spPr>
          <a:xfrm>
            <a:off x="6510500" y="1351123"/>
            <a:ext cx="5448958" cy="4965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0800" cap="flat">
            <a:noFill/>
            <a:prstDash val="solid"/>
            <a:miter/>
          </a:ln>
        </p:spPr>
        <p:txBody>
          <a:bodyPr tIns="144000" rtlCol="0" anchor="t"/>
          <a:lstStyle/>
          <a:p>
            <a:pPr algn="ctr"/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BA5DF-AD57-E831-F63F-FF5BE8DFB18E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2625694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506F947-3597-BF1A-C0C8-D74AFBD3584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3058786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24,000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9DBB19-20A9-AB2F-3102-D6F95462F985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3906147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3E909B-A80E-D4FD-E0B5-9C41BAC50D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4339239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23,000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43B100-9DCB-FCD8-D55C-809BFB7E9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517567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225CE8-54CA-9D1D-1DA4-60F5BAB2B3E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560876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8,000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B5CD67-2744-599A-BEB8-C5ADC478D0A9}"/>
              </a:ext>
            </a:extLst>
          </p:cNvPr>
          <p:cNvSpPr>
            <a:spLocks/>
          </p:cNvSpPr>
          <p:nvPr userDrawn="1"/>
        </p:nvSpPr>
        <p:spPr>
          <a:xfrm>
            <a:off x="283952" y="3690251"/>
            <a:ext cx="564957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9C0DBB2-F0DB-1A69-67BA-BB3F8923F213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>
            <a:off x="848909" y="3806016"/>
            <a:ext cx="743870" cy="6603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A548550-2851-9F3B-0BB4-2F2C0E2E9A24}"/>
              </a:ext>
            </a:extLst>
          </p:cNvPr>
          <p:cNvSpPr/>
          <p:nvPr userDrawn="1"/>
        </p:nvSpPr>
        <p:spPr>
          <a:xfrm>
            <a:off x="1639932" y="5175018"/>
            <a:ext cx="2849319" cy="193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sz="80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497E56-66BB-569C-FD05-06AB4F3C4FF5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 flipV="1">
            <a:off x="848909" y="3215482"/>
            <a:ext cx="743870" cy="5905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50CA0F8-4036-3C93-77C6-73BF4A828D44}"/>
              </a:ext>
            </a:extLst>
          </p:cNvPr>
          <p:cNvCxnSpPr>
            <a:cxnSpLocks/>
            <a:stCxn id="45" idx="6"/>
            <a:endCxn id="151" idx="1"/>
          </p:cNvCxnSpPr>
          <p:nvPr userDrawn="1"/>
        </p:nvCxnSpPr>
        <p:spPr>
          <a:xfrm>
            <a:off x="848909" y="3806016"/>
            <a:ext cx="743870" cy="191595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3BA0D79-79AD-EA17-892F-B3AABC545213}"/>
              </a:ext>
            </a:extLst>
          </p:cNvPr>
          <p:cNvSpPr>
            <a:spLocks/>
          </p:cNvSpPr>
          <p:nvPr userDrawn="1"/>
        </p:nvSpPr>
        <p:spPr>
          <a:xfrm>
            <a:off x="973432" y="561537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BE69CB0-D92B-56FE-D091-0402F7C883DA}"/>
              </a:ext>
            </a:extLst>
          </p:cNvPr>
          <p:cNvCxnSpPr>
            <a:cxnSpLocks/>
            <a:stCxn id="45" idx="6"/>
            <a:endCxn id="143" idx="1"/>
          </p:cNvCxnSpPr>
          <p:nvPr userDrawn="1"/>
        </p:nvCxnSpPr>
        <p:spPr>
          <a:xfrm flipV="1">
            <a:off x="848909" y="1945292"/>
            <a:ext cx="743870" cy="18607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E774942-CA9B-AA43-CCC6-E5FF7E13EB02}"/>
              </a:ext>
            </a:extLst>
          </p:cNvPr>
          <p:cNvSpPr>
            <a:spLocks/>
          </p:cNvSpPr>
          <p:nvPr userDrawn="1"/>
        </p:nvSpPr>
        <p:spPr>
          <a:xfrm>
            <a:off x="973432" y="183899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17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7FE8B16-9568-F4CF-16A5-483C01BE9F16}"/>
              </a:ext>
            </a:extLst>
          </p:cNvPr>
          <p:cNvCxnSpPr>
            <a:cxnSpLocks/>
            <a:stCxn id="143" idx="3"/>
            <a:endCxn id="363" idx="0"/>
          </p:cNvCxnSpPr>
          <p:nvPr userDrawn="1"/>
        </p:nvCxnSpPr>
        <p:spPr>
          <a:xfrm>
            <a:off x="2903849" y="1945292"/>
            <a:ext cx="3074611" cy="16596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4A143F1-7EE5-F902-3AD7-0CECA3882A9C}"/>
              </a:ext>
            </a:extLst>
          </p:cNvPr>
          <p:cNvCxnSpPr>
            <a:cxnSpLocks/>
            <a:stCxn id="151" idx="3"/>
            <a:endCxn id="362" idx="4"/>
          </p:cNvCxnSpPr>
          <p:nvPr userDrawn="1"/>
        </p:nvCxnSpPr>
        <p:spPr>
          <a:xfrm flipV="1">
            <a:off x="2903849" y="3955273"/>
            <a:ext cx="3070499" cy="1766699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075C31B-2837-E80A-0DFC-46B6E6DE2D72}"/>
              </a:ext>
            </a:extLst>
          </p:cNvPr>
          <p:cNvSpPr>
            <a:spLocks/>
          </p:cNvSpPr>
          <p:nvPr userDrawn="1"/>
        </p:nvSpPr>
        <p:spPr>
          <a:xfrm>
            <a:off x="4646092" y="5617870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3041A1E-B993-D621-65E4-5C588011D944}"/>
              </a:ext>
            </a:extLst>
          </p:cNvPr>
          <p:cNvCxnSpPr>
            <a:cxnSpLocks/>
            <a:stCxn id="135" idx="3"/>
            <a:endCxn id="362" idx="2"/>
          </p:cNvCxnSpPr>
          <p:nvPr userDrawn="1"/>
        </p:nvCxnSpPr>
        <p:spPr>
          <a:xfrm>
            <a:off x="2903849" y="3215482"/>
            <a:ext cx="2813911" cy="624026"/>
          </a:xfrm>
          <a:prstGeom prst="bentConnector3">
            <a:avLst>
              <a:gd name="adj1" fmla="val 7058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B26BC4-C80E-143B-57AF-D57B78FB50D5}"/>
              </a:ext>
            </a:extLst>
          </p:cNvPr>
          <p:cNvSpPr>
            <a:spLocks/>
          </p:cNvSpPr>
          <p:nvPr userDrawn="1"/>
        </p:nvSpPr>
        <p:spPr>
          <a:xfrm>
            <a:off x="4646092" y="3380837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B8E590-818D-ECD5-2A7D-1C3CDF69CB29}"/>
              </a:ext>
            </a:extLst>
          </p:cNvPr>
          <p:cNvGrpSpPr/>
          <p:nvPr userDrawn="1"/>
        </p:nvGrpSpPr>
        <p:grpSpPr>
          <a:xfrm>
            <a:off x="4981922" y="4384059"/>
            <a:ext cx="959042" cy="566625"/>
            <a:chOff x="19742817" y="12505654"/>
            <a:chExt cx="2336292" cy="138033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3FAFD1-8D48-9A8C-82D5-28379F598F06}"/>
                </a:ext>
              </a:extLst>
            </p:cNvPr>
            <p:cNvSpPr>
              <a:spLocks/>
            </p:cNvSpPr>
            <p:nvPr/>
          </p:nvSpPr>
          <p:spPr>
            <a:xfrm>
              <a:off x="19742817" y="13354133"/>
              <a:ext cx="2336292" cy="5318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en-US" sz="800" b="1" noProof="0">
                  <a:solidFill>
                    <a:schemeClr val="accent1"/>
                  </a:solidFill>
                </a:rPr>
                <a:t>Misdiagnosed or symptoms overseen indefinitely</a:t>
              </a:r>
              <a:r>
                <a:rPr kumimoji="1" lang="en-US" sz="800" b="1" baseline="30000" noProof="0">
                  <a:solidFill>
                    <a:schemeClr val="accent1"/>
                  </a:solidFill>
                </a:rPr>
                <a:t>10</a:t>
              </a:r>
              <a:endParaRPr kumimoji="1" lang="en-US" sz="800" b="1" noProof="0">
                <a:solidFill>
                  <a:schemeClr val="accent1"/>
                </a:solidFill>
              </a:endParaRPr>
            </a:p>
          </p:txBody>
        </p:sp>
        <p:pic>
          <p:nvPicPr>
            <p:cNvPr id="60" name="Graphic 59" descr="Warning with solid fill">
              <a:extLst>
                <a:ext uri="{FF2B5EF4-FFF2-40B4-BE49-F238E27FC236}">
                  <a16:creationId xmlns:a16="http://schemas.microsoft.com/office/drawing/2014/main" id="{79068A8F-EFEE-12E8-00D3-AD07ED76E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0589978" y="12505654"/>
              <a:ext cx="641965" cy="641966"/>
            </a:xfrm>
            <a:prstGeom prst="rect">
              <a:avLst/>
            </a:prstGeom>
          </p:spPr>
        </p:pic>
      </p:grp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E05824C-0248-E13F-5A4C-578B8B16A078}"/>
              </a:ext>
            </a:extLst>
          </p:cNvPr>
          <p:cNvCxnSpPr>
            <a:cxnSpLocks/>
            <a:endCxn id="362" idx="2"/>
          </p:cNvCxnSpPr>
          <p:nvPr userDrawn="1"/>
        </p:nvCxnSpPr>
        <p:spPr>
          <a:xfrm flipV="1">
            <a:off x="2646213" y="3839508"/>
            <a:ext cx="3071547" cy="626907"/>
          </a:xfrm>
          <a:prstGeom prst="bentConnector3">
            <a:avLst>
              <a:gd name="adj1" fmla="val 7308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614A3B-F850-B05D-A9FF-3297038421C7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3816764"/>
            <a:ext cx="2849319" cy="1092734"/>
            <a:chOff x="1639932" y="1374935"/>
            <a:chExt cx="2849319" cy="1092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1CA448-4164-6765-7303-857216814782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EC0FB31-DD65-2393-6CBF-331E5C64E6A5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FE59888-3B4B-8064-62D3-06D38833D7E3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A57938B-AA4B-D9A3-8437-CA64E56C5CE0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74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23AE5D-7FB3-770C-2D81-AD372C05C6C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13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3A3B04D-E571-52AB-E6C6-C89FBCA7DBCD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yes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2D303C-C19A-9C3B-652F-3A3997BFB3DA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20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BAB0F34-D297-39A2-6642-79E8902228A2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2565831"/>
            <a:ext cx="2849319" cy="1092734"/>
            <a:chOff x="1639932" y="1374935"/>
            <a:chExt cx="2849319" cy="10927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F2C4872-14FF-9964-7375-4746B922CA65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80D857-CCB2-1312-4B15-C1F6519277DB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02725E8-E82A-B10B-6A9F-EDD973530BBF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983A1A6-B8AA-74D3-E777-09BE565BF6B8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4C015CB-ABB3-33A5-8A4E-2FE496BBC8A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2C093F-E253-37CE-7574-631960B4D60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51</a:t>
              </a:r>
              <a:r>
                <a:rPr lang="en-US" sz="800" b="1"/>
                <a:t> % yes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4632770-5613-0200-4BFC-9FF7B556C635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49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88C719B-5469-74F0-85A4-094FB08B59D1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1295641"/>
            <a:ext cx="2849319" cy="1092734"/>
            <a:chOff x="1639932" y="1374935"/>
            <a:chExt cx="2849319" cy="109273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0CCEF58-F965-A237-ED94-51A0B8F25D4B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DFD0646-E2DA-B236-EE61-DACC556FB0A4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250924-DCD1-EDD4-4A24-13E9E2C581CC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70904A-E599-6414-CCB2-5D4C6C186AAE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493CFBD-4800-0659-D886-FB7DFC370234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9EBAE1-D6C7-29D2-8B33-825F1A7AE5F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yes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AA4B1AB-927C-F057-093C-92A0A57BB764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33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25E2CE4-ACA2-6541-E520-9254FB4C7C5B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5278888"/>
            <a:ext cx="2810822" cy="886167"/>
            <a:chOff x="1639932" y="5381585"/>
            <a:chExt cx="2810822" cy="886167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6D6AFBA-8BB3-2ED1-491A-BFEDE59032F1}"/>
                </a:ext>
              </a:extLst>
            </p:cNvPr>
            <p:cNvSpPr/>
            <p:nvPr/>
          </p:nvSpPr>
          <p:spPr>
            <a:xfrm>
              <a:off x="1639932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DBA81CA-3321-64CE-AD53-9AEE57CBCABA}"/>
                </a:ext>
              </a:extLst>
            </p:cNvPr>
            <p:cNvSpPr/>
            <p:nvPr/>
          </p:nvSpPr>
          <p:spPr>
            <a:xfrm>
              <a:off x="3139684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54FA301-6A65-EF07-8474-C3D4A2A46596}"/>
                </a:ext>
              </a:extLst>
            </p:cNvPr>
            <p:cNvSpPr/>
            <p:nvPr/>
          </p:nvSpPr>
          <p:spPr>
            <a:xfrm>
              <a:off x="1709225" y="5623902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FBD26-E3D0-5CD7-EC9E-0ED3BEB8AA78}"/>
                </a:ext>
              </a:extLst>
            </p:cNvPr>
            <p:cNvSpPr/>
            <p:nvPr/>
          </p:nvSpPr>
          <p:spPr>
            <a:xfrm>
              <a:off x="1709225" y="5931987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FB4095-A5B4-0F7A-9394-BEAFD323AE8E}"/>
                </a:ext>
              </a:extLst>
            </p:cNvPr>
            <p:cNvSpPr/>
            <p:nvPr/>
          </p:nvSpPr>
          <p:spPr>
            <a:xfrm>
              <a:off x="3195557" y="5623902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45</a:t>
              </a:r>
              <a:r>
                <a:rPr lang="en-US" sz="800" b="1"/>
                <a:t> % yes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043D58C-6D60-F9D0-6DBB-D762EF34BC00}"/>
                </a:ext>
              </a:extLst>
            </p:cNvPr>
            <p:cNvSpPr/>
            <p:nvPr/>
          </p:nvSpPr>
          <p:spPr>
            <a:xfrm>
              <a:off x="3195557" y="5931987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55</a:t>
              </a:r>
              <a:r>
                <a:rPr lang="en-US" sz="800" b="1"/>
                <a:t> % no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40B8389-9740-9997-AF23-0257905B000C}"/>
              </a:ext>
            </a:extLst>
          </p:cNvPr>
          <p:cNvSpPr>
            <a:spLocks/>
          </p:cNvSpPr>
          <p:nvPr userDrawn="1"/>
        </p:nvSpPr>
        <p:spPr>
          <a:xfrm>
            <a:off x="4646092" y="412190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41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6E4A831B-2674-76FA-A86B-58ABC9C7FA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186301" y="4108919"/>
            <a:ext cx="550284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9909E10-72A3-3AD5-92E3-447269023C69}"/>
              </a:ext>
            </a:extLst>
          </p:cNvPr>
          <p:cNvSpPr>
            <a:spLocks/>
          </p:cNvSpPr>
          <p:nvPr userDrawn="1"/>
        </p:nvSpPr>
        <p:spPr>
          <a:xfrm>
            <a:off x="5253427" y="4032237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5720" rIns="4572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~6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6837F4-C23E-698E-16C5-5CBA6585646C}"/>
              </a:ext>
            </a:extLst>
          </p:cNvPr>
          <p:cNvSpPr>
            <a:spLocks/>
          </p:cNvSpPr>
          <p:nvPr userDrawn="1"/>
        </p:nvSpPr>
        <p:spPr>
          <a:xfrm>
            <a:off x="4646092" y="1835834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16961F8-D457-D384-8FB5-1CA7542279FC}"/>
              </a:ext>
            </a:extLst>
          </p:cNvPr>
          <p:cNvSpPr>
            <a:spLocks/>
          </p:cNvSpPr>
          <p:nvPr userDrawn="1"/>
        </p:nvSpPr>
        <p:spPr>
          <a:xfrm>
            <a:off x="6153187" y="2533016"/>
            <a:ext cx="707208" cy="474884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Previously Diagnosed with NT2</a:t>
            </a:r>
            <a:r>
              <a:rPr lang="en-US" sz="900" b="1" kern="0" baseline="30000">
                <a:solidFill>
                  <a:schemeClr val="bg1"/>
                </a:solidFill>
                <a:latin typeface="+mj-lt"/>
                <a:ea typeface="+mn-lt"/>
                <a:cs typeface="+mn-lt"/>
              </a:rPr>
              <a:t>9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651B5D43-1E35-FF3D-034C-6575A8738249}"/>
              </a:ext>
            </a:extLst>
          </p:cNvPr>
          <p:cNvCxnSpPr>
            <a:cxnSpLocks/>
            <a:stCxn id="161" idx="2"/>
            <a:endCxn id="363" idx="0"/>
          </p:cNvCxnSpPr>
          <p:nvPr userDrawn="1"/>
        </p:nvCxnSpPr>
        <p:spPr>
          <a:xfrm rot="5400000">
            <a:off x="5944125" y="3042236"/>
            <a:ext cx="597002" cy="5283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3FBCBD1-39A9-4148-2B10-09F31A6BABF7}"/>
              </a:ext>
            </a:extLst>
          </p:cNvPr>
          <p:cNvSpPr>
            <a:spLocks/>
          </p:cNvSpPr>
          <p:nvPr userDrawn="1"/>
        </p:nvSpPr>
        <p:spPr>
          <a:xfrm>
            <a:off x="6027536" y="323055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F0BB7B-3E03-E9CF-7FBF-3B5435C0C42A}"/>
              </a:ext>
            </a:extLst>
          </p:cNvPr>
          <p:cNvSpPr>
            <a:spLocks/>
          </p:cNvSpPr>
          <p:nvPr userDrawn="1"/>
        </p:nvSpPr>
        <p:spPr>
          <a:xfrm>
            <a:off x="7879081" y="1417327"/>
            <a:ext cx="3295086" cy="50398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Never Treated</a:t>
            </a:r>
            <a:r>
              <a:rPr lang="en-US" sz="800" b="1" baseline="30000">
                <a:solidFill>
                  <a:srgbClr val="000000"/>
                </a:solidFill>
                <a:latin typeface="+mj-lt"/>
              </a:rPr>
              <a:t>11</a:t>
            </a:r>
            <a:endParaRPr kumimoji="1" lang="en-US" sz="800" b="1" spc="-100" noProof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AF1AE5D-886C-D7FA-A8AC-807E0ED2F562}"/>
              </a:ext>
            </a:extLst>
          </p:cNvPr>
          <p:cNvSpPr>
            <a:spLocks/>
          </p:cNvSpPr>
          <p:nvPr userDrawn="1"/>
        </p:nvSpPr>
        <p:spPr>
          <a:xfrm>
            <a:off x="7879080" y="1984623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Experienced at NT1 Diagnosis</a:t>
            </a:r>
            <a:endParaRPr kumimoji="1" lang="en-US" sz="800" b="1" spc="-100" noProof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24995-9A40-846F-6780-A126A82D7780}"/>
              </a:ext>
            </a:extLst>
          </p:cNvPr>
          <p:cNvSpPr>
            <a:spLocks/>
          </p:cNvSpPr>
          <p:nvPr userDrawn="1"/>
        </p:nvSpPr>
        <p:spPr>
          <a:xfrm>
            <a:off x="7879080" y="4625652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Naïve at NT1 Diagnosis</a:t>
            </a:r>
            <a:endParaRPr kumimoji="1" lang="en-US" sz="800" b="1" spc="-100" noProof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F993C51-175B-AE37-8D1E-FCA0DADF6CDC}"/>
              </a:ext>
            </a:extLst>
          </p:cNvPr>
          <p:cNvSpPr>
            <a:spLocks/>
          </p:cNvSpPr>
          <p:nvPr userDrawn="1"/>
        </p:nvSpPr>
        <p:spPr>
          <a:xfrm>
            <a:off x="11394872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E7E5D33-30A7-93EB-7FB8-E82D9EAD7242}"/>
              </a:ext>
            </a:extLst>
          </p:cNvPr>
          <p:cNvSpPr>
            <a:spLocks/>
          </p:cNvSpPr>
          <p:nvPr userDrawn="1"/>
        </p:nvSpPr>
        <p:spPr>
          <a:xfrm>
            <a:off x="7933577" y="5296837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8BDB3C5-3079-9EBA-B01C-EADBC85DCA30}"/>
              </a:ext>
            </a:extLst>
          </p:cNvPr>
          <p:cNvCxnSpPr>
            <a:cxnSpLocks/>
            <a:stCxn id="362" idx="6"/>
            <a:endCxn id="166" idx="1"/>
          </p:cNvCxnSpPr>
          <p:nvPr userDrawn="1"/>
        </p:nvCxnSpPr>
        <p:spPr>
          <a:xfrm>
            <a:off x="6230936" y="3839508"/>
            <a:ext cx="1648144" cy="1562308"/>
          </a:xfrm>
          <a:prstGeom prst="bentConnector3">
            <a:avLst>
              <a:gd name="adj1" fmla="val 628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D54799D0-4D98-FDD8-058E-0C730F4222AC}"/>
              </a:ext>
            </a:extLst>
          </p:cNvPr>
          <p:cNvCxnSpPr>
            <a:cxnSpLocks/>
            <a:stCxn id="166" idx="3"/>
            <a:endCxn id="171" idx="4"/>
          </p:cNvCxnSpPr>
          <p:nvPr userDrawn="1"/>
        </p:nvCxnSpPr>
        <p:spPr>
          <a:xfrm flipV="1">
            <a:off x="11174166" y="3955273"/>
            <a:ext cx="477294" cy="1446543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3" name="Connector: Elbow 342">
            <a:extLst>
              <a:ext uri="{FF2B5EF4-FFF2-40B4-BE49-F238E27FC236}">
                <a16:creationId xmlns:a16="http://schemas.microsoft.com/office/drawing/2014/main" id="{EDE7B13C-FD33-CF27-D793-9B8C0D1C0D4E}"/>
              </a:ext>
            </a:extLst>
          </p:cNvPr>
          <p:cNvCxnSpPr>
            <a:cxnSpLocks/>
            <a:stCxn id="362" idx="6"/>
            <a:endCxn id="164" idx="1"/>
          </p:cNvCxnSpPr>
          <p:nvPr userDrawn="1"/>
        </p:nvCxnSpPr>
        <p:spPr>
          <a:xfrm flipV="1">
            <a:off x="6230936" y="1669317"/>
            <a:ext cx="1648145" cy="217019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61C0020A-BC83-E7E3-D24B-748585784C9C}"/>
              </a:ext>
            </a:extLst>
          </p:cNvPr>
          <p:cNvCxnSpPr>
            <a:cxnSpLocks/>
            <a:stCxn id="362" idx="6"/>
            <a:endCxn id="165" idx="1"/>
          </p:cNvCxnSpPr>
          <p:nvPr userDrawn="1"/>
        </p:nvCxnSpPr>
        <p:spPr>
          <a:xfrm flipV="1">
            <a:off x="6230936" y="2760787"/>
            <a:ext cx="1648144" cy="1078721"/>
          </a:xfrm>
          <a:prstGeom prst="bentConnector3">
            <a:avLst>
              <a:gd name="adj1" fmla="val 62854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20ACABDC-90AF-B103-E5B7-C3E90D9E0A3C}"/>
              </a:ext>
            </a:extLst>
          </p:cNvPr>
          <p:cNvCxnSpPr>
            <a:cxnSpLocks/>
            <a:stCxn id="164" idx="3"/>
            <a:endCxn id="355" idx="0"/>
          </p:cNvCxnSpPr>
          <p:nvPr userDrawn="1"/>
        </p:nvCxnSpPr>
        <p:spPr>
          <a:xfrm>
            <a:off x="11174167" y="1669317"/>
            <a:ext cx="487785" cy="19331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4453F06D-41F4-9CB2-9A44-49057256B52A}"/>
              </a:ext>
            </a:extLst>
          </p:cNvPr>
          <p:cNvCxnSpPr>
            <a:cxnSpLocks/>
            <a:stCxn id="165" idx="3"/>
            <a:endCxn id="355" idx="0"/>
          </p:cNvCxnSpPr>
          <p:nvPr userDrawn="1"/>
        </p:nvCxnSpPr>
        <p:spPr>
          <a:xfrm>
            <a:off x="11174166" y="2760787"/>
            <a:ext cx="487786" cy="84164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2C6B4AD5-42FB-3D33-F1AB-2F424063134A}"/>
              </a:ext>
            </a:extLst>
          </p:cNvPr>
          <p:cNvCxnSpPr>
            <a:cxnSpLocks/>
            <a:stCxn id="368" idx="3"/>
            <a:endCxn id="171" idx="2"/>
          </p:cNvCxnSpPr>
          <p:nvPr userDrawn="1"/>
        </p:nvCxnSpPr>
        <p:spPr>
          <a:xfrm flipV="1">
            <a:off x="11186372" y="3839508"/>
            <a:ext cx="208500" cy="251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90F640A-A231-3A20-9A98-97D055B3A508}"/>
              </a:ext>
            </a:extLst>
          </p:cNvPr>
          <p:cNvSpPr>
            <a:spLocks/>
          </p:cNvSpPr>
          <p:nvPr userDrawn="1"/>
        </p:nvSpPr>
        <p:spPr>
          <a:xfrm>
            <a:off x="8830330" y="1613012"/>
            <a:ext cx="1495975" cy="21318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algn="ctr" defTabSz="914400" rtl="0" eaLnBrk="1" latinLnBrk="0" hangingPunct="1"/>
            <a:r>
              <a:rPr kumimoji="0" lang="en-US" sz="10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8,700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879D47D-E4CF-AC58-FC94-702AA91FE7CB}"/>
              </a:ext>
            </a:extLst>
          </p:cNvPr>
          <p:cNvSpPr>
            <a:spLocks/>
          </p:cNvSpPr>
          <p:nvPr userDrawn="1"/>
        </p:nvSpPr>
        <p:spPr>
          <a:xfrm>
            <a:off x="9015812" y="484679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45F16E-6756-30EA-E9D9-1D4E3C01D101}"/>
              </a:ext>
            </a:extLst>
          </p:cNvPr>
          <p:cNvSpPr>
            <a:spLocks/>
          </p:cNvSpPr>
          <p:nvPr userDrawn="1"/>
        </p:nvSpPr>
        <p:spPr>
          <a:xfrm>
            <a:off x="9015812" y="5746880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86F9491-69F9-3FB0-4071-697332273E33}"/>
              </a:ext>
            </a:extLst>
          </p:cNvPr>
          <p:cNvSpPr>
            <a:spLocks/>
          </p:cNvSpPr>
          <p:nvPr userDrawn="1"/>
        </p:nvSpPr>
        <p:spPr>
          <a:xfrm>
            <a:off x="7909579" y="2652925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12B489F-EDF9-B781-0FE8-3BB8EAE5D66A}"/>
              </a:ext>
            </a:extLst>
          </p:cNvPr>
          <p:cNvSpPr>
            <a:spLocks/>
          </p:cNvSpPr>
          <p:nvPr userDrawn="1"/>
        </p:nvSpPr>
        <p:spPr>
          <a:xfrm>
            <a:off x="9015812" y="2202883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A429DEDE-BD6C-DB13-68C0-8107EFF0262D}"/>
              </a:ext>
            </a:extLst>
          </p:cNvPr>
          <p:cNvSpPr>
            <a:spLocks/>
          </p:cNvSpPr>
          <p:nvPr userDrawn="1"/>
        </p:nvSpPr>
        <p:spPr>
          <a:xfrm>
            <a:off x="9015812" y="265292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BB54B71-1763-9830-6DF2-5B7EBE9F670E}"/>
              </a:ext>
            </a:extLst>
          </p:cNvPr>
          <p:cNvSpPr>
            <a:spLocks/>
          </p:cNvSpPr>
          <p:nvPr userDrawn="1"/>
        </p:nvSpPr>
        <p:spPr>
          <a:xfrm>
            <a:off x="9015812" y="3102968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33C128C-78FC-BA73-7B3D-4C1A0B3D616F}"/>
              </a:ext>
            </a:extLst>
          </p:cNvPr>
          <p:cNvSpPr txBox="1">
            <a:spLocks/>
          </p:cNvSpPr>
          <p:nvPr userDrawn="1"/>
        </p:nvSpPr>
        <p:spPr>
          <a:xfrm>
            <a:off x="11423425" y="3602427"/>
            <a:ext cx="477054" cy="107722"/>
          </a:xfrm>
          <a:prstGeom prst="rect">
            <a:avLst/>
          </a:prstGeom>
          <a:solidFill>
            <a:srgbClr val="F9D3D4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Mortality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796C7AC-F3F6-7650-B0B5-3FDFA48CEA44}"/>
              </a:ext>
            </a:extLst>
          </p:cNvPr>
          <p:cNvSpPr txBox="1">
            <a:spLocks/>
          </p:cNvSpPr>
          <p:nvPr userDrawn="1"/>
        </p:nvSpPr>
        <p:spPr>
          <a:xfrm>
            <a:off x="327905" y="3918753"/>
            <a:ext cx="477054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Incidence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2841EA5-1863-A0E2-DFAF-1356D9D15735}"/>
              </a:ext>
            </a:extLst>
          </p:cNvPr>
          <p:cNvSpPr>
            <a:spLocks/>
          </p:cNvSpPr>
          <p:nvPr userDrawn="1"/>
        </p:nvSpPr>
        <p:spPr>
          <a:xfrm>
            <a:off x="6964422" y="3261088"/>
            <a:ext cx="618208" cy="167337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714CC28-4A5B-D66F-6663-D37BBD6CFB08}"/>
              </a:ext>
            </a:extLst>
          </p:cNvPr>
          <p:cNvSpPr>
            <a:spLocks/>
          </p:cNvSpPr>
          <p:nvPr userDrawn="1"/>
        </p:nvSpPr>
        <p:spPr>
          <a:xfrm>
            <a:off x="6815979" y="2273292"/>
            <a:ext cx="482556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27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D30913C-D668-EF45-FD26-ADCD323FD1FC}"/>
              </a:ext>
            </a:extLst>
          </p:cNvPr>
          <p:cNvSpPr>
            <a:spLocks/>
          </p:cNvSpPr>
          <p:nvPr userDrawn="1"/>
        </p:nvSpPr>
        <p:spPr>
          <a:xfrm>
            <a:off x="6980805" y="4234439"/>
            <a:ext cx="579836" cy="18047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C88B562-47F4-0D63-C31F-6B1DDD5846F2}"/>
              </a:ext>
            </a:extLst>
          </p:cNvPr>
          <p:cNvSpPr>
            <a:spLocks/>
          </p:cNvSpPr>
          <p:nvPr userDrawn="1"/>
        </p:nvSpPr>
        <p:spPr>
          <a:xfrm>
            <a:off x="7329015" y="528830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5.4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BD9B93B-6E0F-F1D4-010B-6492918BF41B}"/>
              </a:ext>
            </a:extLst>
          </p:cNvPr>
          <p:cNvSpPr>
            <a:spLocks/>
          </p:cNvSpPr>
          <p:nvPr userDrawn="1"/>
        </p:nvSpPr>
        <p:spPr>
          <a:xfrm>
            <a:off x="7329015" y="2652971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CFB8456-08C4-FEB8-3C40-D5CF4E77EAF6}"/>
              </a:ext>
            </a:extLst>
          </p:cNvPr>
          <p:cNvSpPr>
            <a:spLocks/>
          </p:cNvSpPr>
          <p:nvPr userDrawn="1"/>
        </p:nvSpPr>
        <p:spPr>
          <a:xfrm>
            <a:off x="5717760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1,252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9D346F6-4A20-5B6E-349A-0D264565AD8A}"/>
              </a:ext>
            </a:extLst>
          </p:cNvPr>
          <p:cNvSpPr txBox="1">
            <a:spLocks/>
          </p:cNvSpPr>
          <p:nvPr userDrawn="1"/>
        </p:nvSpPr>
        <p:spPr>
          <a:xfrm>
            <a:off x="5650165" y="3604902"/>
            <a:ext cx="656590" cy="107722"/>
          </a:xfrm>
          <a:prstGeom prst="rect">
            <a:avLst/>
          </a:prstGeom>
          <a:solidFill>
            <a:srgbClr val="F5F5F5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NT1 Diagnosis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8F2374A-A5C6-2A68-944D-5EA5269E05FE}"/>
              </a:ext>
            </a:extLst>
          </p:cNvPr>
          <p:cNvGrpSpPr/>
          <p:nvPr userDrawn="1"/>
        </p:nvGrpSpPr>
        <p:grpSpPr>
          <a:xfrm>
            <a:off x="7872174" y="3536950"/>
            <a:ext cx="3314198" cy="1083712"/>
            <a:chOff x="8644186" y="3507952"/>
            <a:chExt cx="3314198" cy="1083712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C5618B7-670C-5128-5EAF-A92BB494F1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44186" y="3831306"/>
              <a:ext cx="3314198" cy="460872"/>
              <a:chOff x="8644186" y="3813025"/>
              <a:chExt cx="3314198" cy="46087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522A8EA0-6741-C30E-93C7-E46E46E618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44186" y="3813025"/>
                <a:ext cx="3314198" cy="46087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274320" tIns="18288" rIns="274320" rtlCol="0" anchor="t"/>
              <a:lstStyle/>
              <a:p>
                <a:pPr algn="ctr"/>
                <a:r>
                  <a:rPr lang="en-US" sz="800" b="1">
                    <a:solidFill>
                      <a:srgbClr val="000000"/>
                    </a:solidFill>
                    <a:latin typeface="+mj-lt"/>
                  </a:rPr>
                  <a:t>Discontinued and Never Re-treated</a:t>
                </a:r>
                <a:r>
                  <a:rPr lang="en-US" sz="800" b="1" baseline="30000">
                    <a:solidFill>
                      <a:srgbClr val="000000"/>
                    </a:solidFill>
                    <a:latin typeface="+mj-lt"/>
                  </a:rPr>
                  <a:t>11</a:t>
                </a:r>
                <a:endParaRPr lang="en-US" sz="800" b="1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179F85D3-B085-381B-2FD5-388173026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8763" y="3984461"/>
                <a:ext cx="1425045" cy="213186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6,000</a:t>
                </a:r>
                <a:endParaRPr lang="en-US" sz="800" b="1"/>
              </a:p>
            </p:txBody>
          </p:sp>
        </p:grp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B99C5732-9D67-DE9D-BE0B-9EAA77EA8035}"/>
                </a:ext>
              </a:extLst>
            </p:cNvPr>
            <p:cNvCxnSpPr>
              <a:cxnSpLocks/>
              <a:stCxn id="165" idx="2"/>
              <a:endCxn id="368" idx="0"/>
            </p:cNvCxnSpPr>
            <p:nvPr/>
          </p:nvCxnSpPr>
          <p:spPr>
            <a:xfrm>
              <a:off x="10298635" y="3507952"/>
              <a:ext cx="0" cy="3233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D30C0D9-83F4-7AED-3986-5C632E9299F1}"/>
                </a:ext>
              </a:extLst>
            </p:cNvPr>
            <p:cNvCxnSpPr>
              <a:cxnSpLocks/>
              <a:stCxn id="368" idx="2"/>
            </p:cNvCxnSpPr>
            <p:nvPr/>
          </p:nvCxnSpPr>
          <p:spPr>
            <a:xfrm>
              <a:off x="10301285" y="4292178"/>
              <a:ext cx="0" cy="2994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triangle"/>
              <a:tailEnd type="none"/>
            </a:ln>
            <a:effectLst/>
          </p:spPr>
        </p:cxnSp>
      </p:grpSp>
      <p:cxnSp>
        <p:nvCxnSpPr>
          <p:cNvPr id="370" name="Connector: Curved 369">
            <a:extLst>
              <a:ext uri="{FF2B5EF4-FFF2-40B4-BE49-F238E27FC236}">
                <a16:creationId xmlns:a16="http://schemas.microsoft.com/office/drawing/2014/main" id="{5B0E19F5-E8D6-11C2-87CA-3C2F1EA7BF6E}"/>
              </a:ext>
            </a:extLst>
          </p:cNvPr>
          <p:cNvCxnSpPr>
            <a:cxnSpLocks/>
            <a:stCxn id="352" idx="3"/>
            <a:endCxn id="354" idx="3"/>
          </p:cNvCxnSpPr>
          <p:nvPr userDrawn="1"/>
        </p:nvCxnSpPr>
        <p:spPr>
          <a:xfrm>
            <a:off x="10684600" y="2377178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Curved 370">
            <a:extLst>
              <a:ext uri="{FF2B5EF4-FFF2-40B4-BE49-F238E27FC236}">
                <a16:creationId xmlns:a16="http://schemas.microsoft.com/office/drawing/2014/main" id="{AC39D567-D50F-9547-5195-09641303CE3F}"/>
              </a:ext>
            </a:extLst>
          </p:cNvPr>
          <p:cNvCxnSpPr>
            <a:cxnSpLocks/>
            <a:stCxn id="352" idx="1"/>
            <a:endCxn id="354" idx="1"/>
          </p:cNvCxnSpPr>
          <p:nvPr userDrawn="1"/>
        </p:nvCxnSpPr>
        <p:spPr>
          <a:xfrm rot="10800000" flipV="1">
            <a:off x="9015812" y="2377177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667AA8CF-FDF1-C7B7-D24C-1C26B7B66CA6}"/>
              </a:ext>
            </a:extLst>
          </p:cNvPr>
          <p:cNvSpPr>
            <a:spLocks/>
          </p:cNvSpPr>
          <p:nvPr userDrawn="1"/>
        </p:nvSpPr>
        <p:spPr>
          <a:xfrm>
            <a:off x="8440344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3" name="Connector: Curved 372">
            <a:extLst>
              <a:ext uri="{FF2B5EF4-FFF2-40B4-BE49-F238E27FC236}">
                <a16:creationId xmlns:a16="http://schemas.microsoft.com/office/drawing/2014/main" id="{32158960-613A-5E7E-6D48-496BE6DF41DD}"/>
              </a:ext>
            </a:extLst>
          </p:cNvPr>
          <p:cNvCxnSpPr>
            <a:cxnSpLocks/>
            <a:stCxn id="352" idx="1"/>
            <a:endCxn id="353" idx="1"/>
          </p:cNvCxnSpPr>
          <p:nvPr userDrawn="1"/>
        </p:nvCxnSpPr>
        <p:spPr>
          <a:xfrm rot="10800000" flipV="1">
            <a:off x="9015812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373">
            <a:extLst>
              <a:ext uri="{FF2B5EF4-FFF2-40B4-BE49-F238E27FC236}">
                <a16:creationId xmlns:a16="http://schemas.microsoft.com/office/drawing/2014/main" id="{5D73F342-3704-76AD-9191-157C74A696CF}"/>
              </a:ext>
            </a:extLst>
          </p:cNvPr>
          <p:cNvSpPr>
            <a:spLocks/>
          </p:cNvSpPr>
          <p:nvPr userDrawn="1"/>
        </p:nvSpPr>
        <p:spPr>
          <a:xfrm>
            <a:off x="8661386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5" name="Connector: Curved 374">
            <a:extLst>
              <a:ext uri="{FF2B5EF4-FFF2-40B4-BE49-F238E27FC236}">
                <a16:creationId xmlns:a16="http://schemas.microsoft.com/office/drawing/2014/main" id="{1876FCD9-A5E1-D33F-484C-452E5E932B60}"/>
              </a:ext>
            </a:extLst>
          </p:cNvPr>
          <p:cNvCxnSpPr>
            <a:cxnSpLocks/>
            <a:stCxn id="353" idx="1"/>
            <a:endCxn id="354" idx="1"/>
          </p:cNvCxnSpPr>
          <p:nvPr userDrawn="1"/>
        </p:nvCxnSpPr>
        <p:spPr>
          <a:xfrm rot="10800000" flipV="1">
            <a:off x="9015812" y="2827219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5C226A3E-8C5A-C2F6-4A9F-AECEE1C3EF28}"/>
              </a:ext>
            </a:extLst>
          </p:cNvPr>
          <p:cNvSpPr>
            <a:spLocks/>
          </p:cNvSpPr>
          <p:nvPr userDrawn="1"/>
        </p:nvSpPr>
        <p:spPr>
          <a:xfrm>
            <a:off x="8661386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7" name="Connector: Curved 376">
            <a:extLst>
              <a:ext uri="{FF2B5EF4-FFF2-40B4-BE49-F238E27FC236}">
                <a16:creationId xmlns:a16="http://schemas.microsoft.com/office/drawing/2014/main" id="{38DE6601-E21B-57BC-63FE-C8AEC7D4E3CC}"/>
              </a:ext>
            </a:extLst>
          </p:cNvPr>
          <p:cNvCxnSpPr>
            <a:cxnSpLocks/>
            <a:stCxn id="352" idx="3"/>
            <a:endCxn id="353" idx="3"/>
          </p:cNvCxnSpPr>
          <p:nvPr userDrawn="1"/>
        </p:nvCxnSpPr>
        <p:spPr>
          <a:xfrm>
            <a:off x="10684600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Curved 377">
            <a:extLst>
              <a:ext uri="{FF2B5EF4-FFF2-40B4-BE49-F238E27FC236}">
                <a16:creationId xmlns:a16="http://schemas.microsoft.com/office/drawing/2014/main" id="{E55BFE22-51DC-5E94-9934-AFB4671EC338}"/>
              </a:ext>
            </a:extLst>
          </p:cNvPr>
          <p:cNvCxnSpPr>
            <a:cxnSpLocks/>
            <a:stCxn id="353" idx="3"/>
            <a:endCxn id="354" idx="3"/>
          </p:cNvCxnSpPr>
          <p:nvPr userDrawn="1"/>
        </p:nvCxnSpPr>
        <p:spPr>
          <a:xfrm>
            <a:off x="10684600" y="2827220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805013E-9B95-4856-DCC6-128206BADEBF}"/>
              </a:ext>
            </a:extLst>
          </p:cNvPr>
          <p:cNvSpPr>
            <a:spLocks/>
          </p:cNvSpPr>
          <p:nvPr userDrawn="1"/>
        </p:nvSpPr>
        <p:spPr>
          <a:xfrm>
            <a:off x="9015812" y="5283319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0" name="Connector: Curved 379">
            <a:extLst>
              <a:ext uri="{FF2B5EF4-FFF2-40B4-BE49-F238E27FC236}">
                <a16:creationId xmlns:a16="http://schemas.microsoft.com/office/drawing/2014/main" id="{746D30F6-94E1-C320-466E-FB64F8AD3341}"/>
              </a:ext>
            </a:extLst>
          </p:cNvPr>
          <p:cNvCxnSpPr>
            <a:cxnSpLocks/>
          </p:cNvCxnSpPr>
          <p:nvPr userDrawn="1"/>
        </p:nvCxnSpPr>
        <p:spPr>
          <a:xfrm>
            <a:off x="10684600" y="5007572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Curved 380">
            <a:extLst>
              <a:ext uri="{FF2B5EF4-FFF2-40B4-BE49-F238E27FC236}">
                <a16:creationId xmlns:a16="http://schemas.microsoft.com/office/drawing/2014/main" id="{4DEA4A20-A6DB-DAAA-56D7-36F4683C1E35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9015812" y="5007571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Oval 381">
            <a:extLst>
              <a:ext uri="{FF2B5EF4-FFF2-40B4-BE49-F238E27FC236}">
                <a16:creationId xmlns:a16="http://schemas.microsoft.com/office/drawing/2014/main" id="{079CCEF5-5B81-317E-F21C-157EABC08914}"/>
              </a:ext>
            </a:extLst>
          </p:cNvPr>
          <p:cNvSpPr>
            <a:spLocks/>
          </p:cNvSpPr>
          <p:nvPr userDrawn="1"/>
        </p:nvSpPr>
        <p:spPr>
          <a:xfrm>
            <a:off x="8440344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3" name="Connector: Curved 382">
            <a:extLst>
              <a:ext uri="{FF2B5EF4-FFF2-40B4-BE49-F238E27FC236}">
                <a16:creationId xmlns:a16="http://schemas.microsoft.com/office/drawing/2014/main" id="{519F64E0-D56B-C91B-51D8-5A7E977A8BDF}"/>
              </a:ext>
            </a:extLst>
          </p:cNvPr>
          <p:cNvCxnSpPr>
            <a:cxnSpLocks/>
            <a:endCxn id="379" idx="1"/>
          </p:cNvCxnSpPr>
          <p:nvPr userDrawn="1"/>
        </p:nvCxnSpPr>
        <p:spPr>
          <a:xfrm rot="10800000" flipV="1">
            <a:off x="9015812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BD27ABC3-1DA6-A26F-06BE-3C57B88995DE}"/>
              </a:ext>
            </a:extLst>
          </p:cNvPr>
          <p:cNvSpPr>
            <a:spLocks/>
          </p:cNvSpPr>
          <p:nvPr userDrawn="1"/>
        </p:nvSpPr>
        <p:spPr>
          <a:xfrm>
            <a:off x="8661386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5" name="Connector: Curved 384">
            <a:extLst>
              <a:ext uri="{FF2B5EF4-FFF2-40B4-BE49-F238E27FC236}">
                <a16:creationId xmlns:a16="http://schemas.microsoft.com/office/drawing/2014/main" id="{26D16A79-573C-B8D7-1013-B56E7A8BAA1D}"/>
              </a:ext>
            </a:extLst>
          </p:cNvPr>
          <p:cNvCxnSpPr>
            <a:cxnSpLocks/>
            <a:stCxn id="379" idx="1"/>
          </p:cNvCxnSpPr>
          <p:nvPr userDrawn="1"/>
        </p:nvCxnSpPr>
        <p:spPr>
          <a:xfrm rot="10800000" flipV="1">
            <a:off x="9015812" y="5457613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Oval 385">
            <a:extLst>
              <a:ext uri="{FF2B5EF4-FFF2-40B4-BE49-F238E27FC236}">
                <a16:creationId xmlns:a16="http://schemas.microsoft.com/office/drawing/2014/main" id="{FCC637DA-D161-3A1D-7DE5-7F5787943B97}"/>
              </a:ext>
            </a:extLst>
          </p:cNvPr>
          <p:cNvSpPr>
            <a:spLocks/>
          </p:cNvSpPr>
          <p:nvPr userDrawn="1"/>
        </p:nvSpPr>
        <p:spPr>
          <a:xfrm>
            <a:off x="8661386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7" name="Connector: Curved 386">
            <a:extLst>
              <a:ext uri="{FF2B5EF4-FFF2-40B4-BE49-F238E27FC236}">
                <a16:creationId xmlns:a16="http://schemas.microsoft.com/office/drawing/2014/main" id="{512B193B-39DC-427F-A159-2B880E366CC2}"/>
              </a:ext>
            </a:extLst>
          </p:cNvPr>
          <p:cNvCxnSpPr>
            <a:cxnSpLocks/>
            <a:endCxn id="379" idx="3"/>
          </p:cNvCxnSpPr>
          <p:nvPr userDrawn="1"/>
        </p:nvCxnSpPr>
        <p:spPr>
          <a:xfrm>
            <a:off x="10684600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Curved 387">
            <a:extLst>
              <a:ext uri="{FF2B5EF4-FFF2-40B4-BE49-F238E27FC236}">
                <a16:creationId xmlns:a16="http://schemas.microsoft.com/office/drawing/2014/main" id="{EA77DCD6-FF99-E989-EDBB-8AA726D5B1D4}"/>
              </a:ext>
            </a:extLst>
          </p:cNvPr>
          <p:cNvCxnSpPr>
            <a:cxnSpLocks/>
            <a:stCxn id="379" idx="3"/>
          </p:cNvCxnSpPr>
          <p:nvPr userDrawn="1"/>
        </p:nvCxnSpPr>
        <p:spPr>
          <a:xfrm>
            <a:off x="10684600" y="5457614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A56F218-8D65-55FF-2DA3-9B7F8DF94CE8}"/>
              </a:ext>
            </a:extLst>
          </p:cNvPr>
          <p:cNvSpPr>
            <a:spLocks/>
          </p:cNvSpPr>
          <p:nvPr userDrawn="1"/>
        </p:nvSpPr>
        <p:spPr>
          <a:xfrm>
            <a:off x="973431" y="4356586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247CAFA5-7B9F-D340-DAED-6F0510119E60}"/>
              </a:ext>
            </a:extLst>
          </p:cNvPr>
          <p:cNvSpPr>
            <a:spLocks/>
          </p:cNvSpPr>
          <p:nvPr userDrawn="1"/>
        </p:nvSpPr>
        <p:spPr>
          <a:xfrm>
            <a:off x="992532" y="309779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7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7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F3B81D-7498-676B-36A3-F821C1B66369}"/>
              </a:ext>
            </a:extLst>
          </p:cNvPr>
          <p:cNvSpPr txBox="1">
            <a:spLocks/>
          </p:cNvSpPr>
          <p:nvPr userDrawn="1"/>
        </p:nvSpPr>
        <p:spPr>
          <a:xfrm>
            <a:off x="691893" y="3914999"/>
            <a:ext cx="514689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16-22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4A462256-3E6E-19CB-FA62-251A385648FF}"/>
              </a:ext>
            </a:extLst>
          </p:cNvPr>
          <p:cNvSpPr txBox="1">
            <a:spLocks/>
          </p:cNvSpPr>
          <p:nvPr userDrawn="1"/>
        </p:nvSpPr>
        <p:spPr>
          <a:xfrm>
            <a:off x="6008466" y="3955273"/>
            <a:ext cx="473330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~31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804AD919-7F1D-9FC0-28B3-E91DDEE70A9B}"/>
              </a:ext>
            </a:extLst>
          </p:cNvPr>
          <p:cNvSpPr txBox="1">
            <a:spLocks/>
          </p:cNvSpPr>
          <p:nvPr userDrawn="1"/>
        </p:nvSpPr>
        <p:spPr>
          <a:xfrm>
            <a:off x="11635548" y="3990508"/>
            <a:ext cx="364843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HR 1.2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0C1096E-675F-C9A3-7BA8-A11FEC3159C8}"/>
              </a:ext>
            </a:extLst>
          </p:cNvPr>
          <p:cNvSpPr>
            <a:spLocks/>
          </p:cNvSpPr>
          <p:nvPr userDrawn="1"/>
        </p:nvSpPr>
        <p:spPr>
          <a:xfrm>
            <a:off x="9272000" y="3579179"/>
            <a:ext cx="513175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0.2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E1EE501A-A858-B76A-BBE2-DC5FAD1D0781}"/>
              </a:ext>
            </a:extLst>
          </p:cNvPr>
          <p:cNvSpPr>
            <a:spLocks/>
          </p:cNvSpPr>
          <p:nvPr userDrawn="1"/>
        </p:nvSpPr>
        <p:spPr>
          <a:xfrm>
            <a:off x="9283430" y="4421456"/>
            <a:ext cx="504568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1E86D30-8291-AD4A-9181-A2DFC43F5608}"/>
              </a:ext>
            </a:extLst>
          </p:cNvPr>
          <p:cNvCxnSpPr>
            <a:cxnSpLocks/>
            <a:endCxn id="159" idx="6"/>
          </p:cNvCxnSpPr>
          <p:nvPr userDrawn="1"/>
        </p:nvCxnSpPr>
        <p:spPr>
          <a:xfrm rot="10800000">
            <a:off x="5660228" y="4115704"/>
            <a:ext cx="314125" cy="13228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23C52F59-F21A-849C-45AC-B77DEB9BB842}"/>
              </a:ext>
            </a:extLst>
          </p:cNvPr>
          <p:cNvCxnSpPr>
            <a:cxnSpLocks/>
            <a:endCxn id="159" idx="0"/>
          </p:cNvCxnSpPr>
          <p:nvPr userDrawn="1"/>
        </p:nvCxnSpPr>
        <p:spPr>
          <a:xfrm rot="5400000">
            <a:off x="5285383" y="3343270"/>
            <a:ext cx="860412" cy="517523"/>
          </a:xfrm>
          <a:prstGeom prst="bentConnector3">
            <a:avLst>
              <a:gd name="adj1" fmla="val 73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56922C-42F0-8B77-83FB-95DF7B23013C}"/>
              </a:ext>
            </a:extLst>
          </p:cNvPr>
          <p:cNvSpPr/>
          <p:nvPr userDrawn="1"/>
        </p:nvSpPr>
        <p:spPr>
          <a:xfrm>
            <a:off x="10326306" y="2202402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9,100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B55EA26-AEFA-B5E6-EDFC-17277E58E16F}"/>
              </a:ext>
            </a:extLst>
          </p:cNvPr>
          <p:cNvSpPr/>
          <p:nvPr userDrawn="1"/>
        </p:nvSpPr>
        <p:spPr>
          <a:xfrm>
            <a:off x="10326306" y="2652925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5,100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749F5B8-764A-DD42-A789-D0EB50DE2C4C}"/>
              </a:ext>
            </a:extLst>
          </p:cNvPr>
          <p:cNvSpPr/>
          <p:nvPr userDrawn="1"/>
        </p:nvSpPr>
        <p:spPr>
          <a:xfrm>
            <a:off x="10326306" y="310296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11,300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3A2C16D-CEDB-3775-0FD9-42F666569522}"/>
              </a:ext>
            </a:extLst>
          </p:cNvPr>
          <p:cNvSpPr/>
          <p:nvPr userDrawn="1"/>
        </p:nvSpPr>
        <p:spPr>
          <a:xfrm>
            <a:off x="10326306" y="484745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7,100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D85EA40-BFC5-1870-6868-32A3ED6A0FB0}"/>
              </a:ext>
            </a:extLst>
          </p:cNvPr>
          <p:cNvSpPr/>
          <p:nvPr userDrawn="1"/>
        </p:nvSpPr>
        <p:spPr>
          <a:xfrm>
            <a:off x="10326306" y="5283936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4,000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3D1D861-5674-6AD4-39B8-E703D1C0771C}"/>
              </a:ext>
            </a:extLst>
          </p:cNvPr>
          <p:cNvSpPr/>
          <p:nvPr userDrawn="1"/>
        </p:nvSpPr>
        <p:spPr>
          <a:xfrm>
            <a:off x="10326306" y="5746880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8,800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3A26617-2358-DF15-0185-B8C0702D3230}"/>
              </a:ext>
            </a:extLst>
          </p:cNvPr>
          <p:cNvSpPr>
            <a:spLocks/>
          </p:cNvSpPr>
          <p:nvPr userDrawn="1"/>
        </p:nvSpPr>
        <p:spPr>
          <a:xfrm>
            <a:off x="10825279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FB73158B-6F4B-DAF0-B99E-C7963274AD4B}"/>
              </a:ext>
            </a:extLst>
          </p:cNvPr>
          <p:cNvSpPr>
            <a:spLocks/>
          </p:cNvSpPr>
          <p:nvPr userDrawn="1"/>
        </p:nvSpPr>
        <p:spPr>
          <a:xfrm>
            <a:off x="10644639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B2C15CB-398D-B87D-9831-43817FCCCC75}"/>
              </a:ext>
            </a:extLst>
          </p:cNvPr>
          <p:cNvSpPr>
            <a:spLocks/>
          </p:cNvSpPr>
          <p:nvPr userDrawn="1"/>
        </p:nvSpPr>
        <p:spPr>
          <a:xfrm>
            <a:off x="10644639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42E24B02-BA82-CAE4-F42C-10D41CB4A5AC}"/>
              </a:ext>
            </a:extLst>
          </p:cNvPr>
          <p:cNvSpPr>
            <a:spLocks/>
          </p:cNvSpPr>
          <p:nvPr userDrawn="1"/>
        </p:nvSpPr>
        <p:spPr>
          <a:xfrm>
            <a:off x="10825279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9DD807A5-5ACD-1525-157E-A2156DE71F32}"/>
              </a:ext>
            </a:extLst>
          </p:cNvPr>
          <p:cNvSpPr>
            <a:spLocks/>
          </p:cNvSpPr>
          <p:nvPr userDrawn="1"/>
        </p:nvSpPr>
        <p:spPr>
          <a:xfrm>
            <a:off x="10644639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4A566C9-BA8F-6965-317E-DF516F86514B}"/>
              </a:ext>
            </a:extLst>
          </p:cNvPr>
          <p:cNvSpPr>
            <a:spLocks/>
          </p:cNvSpPr>
          <p:nvPr userDrawn="1"/>
        </p:nvSpPr>
        <p:spPr>
          <a:xfrm>
            <a:off x="10644639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1CB07D-DCC2-0DAA-D4BA-CA46F961B376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OSA </a:t>
            </a:r>
            <a:r>
              <a:rPr lang="en-US" sz="800" b="0">
                <a:solidFill>
                  <a:srgbClr val="000000"/>
                </a:solidFill>
              </a:rPr>
              <a:t>– Obstructive Sleep Apnea, </a:t>
            </a:r>
            <a:r>
              <a:rPr lang="en-US" sz="800" b="1">
                <a:solidFill>
                  <a:srgbClr val="000000"/>
                </a:solidFill>
              </a:rPr>
              <a:t>HCP</a:t>
            </a:r>
            <a:r>
              <a:rPr lang="en-US" sz="800" b="0">
                <a:solidFill>
                  <a:srgbClr val="000000"/>
                </a:solidFill>
              </a:rPr>
              <a:t> – Healthcare Provider, </a:t>
            </a:r>
            <a:r>
              <a:rPr lang="en-US" sz="800" b="1">
                <a:solidFill>
                  <a:srgbClr val="000000"/>
                </a:solidFill>
              </a:rPr>
              <a:t>HR</a:t>
            </a:r>
            <a:r>
              <a:rPr lang="en-US" sz="800" b="0">
                <a:solidFill>
                  <a:srgbClr val="000000"/>
                </a:solidFill>
              </a:rPr>
              <a:t> – Hazard Ratio, 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NT2</a:t>
            </a:r>
            <a:r>
              <a:rPr lang="en-US" sz="800">
                <a:solidFill>
                  <a:srgbClr val="000000"/>
                </a:solidFill>
              </a:rPr>
              <a:t> – Narcolepsy Type II.</a:t>
            </a:r>
          </a:p>
        </p:txBody>
      </p:sp>
    </p:spTree>
    <p:extLst>
      <p:ext uri="{BB962C8B-B14F-4D97-AF65-F5344CB8AC3E}">
        <p14:creationId xmlns:p14="http://schemas.microsoft.com/office/powerpoint/2010/main" val="3274359828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xec 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hink-cell data - do not delete" hidden="1">
            <a:extLst>
              <a:ext uri="{FF2B5EF4-FFF2-40B4-BE49-F238E27FC236}">
                <a16:creationId xmlns:a16="http://schemas.microsoft.com/office/drawing/2014/main" id="{D22F600B-CDB2-FE76-0892-9EC0B1EE2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8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F600B-CDB2-FE76-0892-9EC0B1EE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EA348E-5538-2EF5-8385-E8C785B6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F4AB-F610-BB9B-B220-6DABE15C6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8" name="スライド番号プレースホルダ 5">
            <a:extLst>
              <a:ext uri="{FF2B5EF4-FFF2-40B4-BE49-F238E27FC236}">
                <a16:creationId xmlns:a16="http://schemas.microsoft.com/office/drawing/2014/main" id="{CD2D4F80-03AC-6F38-A395-02613182E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6B27C8-F41F-5792-F7D9-1B0F85CD898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EA5C3042-76D7-0E63-CCBA-1E2311650ADE}"/>
              </a:ext>
            </a:extLst>
          </p:cNvPr>
          <p:cNvSpPr txBox="1">
            <a:spLocks/>
          </p:cNvSpPr>
          <p:nvPr userDrawn="1"/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88BF55-9D8F-47B8-9CAA-91D4F95E55A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F26A693-9BCB-AE6E-398B-CEB888C8CC85}"/>
              </a:ext>
            </a:extLst>
          </p:cNvPr>
          <p:cNvGrpSpPr/>
          <p:nvPr userDrawn="1"/>
        </p:nvGrpSpPr>
        <p:grpSpPr>
          <a:xfrm>
            <a:off x="7918485" y="6342536"/>
            <a:ext cx="4033095" cy="368777"/>
            <a:chOff x="7387590" y="5395497"/>
            <a:chExt cx="4033095" cy="3687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690DAA8-D4F6-C25F-8FE0-0F22CFF58D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674949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3251513-B3E2-13EE-85E5-E7C796FDB367}"/>
                </a:ext>
              </a:extLst>
            </p:cNvPr>
            <p:cNvSpPr/>
            <p:nvPr/>
          </p:nvSpPr>
          <p:spPr>
            <a:xfrm>
              <a:off x="7387590" y="5421470"/>
              <a:ext cx="565828" cy="125313"/>
            </a:xfrm>
            <a:prstGeom prst="rect">
              <a:avLst/>
            </a:prstGeom>
            <a:solidFill>
              <a:srgbClr val="891515"/>
            </a:solidFill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algn="ctr" defTabSz="630753">
                <a:defRPr/>
              </a:pPr>
              <a:r>
                <a:rPr lang="en-US" sz="700" b="1" kern="0" noProof="0">
                  <a:solidFill>
                    <a:schemeClr val="bg1"/>
                  </a:solidFill>
                  <a:latin typeface="+mj-lt"/>
                  <a:ea typeface="+mn-lt"/>
                  <a:cs typeface="+mn-lt"/>
                  <a:sym typeface="+mn-lt"/>
                </a:rPr>
                <a:t>Key Steps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B253881-4CA1-B5C8-A910-D6EB11BA49B0}"/>
                </a:ext>
              </a:extLst>
            </p:cNvPr>
            <p:cNvSpPr/>
            <p:nvPr/>
          </p:nvSpPr>
          <p:spPr>
            <a:xfrm>
              <a:off x="7387590" y="5611722"/>
              <a:ext cx="565828" cy="125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24832" rIns="24832" rtlCol="0" anchor="ctr"/>
            <a:lstStyle/>
            <a:p>
              <a:pPr algn="ctr"/>
              <a:r>
                <a:rPr lang="en-US" sz="700" b="1" kern="0" noProof="0">
                  <a:latin typeface="+mj-lt"/>
                  <a:ea typeface="+mn-lt"/>
                  <a:cs typeface="+mn-lt"/>
                  <a:sym typeface="+mn-lt"/>
                </a:rPr>
                <a:t>Treatments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8478C06-CB45-3911-DC69-D01FF977C0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481233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BEAFA69-72E7-B49B-8A5A-64BCD6E78E72}"/>
                </a:ext>
              </a:extLst>
            </p:cNvPr>
            <p:cNvSpPr/>
            <p:nvPr/>
          </p:nvSpPr>
          <p:spPr>
            <a:xfrm>
              <a:off x="8459157" y="5395497"/>
              <a:ext cx="1013577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Patient Flow Step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7D0E3B4-537B-8CBA-6B30-F85EC51EB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78703" y="5425290"/>
              <a:ext cx="289561" cy="142665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228EE58-48E9-4A79-8A95-548C461B4067}"/>
                </a:ext>
              </a:extLst>
            </p:cNvPr>
            <p:cNvSpPr/>
            <p:nvPr/>
          </p:nvSpPr>
          <p:spPr>
            <a:xfrm>
              <a:off x="9802306" y="5592803"/>
              <a:ext cx="1618379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Total/Percentage of Prevalent Population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EF42B98-99CF-61C4-929A-7064F157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995" y="5682195"/>
              <a:ext cx="180976" cy="1217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ys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CB1543C-1557-D8EA-C68F-322F892EE9B9}"/>
                </a:ext>
              </a:extLst>
            </p:cNvPr>
            <p:cNvSpPr/>
            <p:nvPr/>
          </p:nvSpPr>
          <p:spPr>
            <a:xfrm>
              <a:off x="9802306" y="5395497"/>
              <a:ext cx="145685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Annual Total/Percentage Patients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79BBAE63-E13B-4375-EFFA-E9B2C92D43B2}"/>
                </a:ext>
              </a:extLst>
            </p:cNvPr>
            <p:cNvSpPr/>
            <p:nvPr/>
          </p:nvSpPr>
          <p:spPr>
            <a:xfrm>
              <a:off x="8459157" y="5588644"/>
              <a:ext cx="165878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Time between Key Steps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6B7E85E-D4F8-6BCF-9B16-4B2625A6F7E8}"/>
                </a:ext>
              </a:extLst>
            </p:cNvPr>
            <p:cNvSpPr/>
            <p:nvPr/>
          </p:nvSpPr>
          <p:spPr>
            <a:xfrm>
              <a:off x="8159390" y="5629586"/>
              <a:ext cx="162878" cy="90726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1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4AB45-2662-DBAE-3380-EF8DFC62CD69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SOME PATIENT FLOWS MAY BE ROUNDED TO NEAREST 100 PATIENTS FOR CLARITY </a:t>
            </a:r>
          </a:p>
        </p:txBody>
      </p:sp>
      <p:pic>
        <p:nvPicPr>
          <p:cNvPr id="24" name="Picture 23" descr="Takeda">
            <a:extLst>
              <a:ext uri="{FF2B5EF4-FFF2-40B4-BE49-F238E27FC236}">
                <a16:creationId xmlns:a16="http://schemas.microsoft.com/office/drawing/2014/main" id="{336F3499-EE01-4D4B-2D76-6280F06EB0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BBED7-A2FA-A55B-26DD-ED7F53B92D39}"/>
              </a:ext>
            </a:extLst>
          </p:cNvPr>
          <p:cNvSpPr>
            <a:spLocks/>
          </p:cNvSpPr>
          <p:nvPr userDrawn="1"/>
        </p:nvSpPr>
        <p:spPr>
          <a:xfrm>
            <a:off x="650917" y="135112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F882-20EC-7844-92EF-C5218D941027}"/>
              </a:ext>
            </a:extLst>
          </p:cNvPr>
          <p:cNvSpPr>
            <a:spLocks/>
          </p:cNvSpPr>
          <p:nvPr userDrawn="1"/>
        </p:nvSpPr>
        <p:spPr>
          <a:xfrm>
            <a:off x="650917" y="2609917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6C0FF-B88B-8DAE-0A7F-898D1AFBAEFB}"/>
              </a:ext>
            </a:extLst>
          </p:cNvPr>
          <p:cNvSpPr>
            <a:spLocks/>
          </p:cNvSpPr>
          <p:nvPr userDrawn="1"/>
        </p:nvSpPr>
        <p:spPr>
          <a:xfrm>
            <a:off x="650916" y="3868711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FB36-5074-D86B-D807-4788A72FFB86}"/>
              </a:ext>
            </a:extLst>
          </p:cNvPr>
          <p:cNvSpPr>
            <a:spLocks/>
          </p:cNvSpPr>
          <p:nvPr userDrawn="1"/>
        </p:nvSpPr>
        <p:spPr>
          <a:xfrm>
            <a:off x="650917" y="512750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95226-5346-58B4-F079-F94DCC723E8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2686" y="4411202"/>
            <a:ext cx="13286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and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4C270-27C7-1ACE-405C-C795D5B7161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26126" y="1776314"/>
            <a:ext cx="91102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AAAD-D840-7205-A255-772D4B5E487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9194" y="5552695"/>
            <a:ext cx="92488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No Prior OSA nor Neuro-psych Dx</a:t>
            </a:r>
            <a:r>
              <a:rPr lang="en-US" sz="800" b="1" i="1" baseline="30000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32E8E6-B06D-0CD3-C69C-CAC375FCF275}"/>
              </a:ext>
            </a:extLst>
          </p:cNvPr>
          <p:cNvCxnSpPr>
            <a:cxnSpLocks/>
          </p:cNvCxnSpPr>
          <p:nvPr userDrawn="1"/>
        </p:nvCxnSpPr>
        <p:spPr>
          <a:xfrm>
            <a:off x="437717" y="1049975"/>
            <a:ext cx="11531320" cy="0"/>
          </a:xfrm>
          <a:prstGeom prst="line">
            <a:avLst/>
          </a:prstGeom>
          <a:ln w="12700" cap="rnd">
            <a:solidFill>
              <a:schemeClr val="accent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BE4C45-05B8-8927-F8BD-2FEBDF122DD1}"/>
              </a:ext>
            </a:extLst>
          </p:cNvPr>
          <p:cNvCxnSpPr>
            <a:cxnSpLocks/>
          </p:cNvCxnSpPr>
          <p:nvPr userDrawn="1"/>
        </p:nvCxnSpPr>
        <p:spPr>
          <a:xfrm>
            <a:off x="437718" y="1190970"/>
            <a:ext cx="599661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F880C-4603-99E5-947F-CDD0FC3C3894}"/>
              </a:ext>
            </a:extLst>
          </p:cNvPr>
          <p:cNvSpPr txBox="1"/>
          <p:nvPr userDrawn="1"/>
        </p:nvSpPr>
        <p:spPr>
          <a:xfrm>
            <a:off x="5046026" y="976976"/>
            <a:ext cx="2181596" cy="145998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120,000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total adult prevalent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 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91CC8-2AF5-D535-EE91-862255B06E6E}"/>
              </a:ext>
            </a:extLst>
          </p:cNvPr>
          <p:cNvSpPr txBox="1">
            <a:spLocks/>
          </p:cNvSpPr>
          <p:nvPr userDrawn="1"/>
        </p:nvSpPr>
        <p:spPr>
          <a:xfrm>
            <a:off x="2508869" y="1105344"/>
            <a:ext cx="185431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undiagnosed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F92D9-B3F6-FD1C-ED5C-A61D1BFC24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139592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AB841F-9466-963C-3FAF-A0F7A8B8D21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182901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5,000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A1A14D-5834-6C37-449E-EF32054DEA14}"/>
              </a:ext>
            </a:extLst>
          </p:cNvPr>
          <p:cNvCxnSpPr>
            <a:cxnSpLocks/>
          </p:cNvCxnSpPr>
          <p:nvPr userDrawn="1"/>
        </p:nvCxnSpPr>
        <p:spPr>
          <a:xfrm>
            <a:off x="6606540" y="1190970"/>
            <a:ext cx="536249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839F3F-2510-4F84-15EB-E5356370CC42}"/>
              </a:ext>
            </a:extLst>
          </p:cNvPr>
          <p:cNvSpPr txBox="1">
            <a:spLocks/>
          </p:cNvSpPr>
          <p:nvPr userDrawn="1"/>
        </p:nvSpPr>
        <p:spPr>
          <a:xfrm>
            <a:off x="8426390" y="1105344"/>
            <a:ext cx="168469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4FC7C3-8111-C96A-8E70-2701A79EFC09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81747" y="3035108"/>
            <a:ext cx="112677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ADEA4-7C77-E73D-79AE-54311F994E8D}"/>
              </a:ext>
            </a:extLst>
          </p:cNvPr>
          <p:cNvSpPr>
            <a:spLocks/>
          </p:cNvSpPr>
          <p:nvPr userDrawn="1"/>
        </p:nvSpPr>
        <p:spPr>
          <a:xfrm>
            <a:off x="5092700" y="1351123"/>
            <a:ext cx="1438312" cy="4965308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95F41-4650-9978-57E2-7F8B3F89A035}"/>
              </a:ext>
            </a:extLst>
          </p:cNvPr>
          <p:cNvSpPr>
            <a:spLocks/>
          </p:cNvSpPr>
          <p:nvPr userDrawn="1"/>
        </p:nvSpPr>
        <p:spPr>
          <a:xfrm>
            <a:off x="6510500" y="1351123"/>
            <a:ext cx="5448958" cy="4965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0800" cap="flat">
            <a:noFill/>
            <a:prstDash val="solid"/>
            <a:miter/>
          </a:ln>
        </p:spPr>
        <p:txBody>
          <a:bodyPr tIns="144000" rtlCol="0" anchor="t"/>
          <a:lstStyle/>
          <a:p>
            <a:pPr algn="ctr"/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BA5DF-AD57-E831-F63F-FF5BE8DFB18E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2625694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506F947-3597-BF1A-C0C8-D74AFBD3584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3058786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24,000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9DBB19-20A9-AB2F-3102-D6F95462F985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3906147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3E909B-A80E-D4FD-E0B5-9C41BAC50D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4339239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23,000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43B100-9DCB-FCD8-D55C-809BFB7E9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517567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225CE8-54CA-9D1D-1DA4-60F5BAB2B3E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560876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8,000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B5CD67-2744-599A-BEB8-C5ADC478D0A9}"/>
              </a:ext>
            </a:extLst>
          </p:cNvPr>
          <p:cNvSpPr>
            <a:spLocks/>
          </p:cNvSpPr>
          <p:nvPr userDrawn="1"/>
        </p:nvSpPr>
        <p:spPr>
          <a:xfrm>
            <a:off x="283952" y="3690251"/>
            <a:ext cx="564957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9C0DBB2-F0DB-1A69-67BA-BB3F8923F213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>
            <a:off x="848909" y="3806016"/>
            <a:ext cx="743870" cy="6603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A548550-2851-9F3B-0BB4-2F2C0E2E9A24}"/>
              </a:ext>
            </a:extLst>
          </p:cNvPr>
          <p:cNvSpPr/>
          <p:nvPr userDrawn="1"/>
        </p:nvSpPr>
        <p:spPr>
          <a:xfrm>
            <a:off x="1639932" y="5175018"/>
            <a:ext cx="2849319" cy="193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sz="80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497E56-66BB-569C-FD05-06AB4F3C4FF5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 flipV="1">
            <a:off x="848909" y="3215482"/>
            <a:ext cx="743870" cy="5905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50CA0F8-4036-3C93-77C6-73BF4A828D44}"/>
              </a:ext>
            </a:extLst>
          </p:cNvPr>
          <p:cNvCxnSpPr>
            <a:cxnSpLocks/>
            <a:stCxn id="45" idx="6"/>
            <a:endCxn id="151" idx="1"/>
          </p:cNvCxnSpPr>
          <p:nvPr userDrawn="1"/>
        </p:nvCxnSpPr>
        <p:spPr>
          <a:xfrm>
            <a:off x="848909" y="3806016"/>
            <a:ext cx="743870" cy="191595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3BA0D79-79AD-EA17-892F-B3AABC545213}"/>
              </a:ext>
            </a:extLst>
          </p:cNvPr>
          <p:cNvSpPr>
            <a:spLocks/>
          </p:cNvSpPr>
          <p:nvPr userDrawn="1"/>
        </p:nvSpPr>
        <p:spPr>
          <a:xfrm>
            <a:off x="973432" y="561537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BE69CB0-D92B-56FE-D091-0402F7C883DA}"/>
              </a:ext>
            </a:extLst>
          </p:cNvPr>
          <p:cNvCxnSpPr>
            <a:cxnSpLocks/>
            <a:stCxn id="45" idx="6"/>
            <a:endCxn id="143" idx="1"/>
          </p:cNvCxnSpPr>
          <p:nvPr userDrawn="1"/>
        </p:nvCxnSpPr>
        <p:spPr>
          <a:xfrm flipV="1">
            <a:off x="848909" y="1945292"/>
            <a:ext cx="743870" cy="18607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E774942-CA9B-AA43-CCC6-E5FF7E13EB02}"/>
              </a:ext>
            </a:extLst>
          </p:cNvPr>
          <p:cNvSpPr>
            <a:spLocks/>
          </p:cNvSpPr>
          <p:nvPr userDrawn="1"/>
        </p:nvSpPr>
        <p:spPr>
          <a:xfrm>
            <a:off x="973432" y="183899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17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7FE8B16-9568-F4CF-16A5-483C01BE9F16}"/>
              </a:ext>
            </a:extLst>
          </p:cNvPr>
          <p:cNvCxnSpPr>
            <a:cxnSpLocks/>
            <a:stCxn id="143" idx="3"/>
            <a:endCxn id="363" idx="0"/>
          </p:cNvCxnSpPr>
          <p:nvPr userDrawn="1"/>
        </p:nvCxnSpPr>
        <p:spPr>
          <a:xfrm>
            <a:off x="2903849" y="1945292"/>
            <a:ext cx="3074611" cy="16596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4A143F1-7EE5-F902-3AD7-0CECA3882A9C}"/>
              </a:ext>
            </a:extLst>
          </p:cNvPr>
          <p:cNvCxnSpPr>
            <a:cxnSpLocks/>
            <a:stCxn id="151" idx="3"/>
            <a:endCxn id="362" idx="4"/>
          </p:cNvCxnSpPr>
          <p:nvPr userDrawn="1"/>
        </p:nvCxnSpPr>
        <p:spPr>
          <a:xfrm flipV="1">
            <a:off x="2903849" y="3955273"/>
            <a:ext cx="3070499" cy="1766699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075C31B-2837-E80A-0DFC-46B6E6DE2D72}"/>
              </a:ext>
            </a:extLst>
          </p:cNvPr>
          <p:cNvSpPr>
            <a:spLocks/>
          </p:cNvSpPr>
          <p:nvPr userDrawn="1"/>
        </p:nvSpPr>
        <p:spPr>
          <a:xfrm>
            <a:off x="4646092" y="5617870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3041A1E-B993-D621-65E4-5C588011D944}"/>
              </a:ext>
            </a:extLst>
          </p:cNvPr>
          <p:cNvCxnSpPr>
            <a:cxnSpLocks/>
            <a:stCxn id="135" idx="3"/>
            <a:endCxn id="362" idx="2"/>
          </p:cNvCxnSpPr>
          <p:nvPr userDrawn="1"/>
        </p:nvCxnSpPr>
        <p:spPr>
          <a:xfrm>
            <a:off x="2903849" y="3215482"/>
            <a:ext cx="2813911" cy="624026"/>
          </a:xfrm>
          <a:prstGeom prst="bentConnector3">
            <a:avLst>
              <a:gd name="adj1" fmla="val 7058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B26BC4-C80E-143B-57AF-D57B78FB50D5}"/>
              </a:ext>
            </a:extLst>
          </p:cNvPr>
          <p:cNvSpPr>
            <a:spLocks/>
          </p:cNvSpPr>
          <p:nvPr userDrawn="1"/>
        </p:nvSpPr>
        <p:spPr>
          <a:xfrm>
            <a:off x="4646092" y="3380837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B8E590-818D-ECD5-2A7D-1C3CDF69CB29}"/>
              </a:ext>
            </a:extLst>
          </p:cNvPr>
          <p:cNvGrpSpPr/>
          <p:nvPr userDrawn="1"/>
        </p:nvGrpSpPr>
        <p:grpSpPr>
          <a:xfrm>
            <a:off x="4981922" y="4384059"/>
            <a:ext cx="959042" cy="566625"/>
            <a:chOff x="19742817" y="12505654"/>
            <a:chExt cx="2336292" cy="138033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3FAFD1-8D48-9A8C-82D5-28379F598F06}"/>
                </a:ext>
              </a:extLst>
            </p:cNvPr>
            <p:cNvSpPr>
              <a:spLocks/>
            </p:cNvSpPr>
            <p:nvPr/>
          </p:nvSpPr>
          <p:spPr>
            <a:xfrm>
              <a:off x="19742817" y="13354133"/>
              <a:ext cx="2336292" cy="5318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en-US" sz="800" b="1" noProof="0">
                  <a:solidFill>
                    <a:schemeClr val="accent1"/>
                  </a:solidFill>
                </a:rPr>
                <a:t>Misdiagnosed or symptoms overseen indefinitely</a:t>
              </a:r>
              <a:r>
                <a:rPr kumimoji="1" lang="en-US" sz="800" b="1" baseline="30000" noProof="0">
                  <a:solidFill>
                    <a:schemeClr val="accent1"/>
                  </a:solidFill>
                </a:rPr>
                <a:t>10</a:t>
              </a:r>
              <a:endParaRPr kumimoji="1" lang="en-US" sz="800" b="1" noProof="0">
                <a:solidFill>
                  <a:schemeClr val="accent1"/>
                </a:solidFill>
              </a:endParaRPr>
            </a:p>
          </p:txBody>
        </p:sp>
        <p:pic>
          <p:nvPicPr>
            <p:cNvPr id="60" name="Graphic 59" descr="Warning with solid fill">
              <a:extLst>
                <a:ext uri="{FF2B5EF4-FFF2-40B4-BE49-F238E27FC236}">
                  <a16:creationId xmlns:a16="http://schemas.microsoft.com/office/drawing/2014/main" id="{79068A8F-EFEE-12E8-00D3-AD07ED76E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0589978" y="12505654"/>
              <a:ext cx="641965" cy="641966"/>
            </a:xfrm>
            <a:prstGeom prst="rect">
              <a:avLst/>
            </a:prstGeom>
          </p:spPr>
        </p:pic>
      </p:grp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E05824C-0248-E13F-5A4C-578B8B16A078}"/>
              </a:ext>
            </a:extLst>
          </p:cNvPr>
          <p:cNvCxnSpPr>
            <a:cxnSpLocks/>
            <a:endCxn id="362" idx="2"/>
          </p:cNvCxnSpPr>
          <p:nvPr userDrawn="1"/>
        </p:nvCxnSpPr>
        <p:spPr>
          <a:xfrm flipV="1">
            <a:off x="2646213" y="3839508"/>
            <a:ext cx="3071547" cy="626907"/>
          </a:xfrm>
          <a:prstGeom prst="bentConnector3">
            <a:avLst>
              <a:gd name="adj1" fmla="val 7308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614A3B-F850-B05D-A9FF-3297038421C7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3816764"/>
            <a:ext cx="2849319" cy="1092734"/>
            <a:chOff x="1639932" y="1374935"/>
            <a:chExt cx="2849319" cy="1092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1CA448-4164-6765-7303-857216814782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EC0FB31-DD65-2393-6CBF-331E5C64E6A5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FE59888-3B4B-8064-62D3-06D38833D7E3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A57938B-AA4B-D9A3-8437-CA64E56C5CE0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74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23AE5D-7FB3-770C-2D81-AD372C05C6C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13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3A3B04D-E571-52AB-E6C6-C89FBCA7DBCD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yes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2D303C-C19A-9C3B-652F-3A3997BFB3DA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20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BAB0F34-D297-39A2-6642-79E8902228A2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2565831"/>
            <a:ext cx="2849319" cy="1092734"/>
            <a:chOff x="1639932" y="1374935"/>
            <a:chExt cx="2849319" cy="10927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F2C4872-14FF-9964-7375-4746B922CA65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80D857-CCB2-1312-4B15-C1F6519277DB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02725E8-E82A-B10B-6A9F-EDD973530BBF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983A1A6-B8AA-74D3-E777-09BE565BF6B8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4C015CB-ABB3-33A5-8A4E-2FE496BBC8A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2C093F-E253-37CE-7574-631960B4D60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51</a:t>
              </a:r>
              <a:r>
                <a:rPr lang="en-US" sz="800" b="1"/>
                <a:t> % yes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4632770-5613-0200-4BFC-9FF7B556C635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49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88C719B-5469-74F0-85A4-094FB08B59D1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1295641"/>
            <a:ext cx="2849319" cy="1092734"/>
            <a:chOff x="1639932" y="1374935"/>
            <a:chExt cx="2849319" cy="109273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0CCEF58-F965-A237-ED94-51A0B8F25D4B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DFD0646-E2DA-B236-EE61-DACC556FB0A4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250924-DCD1-EDD4-4A24-13E9E2C581CC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70904A-E599-6414-CCB2-5D4C6C186AAE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493CFBD-4800-0659-D886-FB7DFC370234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9EBAE1-D6C7-29D2-8B33-825F1A7AE5F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yes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AA4B1AB-927C-F057-093C-92A0A57BB764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33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25E2CE4-ACA2-6541-E520-9254FB4C7C5B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5278888"/>
            <a:ext cx="2810822" cy="886167"/>
            <a:chOff x="1639932" y="5381585"/>
            <a:chExt cx="2810822" cy="886167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6D6AFBA-8BB3-2ED1-491A-BFEDE59032F1}"/>
                </a:ext>
              </a:extLst>
            </p:cNvPr>
            <p:cNvSpPr/>
            <p:nvPr/>
          </p:nvSpPr>
          <p:spPr>
            <a:xfrm>
              <a:off x="1639932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DBA81CA-3321-64CE-AD53-9AEE57CBCABA}"/>
                </a:ext>
              </a:extLst>
            </p:cNvPr>
            <p:cNvSpPr/>
            <p:nvPr/>
          </p:nvSpPr>
          <p:spPr>
            <a:xfrm>
              <a:off x="3139684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54FA301-6A65-EF07-8474-C3D4A2A46596}"/>
                </a:ext>
              </a:extLst>
            </p:cNvPr>
            <p:cNvSpPr/>
            <p:nvPr/>
          </p:nvSpPr>
          <p:spPr>
            <a:xfrm>
              <a:off x="1709225" y="5623902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FBD26-E3D0-5CD7-EC9E-0ED3BEB8AA78}"/>
                </a:ext>
              </a:extLst>
            </p:cNvPr>
            <p:cNvSpPr/>
            <p:nvPr/>
          </p:nvSpPr>
          <p:spPr>
            <a:xfrm>
              <a:off x="1709225" y="5931987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FB4095-A5B4-0F7A-9394-BEAFD323AE8E}"/>
                </a:ext>
              </a:extLst>
            </p:cNvPr>
            <p:cNvSpPr/>
            <p:nvPr/>
          </p:nvSpPr>
          <p:spPr>
            <a:xfrm>
              <a:off x="3195557" y="5623902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45</a:t>
              </a:r>
              <a:r>
                <a:rPr lang="en-US" sz="800" b="1"/>
                <a:t> % yes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043D58C-6D60-F9D0-6DBB-D762EF34BC00}"/>
                </a:ext>
              </a:extLst>
            </p:cNvPr>
            <p:cNvSpPr/>
            <p:nvPr/>
          </p:nvSpPr>
          <p:spPr>
            <a:xfrm>
              <a:off x="3195557" y="5931987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55</a:t>
              </a:r>
              <a:r>
                <a:rPr lang="en-US" sz="800" b="1"/>
                <a:t> % no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40B8389-9740-9997-AF23-0257905B000C}"/>
              </a:ext>
            </a:extLst>
          </p:cNvPr>
          <p:cNvSpPr>
            <a:spLocks/>
          </p:cNvSpPr>
          <p:nvPr userDrawn="1"/>
        </p:nvSpPr>
        <p:spPr>
          <a:xfrm>
            <a:off x="4646092" y="412190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41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6E4A831B-2674-76FA-A86B-58ABC9C7FA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186301" y="4108919"/>
            <a:ext cx="550284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9909E10-72A3-3AD5-92E3-447269023C69}"/>
              </a:ext>
            </a:extLst>
          </p:cNvPr>
          <p:cNvSpPr>
            <a:spLocks/>
          </p:cNvSpPr>
          <p:nvPr userDrawn="1"/>
        </p:nvSpPr>
        <p:spPr>
          <a:xfrm>
            <a:off x="5253427" y="4032237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5720" rIns="4572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~6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6837F4-C23E-698E-16C5-5CBA6585646C}"/>
              </a:ext>
            </a:extLst>
          </p:cNvPr>
          <p:cNvSpPr>
            <a:spLocks/>
          </p:cNvSpPr>
          <p:nvPr userDrawn="1"/>
        </p:nvSpPr>
        <p:spPr>
          <a:xfrm>
            <a:off x="4646092" y="1835834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16961F8-D457-D384-8FB5-1CA7542279FC}"/>
              </a:ext>
            </a:extLst>
          </p:cNvPr>
          <p:cNvSpPr>
            <a:spLocks/>
          </p:cNvSpPr>
          <p:nvPr userDrawn="1"/>
        </p:nvSpPr>
        <p:spPr>
          <a:xfrm>
            <a:off x="6153187" y="2533016"/>
            <a:ext cx="707208" cy="474884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Previously Diagnosed with NT2</a:t>
            </a:r>
            <a:r>
              <a:rPr lang="en-US" sz="900" b="1" kern="0" baseline="30000">
                <a:solidFill>
                  <a:schemeClr val="bg1"/>
                </a:solidFill>
                <a:latin typeface="+mj-lt"/>
                <a:ea typeface="+mn-lt"/>
                <a:cs typeface="+mn-lt"/>
              </a:rPr>
              <a:t>9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651B5D43-1E35-FF3D-034C-6575A8738249}"/>
              </a:ext>
            </a:extLst>
          </p:cNvPr>
          <p:cNvCxnSpPr>
            <a:cxnSpLocks/>
            <a:stCxn id="161" idx="2"/>
            <a:endCxn id="363" idx="0"/>
          </p:cNvCxnSpPr>
          <p:nvPr userDrawn="1"/>
        </p:nvCxnSpPr>
        <p:spPr>
          <a:xfrm rot="5400000">
            <a:off x="5944125" y="3042236"/>
            <a:ext cx="597002" cy="5283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3FBCBD1-39A9-4148-2B10-09F31A6BABF7}"/>
              </a:ext>
            </a:extLst>
          </p:cNvPr>
          <p:cNvSpPr>
            <a:spLocks/>
          </p:cNvSpPr>
          <p:nvPr userDrawn="1"/>
        </p:nvSpPr>
        <p:spPr>
          <a:xfrm>
            <a:off x="6027536" y="323055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F0BB7B-3E03-E9CF-7FBF-3B5435C0C42A}"/>
              </a:ext>
            </a:extLst>
          </p:cNvPr>
          <p:cNvSpPr>
            <a:spLocks/>
          </p:cNvSpPr>
          <p:nvPr userDrawn="1"/>
        </p:nvSpPr>
        <p:spPr>
          <a:xfrm>
            <a:off x="7879081" y="1417327"/>
            <a:ext cx="3295086" cy="50398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Never Treated</a:t>
            </a:r>
            <a:r>
              <a:rPr lang="en-US" sz="800" b="1" baseline="30000">
                <a:solidFill>
                  <a:srgbClr val="000000"/>
                </a:solidFill>
                <a:latin typeface="+mj-lt"/>
              </a:rPr>
              <a:t>11</a:t>
            </a:r>
            <a:endParaRPr kumimoji="1" lang="en-US" sz="800" b="1" spc="-100" noProof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AF1AE5D-886C-D7FA-A8AC-807E0ED2F562}"/>
              </a:ext>
            </a:extLst>
          </p:cNvPr>
          <p:cNvSpPr>
            <a:spLocks/>
          </p:cNvSpPr>
          <p:nvPr userDrawn="1"/>
        </p:nvSpPr>
        <p:spPr>
          <a:xfrm>
            <a:off x="7879080" y="1984623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Experienced at NT1 Diagnosis</a:t>
            </a:r>
            <a:endParaRPr kumimoji="1" lang="en-US" sz="800" b="1" spc="-100" noProof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24995-9A40-846F-6780-A126A82D7780}"/>
              </a:ext>
            </a:extLst>
          </p:cNvPr>
          <p:cNvSpPr>
            <a:spLocks/>
          </p:cNvSpPr>
          <p:nvPr userDrawn="1"/>
        </p:nvSpPr>
        <p:spPr>
          <a:xfrm>
            <a:off x="7879080" y="4625652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Naïve at NT1 Diagnosis</a:t>
            </a:r>
            <a:endParaRPr kumimoji="1" lang="en-US" sz="800" b="1" spc="-100" noProof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F993C51-175B-AE37-8D1E-FCA0DADF6CDC}"/>
              </a:ext>
            </a:extLst>
          </p:cNvPr>
          <p:cNvSpPr>
            <a:spLocks/>
          </p:cNvSpPr>
          <p:nvPr userDrawn="1"/>
        </p:nvSpPr>
        <p:spPr>
          <a:xfrm>
            <a:off x="11394872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E7E5D33-30A7-93EB-7FB8-E82D9EAD7242}"/>
              </a:ext>
            </a:extLst>
          </p:cNvPr>
          <p:cNvSpPr>
            <a:spLocks/>
          </p:cNvSpPr>
          <p:nvPr userDrawn="1"/>
        </p:nvSpPr>
        <p:spPr>
          <a:xfrm>
            <a:off x="7933577" y="5296837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8BDB3C5-3079-9EBA-B01C-EADBC85DCA30}"/>
              </a:ext>
            </a:extLst>
          </p:cNvPr>
          <p:cNvCxnSpPr>
            <a:cxnSpLocks/>
            <a:stCxn id="362" idx="6"/>
            <a:endCxn id="166" idx="1"/>
          </p:cNvCxnSpPr>
          <p:nvPr userDrawn="1"/>
        </p:nvCxnSpPr>
        <p:spPr>
          <a:xfrm>
            <a:off x="6230936" y="3839508"/>
            <a:ext cx="1648144" cy="1562308"/>
          </a:xfrm>
          <a:prstGeom prst="bentConnector3">
            <a:avLst>
              <a:gd name="adj1" fmla="val 628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D54799D0-4D98-FDD8-058E-0C730F4222AC}"/>
              </a:ext>
            </a:extLst>
          </p:cNvPr>
          <p:cNvCxnSpPr>
            <a:cxnSpLocks/>
            <a:stCxn id="166" idx="3"/>
            <a:endCxn id="171" idx="4"/>
          </p:cNvCxnSpPr>
          <p:nvPr userDrawn="1"/>
        </p:nvCxnSpPr>
        <p:spPr>
          <a:xfrm flipV="1">
            <a:off x="11174166" y="3955273"/>
            <a:ext cx="477294" cy="1446543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3" name="Connector: Elbow 342">
            <a:extLst>
              <a:ext uri="{FF2B5EF4-FFF2-40B4-BE49-F238E27FC236}">
                <a16:creationId xmlns:a16="http://schemas.microsoft.com/office/drawing/2014/main" id="{EDE7B13C-FD33-CF27-D793-9B8C0D1C0D4E}"/>
              </a:ext>
            </a:extLst>
          </p:cNvPr>
          <p:cNvCxnSpPr>
            <a:cxnSpLocks/>
            <a:stCxn id="362" idx="6"/>
            <a:endCxn id="164" idx="1"/>
          </p:cNvCxnSpPr>
          <p:nvPr userDrawn="1"/>
        </p:nvCxnSpPr>
        <p:spPr>
          <a:xfrm flipV="1">
            <a:off x="6230936" y="1669317"/>
            <a:ext cx="1648145" cy="217019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61C0020A-BC83-E7E3-D24B-748585784C9C}"/>
              </a:ext>
            </a:extLst>
          </p:cNvPr>
          <p:cNvCxnSpPr>
            <a:cxnSpLocks/>
            <a:stCxn id="362" idx="6"/>
            <a:endCxn id="165" idx="1"/>
          </p:cNvCxnSpPr>
          <p:nvPr userDrawn="1"/>
        </p:nvCxnSpPr>
        <p:spPr>
          <a:xfrm flipV="1">
            <a:off x="6230936" y="2760787"/>
            <a:ext cx="1648144" cy="1078721"/>
          </a:xfrm>
          <a:prstGeom prst="bentConnector3">
            <a:avLst>
              <a:gd name="adj1" fmla="val 62854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20ACABDC-90AF-B103-E5B7-C3E90D9E0A3C}"/>
              </a:ext>
            </a:extLst>
          </p:cNvPr>
          <p:cNvCxnSpPr>
            <a:cxnSpLocks/>
            <a:stCxn id="164" idx="3"/>
            <a:endCxn id="355" idx="0"/>
          </p:cNvCxnSpPr>
          <p:nvPr userDrawn="1"/>
        </p:nvCxnSpPr>
        <p:spPr>
          <a:xfrm>
            <a:off x="11174167" y="1669317"/>
            <a:ext cx="487785" cy="19331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4453F06D-41F4-9CB2-9A44-49057256B52A}"/>
              </a:ext>
            </a:extLst>
          </p:cNvPr>
          <p:cNvCxnSpPr>
            <a:cxnSpLocks/>
            <a:stCxn id="165" idx="3"/>
            <a:endCxn id="355" idx="0"/>
          </p:cNvCxnSpPr>
          <p:nvPr userDrawn="1"/>
        </p:nvCxnSpPr>
        <p:spPr>
          <a:xfrm>
            <a:off x="11174166" y="2760787"/>
            <a:ext cx="487786" cy="84164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2C6B4AD5-42FB-3D33-F1AB-2F424063134A}"/>
              </a:ext>
            </a:extLst>
          </p:cNvPr>
          <p:cNvCxnSpPr>
            <a:cxnSpLocks/>
            <a:stCxn id="368" idx="3"/>
            <a:endCxn id="171" idx="2"/>
          </p:cNvCxnSpPr>
          <p:nvPr userDrawn="1"/>
        </p:nvCxnSpPr>
        <p:spPr>
          <a:xfrm flipV="1">
            <a:off x="11186372" y="3839508"/>
            <a:ext cx="208500" cy="251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90F640A-A231-3A20-9A98-97D055B3A508}"/>
              </a:ext>
            </a:extLst>
          </p:cNvPr>
          <p:cNvSpPr>
            <a:spLocks/>
          </p:cNvSpPr>
          <p:nvPr userDrawn="1"/>
        </p:nvSpPr>
        <p:spPr>
          <a:xfrm>
            <a:off x="8830330" y="1613012"/>
            <a:ext cx="1495975" cy="21318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algn="ctr" defTabSz="914400" rtl="0" eaLnBrk="1" latinLnBrk="0" hangingPunct="1"/>
            <a:r>
              <a:rPr kumimoji="0" lang="en-US" sz="10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8,700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879D47D-E4CF-AC58-FC94-702AA91FE7CB}"/>
              </a:ext>
            </a:extLst>
          </p:cNvPr>
          <p:cNvSpPr>
            <a:spLocks/>
          </p:cNvSpPr>
          <p:nvPr userDrawn="1"/>
        </p:nvSpPr>
        <p:spPr>
          <a:xfrm>
            <a:off x="9015812" y="484679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45F16E-6756-30EA-E9D9-1D4E3C01D101}"/>
              </a:ext>
            </a:extLst>
          </p:cNvPr>
          <p:cNvSpPr>
            <a:spLocks/>
          </p:cNvSpPr>
          <p:nvPr userDrawn="1"/>
        </p:nvSpPr>
        <p:spPr>
          <a:xfrm>
            <a:off x="9015812" y="5746880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86F9491-69F9-3FB0-4071-697332273E33}"/>
              </a:ext>
            </a:extLst>
          </p:cNvPr>
          <p:cNvSpPr>
            <a:spLocks/>
          </p:cNvSpPr>
          <p:nvPr userDrawn="1"/>
        </p:nvSpPr>
        <p:spPr>
          <a:xfrm>
            <a:off x="7909579" y="2652925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12B489F-EDF9-B781-0FE8-3BB8EAE5D66A}"/>
              </a:ext>
            </a:extLst>
          </p:cNvPr>
          <p:cNvSpPr>
            <a:spLocks/>
          </p:cNvSpPr>
          <p:nvPr userDrawn="1"/>
        </p:nvSpPr>
        <p:spPr>
          <a:xfrm>
            <a:off x="9015812" y="2202883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A429DEDE-BD6C-DB13-68C0-8107EFF0262D}"/>
              </a:ext>
            </a:extLst>
          </p:cNvPr>
          <p:cNvSpPr>
            <a:spLocks/>
          </p:cNvSpPr>
          <p:nvPr userDrawn="1"/>
        </p:nvSpPr>
        <p:spPr>
          <a:xfrm>
            <a:off x="9015812" y="265292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BB54B71-1763-9830-6DF2-5B7EBE9F670E}"/>
              </a:ext>
            </a:extLst>
          </p:cNvPr>
          <p:cNvSpPr>
            <a:spLocks/>
          </p:cNvSpPr>
          <p:nvPr userDrawn="1"/>
        </p:nvSpPr>
        <p:spPr>
          <a:xfrm>
            <a:off x="9015812" y="3102968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33C128C-78FC-BA73-7B3D-4C1A0B3D616F}"/>
              </a:ext>
            </a:extLst>
          </p:cNvPr>
          <p:cNvSpPr txBox="1">
            <a:spLocks/>
          </p:cNvSpPr>
          <p:nvPr userDrawn="1"/>
        </p:nvSpPr>
        <p:spPr>
          <a:xfrm>
            <a:off x="11423425" y="3602427"/>
            <a:ext cx="477054" cy="107722"/>
          </a:xfrm>
          <a:prstGeom prst="rect">
            <a:avLst/>
          </a:prstGeom>
          <a:solidFill>
            <a:srgbClr val="F9D3D4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Mortality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796C7AC-F3F6-7650-B0B5-3FDFA48CEA44}"/>
              </a:ext>
            </a:extLst>
          </p:cNvPr>
          <p:cNvSpPr txBox="1">
            <a:spLocks/>
          </p:cNvSpPr>
          <p:nvPr userDrawn="1"/>
        </p:nvSpPr>
        <p:spPr>
          <a:xfrm>
            <a:off x="327905" y="3918753"/>
            <a:ext cx="477054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Incidence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2841EA5-1863-A0E2-DFAF-1356D9D15735}"/>
              </a:ext>
            </a:extLst>
          </p:cNvPr>
          <p:cNvSpPr>
            <a:spLocks/>
          </p:cNvSpPr>
          <p:nvPr userDrawn="1"/>
        </p:nvSpPr>
        <p:spPr>
          <a:xfrm>
            <a:off x="6964422" y="3261088"/>
            <a:ext cx="618208" cy="167337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714CC28-4A5B-D66F-6663-D37BBD6CFB08}"/>
              </a:ext>
            </a:extLst>
          </p:cNvPr>
          <p:cNvSpPr>
            <a:spLocks/>
          </p:cNvSpPr>
          <p:nvPr userDrawn="1"/>
        </p:nvSpPr>
        <p:spPr>
          <a:xfrm>
            <a:off x="6815979" y="2273292"/>
            <a:ext cx="482556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27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D30913C-D668-EF45-FD26-ADCD323FD1FC}"/>
              </a:ext>
            </a:extLst>
          </p:cNvPr>
          <p:cNvSpPr>
            <a:spLocks/>
          </p:cNvSpPr>
          <p:nvPr userDrawn="1"/>
        </p:nvSpPr>
        <p:spPr>
          <a:xfrm>
            <a:off x="6980805" y="4234439"/>
            <a:ext cx="579836" cy="18047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C88B562-47F4-0D63-C31F-6B1DDD5846F2}"/>
              </a:ext>
            </a:extLst>
          </p:cNvPr>
          <p:cNvSpPr>
            <a:spLocks/>
          </p:cNvSpPr>
          <p:nvPr userDrawn="1"/>
        </p:nvSpPr>
        <p:spPr>
          <a:xfrm>
            <a:off x="7329015" y="528830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5.4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BD9B93B-6E0F-F1D4-010B-6492918BF41B}"/>
              </a:ext>
            </a:extLst>
          </p:cNvPr>
          <p:cNvSpPr>
            <a:spLocks/>
          </p:cNvSpPr>
          <p:nvPr userDrawn="1"/>
        </p:nvSpPr>
        <p:spPr>
          <a:xfrm>
            <a:off x="7329015" y="2652971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CFB8456-08C4-FEB8-3C40-D5CF4E77EAF6}"/>
              </a:ext>
            </a:extLst>
          </p:cNvPr>
          <p:cNvSpPr>
            <a:spLocks/>
          </p:cNvSpPr>
          <p:nvPr userDrawn="1"/>
        </p:nvSpPr>
        <p:spPr>
          <a:xfrm>
            <a:off x="5717760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1,252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9D346F6-4A20-5B6E-349A-0D264565AD8A}"/>
              </a:ext>
            </a:extLst>
          </p:cNvPr>
          <p:cNvSpPr txBox="1">
            <a:spLocks/>
          </p:cNvSpPr>
          <p:nvPr userDrawn="1"/>
        </p:nvSpPr>
        <p:spPr>
          <a:xfrm>
            <a:off x="5650165" y="3604902"/>
            <a:ext cx="656590" cy="107722"/>
          </a:xfrm>
          <a:prstGeom prst="rect">
            <a:avLst/>
          </a:prstGeom>
          <a:solidFill>
            <a:srgbClr val="F5F5F5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NT1 Diagnosis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8F2374A-A5C6-2A68-944D-5EA5269E05FE}"/>
              </a:ext>
            </a:extLst>
          </p:cNvPr>
          <p:cNvGrpSpPr/>
          <p:nvPr userDrawn="1"/>
        </p:nvGrpSpPr>
        <p:grpSpPr>
          <a:xfrm>
            <a:off x="7872174" y="3536950"/>
            <a:ext cx="3314198" cy="1083712"/>
            <a:chOff x="8644186" y="3507952"/>
            <a:chExt cx="3314198" cy="1083712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C5618B7-670C-5128-5EAF-A92BB494F1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44186" y="3831306"/>
              <a:ext cx="3314198" cy="460872"/>
              <a:chOff x="8644186" y="3813025"/>
              <a:chExt cx="3314198" cy="46087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522A8EA0-6741-C30E-93C7-E46E46E618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44186" y="3813025"/>
                <a:ext cx="3314198" cy="46087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274320" tIns="18288" rIns="274320" rtlCol="0" anchor="t"/>
              <a:lstStyle/>
              <a:p>
                <a:pPr algn="ctr"/>
                <a:r>
                  <a:rPr lang="en-US" sz="800" b="1">
                    <a:solidFill>
                      <a:srgbClr val="000000"/>
                    </a:solidFill>
                    <a:latin typeface="+mj-lt"/>
                  </a:rPr>
                  <a:t>Discontinued and Never Re-treated</a:t>
                </a:r>
                <a:r>
                  <a:rPr lang="en-US" sz="800" b="1" baseline="30000">
                    <a:solidFill>
                      <a:srgbClr val="000000"/>
                    </a:solidFill>
                    <a:latin typeface="+mj-lt"/>
                  </a:rPr>
                  <a:t>11</a:t>
                </a:r>
                <a:endParaRPr lang="en-US" sz="800" b="1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179F85D3-B085-381B-2FD5-388173026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8763" y="3984461"/>
                <a:ext cx="1425045" cy="213186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6,000</a:t>
                </a:r>
                <a:endParaRPr lang="en-US" sz="800" b="1"/>
              </a:p>
            </p:txBody>
          </p:sp>
        </p:grp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B99C5732-9D67-DE9D-BE0B-9EAA77EA8035}"/>
                </a:ext>
              </a:extLst>
            </p:cNvPr>
            <p:cNvCxnSpPr>
              <a:cxnSpLocks/>
              <a:stCxn id="165" idx="2"/>
              <a:endCxn id="368" idx="0"/>
            </p:cNvCxnSpPr>
            <p:nvPr/>
          </p:nvCxnSpPr>
          <p:spPr>
            <a:xfrm>
              <a:off x="10298635" y="3507952"/>
              <a:ext cx="0" cy="3233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D30C0D9-83F4-7AED-3986-5C632E9299F1}"/>
                </a:ext>
              </a:extLst>
            </p:cNvPr>
            <p:cNvCxnSpPr>
              <a:cxnSpLocks/>
              <a:stCxn id="368" idx="2"/>
            </p:cNvCxnSpPr>
            <p:nvPr/>
          </p:nvCxnSpPr>
          <p:spPr>
            <a:xfrm>
              <a:off x="10301285" y="4292178"/>
              <a:ext cx="0" cy="2994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triangle"/>
              <a:tailEnd type="none"/>
            </a:ln>
            <a:effectLst/>
          </p:spPr>
        </p:cxnSp>
      </p:grpSp>
      <p:cxnSp>
        <p:nvCxnSpPr>
          <p:cNvPr id="370" name="Connector: Curved 369">
            <a:extLst>
              <a:ext uri="{FF2B5EF4-FFF2-40B4-BE49-F238E27FC236}">
                <a16:creationId xmlns:a16="http://schemas.microsoft.com/office/drawing/2014/main" id="{5B0E19F5-E8D6-11C2-87CA-3C2F1EA7BF6E}"/>
              </a:ext>
            </a:extLst>
          </p:cNvPr>
          <p:cNvCxnSpPr>
            <a:cxnSpLocks/>
            <a:stCxn id="352" idx="3"/>
            <a:endCxn id="354" idx="3"/>
          </p:cNvCxnSpPr>
          <p:nvPr userDrawn="1"/>
        </p:nvCxnSpPr>
        <p:spPr>
          <a:xfrm>
            <a:off x="10684600" y="2377178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Curved 370">
            <a:extLst>
              <a:ext uri="{FF2B5EF4-FFF2-40B4-BE49-F238E27FC236}">
                <a16:creationId xmlns:a16="http://schemas.microsoft.com/office/drawing/2014/main" id="{AC39D567-D50F-9547-5195-09641303CE3F}"/>
              </a:ext>
            </a:extLst>
          </p:cNvPr>
          <p:cNvCxnSpPr>
            <a:cxnSpLocks/>
            <a:stCxn id="352" idx="1"/>
            <a:endCxn id="354" idx="1"/>
          </p:cNvCxnSpPr>
          <p:nvPr userDrawn="1"/>
        </p:nvCxnSpPr>
        <p:spPr>
          <a:xfrm rot="10800000" flipV="1">
            <a:off x="9015812" y="2377177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667AA8CF-FDF1-C7B7-D24C-1C26B7B66CA6}"/>
              </a:ext>
            </a:extLst>
          </p:cNvPr>
          <p:cNvSpPr>
            <a:spLocks/>
          </p:cNvSpPr>
          <p:nvPr userDrawn="1"/>
        </p:nvSpPr>
        <p:spPr>
          <a:xfrm>
            <a:off x="8440344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3" name="Connector: Curved 372">
            <a:extLst>
              <a:ext uri="{FF2B5EF4-FFF2-40B4-BE49-F238E27FC236}">
                <a16:creationId xmlns:a16="http://schemas.microsoft.com/office/drawing/2014/main" id="{32158960-613A-5E7E-6D48-496BE6DF41DD}"/>
              </a:ext>
            </a:extLst>
          </p:cNvPr>
          <p:cNvCxnSpPr>
            <a:cxnSpLocks/>
            <a:stCxn id="352" idx="1"/>
            <a:endCxn id="353" idx="1"/>
          </p:cNvCxnSpPr>
          <p:nvPr userDrawn="1"/>
        </p:nvCxnSpPr>
        <p:spPr>
          <a:xfrm rot="10800000" flipV="1">
            <a:off x="9015812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373">
            <a:extLst>
              <a:ext uri="{FF2B5EF4-FFF2-40B4-BE49-F238E27FC236}">
                <a16:creationId xmlns:a16="http://schemas.microsoft.com/office/drawing/2014/main" id="{5D73F342-3704-76AD-9191-157C74A696CF}"/>
              </a:ext>
            </a:extLst>
          </p:cNvPr>
          <p:cNvSpPr>
            <a:spLocks/>
          </p:cNvSpPr>
          <p:nvPr userDrawn="1"/>
        </p:nvSpPr>
        <p:spPr>
          <a:xfrm>
            <a:off x="8661386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5" name="Connector: Curved 374">
            <a:extLst>
              <a:ext uri="{FF2B5EF4-FFF2-40B4-BE49-F238E27FC236}">
                <a16:creationId xmlns:a16="http://schemas.microsoft.com/office/drawing/2014/main" id="{1876FCD9-A5E1-D33F-484C-452E5E932B60}"/>
              </a:ext>
            </a:extLst>
          </p:cNvPr>
          <p:cNvCxnSpPr>
            <a:cxnSpLocks/>
            <a:stCxn id="353" idx="1"/>
            <a:endCxn id="354" idx="1"/>
          </p:cNvCxnSpPr>
          <p:nvPr userDrawn="1"/>
        </p:nvCxnSpPr>
        <p:spPr>
          <a:xfrm rot="10800000" flipV="1">
            <a:off x="9015812" y="2827219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5C226A3E-8C5A-C2F6-4A9F-AECEE1C3EF28}"/>
              </a:ext>
            </a:extLst>
          </p:cNvPr>
          <p:cNvSpPr>
            <a:spLocks/>
          </p:cNvSpPr>
          <p:nvPr userDrawn="1"/>
        </p:nvSpPr>
        <p:spPr>
          <a:xfrm>
            <a:off x="8661386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7" name="Connector: Curved 376">
            <a:extLst>
              <a:ext uri="{FF2B5EF4-FFF2-40B4-BE49-F238E27FC236}">
                <a16:creationId xmlns:a16="http://schemas.microsoft.com/office/drawing/2014/main" id="{38DE6601-E21B-57BC-63FE-C8AEC7D4E3CC}"/>
              </a:ext>
            </a:extLst>
          </p:cNvPr>
          <p:cNvCxnSpPr>
            <a:cxnSpLocks/>
            <a:stCxn id="352" idx="3"/>
            <a:endCxn id="353" idx="3"/>
          </p:cNvCxnSpPr>
          <p:nvPr userDrawn="1"/>
        </p:nvCxnSpPr>
        <p:spPr>
          <a:xfrm>
            <a:off x="10684600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Curved 377">
            <a:extLst>
              <a:ext uri="{FF2B5EF4-FFF2-40B4-BE49-F238E27FC236}">
                <a16:creationId xmlns:a16="http://schemas.microsoft.com/office/drawing/2014/main" id="{E55BFE22-51DC-5E94-9934-AFB4671EC338}"/>
              </a:ext>
            </a:extLst>
          </p:cNvPr>
          <p:cNvCxnSpPr>
            <a:cxnSpLocks/>
            <a:stCxn id="353" idx="3"/>
            <a:endCxn id="354" idx="3"/>
          </p:cNvCxnSpPr>
          <p:nvPr userDrawn="1"/>
        </p:nvCxnSpPr>
        <p:spPr>
          <a:xfrm>
            <a:off x="10684600" y="2827220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805013E-9B95-4856-DCC6-128206BADEBF}"/>
              </a:ext>
            </a:extLst>
          </p:cNvPr>
          <p:cNvSpPr>
            <a:spLocks/>
          </p:cNvSpPr>
          <p:nvPr userDrawn="1"/>
        </p:nvSpPr>
        <p:spPr>
          <a:xfrm>
            <a:off x="9015812" y="5283319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0" name="Connector: Curved 379">
            <a:extLst>
              <a:ext uri="{FF2B5EF4-FFF2-40B4-BE49-F238E27FC236}">
                <a16:creationId xmlns:a16="http://schemas.microsoft.com/office/drawing/2014/main" id="{746D30F6-94E1-C320-466E-FB64F8AD3341}"/>
              </a:ext>
            </a:extLst>
          </p:cNvPr>
          <p:cNvCxnSpPr>
            <a:cxnSpLocks/>
          </p:cNvCxnSpPr>
          <p:nvPr userDrawn="1"/>
        </p:nvCxnSpPr>
        <p:spPr>
          <a:xfrm>
            <a:off x="10684600" y="5007572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Curved 380">
            <a:extLst>
              <a:ext uri="{FF2B5EF4-FFF2-40B4-BE49-F238E27FC236}">
                <a16:creationId xmlns:a16="http://schemas.microsoft.com/office/drawing/2014/main" id="{4DEA4A20-A6DB-DAAA-56D7-36F4683C1E35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9015812" y="5007571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Oval 381">
            <a:extLst>
              <a:ext uri="{FF2B5EF4-FFF2-40B4-BE49-F238E27FC236}">
                <a16:creationId xmlns:a16="http://schemas.microsoft.com/office/drawing/2014/main" id="{079CCEF5-5B81-317E-F21C-157EABC08914}"/>
              </a:ext>
            </a:extLst>
          </p:cNvPr>
          <p:cNvSpPr>
            <a:spLocks/>
          </p:cNvSpPr>
          <p:nvPr userDrawn="1"/>
        </p:nvSpPr>
        <p:spPr>
          <a:xfrm>
            <a:off x="8440344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3" name="Connector: Curved 382">
            <a:extLst>
              <a:ext uri="{FF2B5EF4-FFF2-40B4-BE49-F238E27FC236}">
                <a16:creationId xmlns:a16="http://schemas.microsoft.com/office/drawing/2014/main" id="{519F64E0-D56B-C91B-51D8-5A7E977A8BDF}"/>
              </a:ext>
            </a:extLst>
          </p:cNvPr>
          <p:cNvCxnSpPr>
            <a:cxnSpLocks/>
            <a:endCxn id="379" idx="1"/>
          </p:cNvCxnSpPr>
          <p:nvPr userDrawn="1"/>
        </p:nvCxnSpPr>
        <p:spPr>
          <a:xfrm rot="10800000" flipV="1">
            <a:off x="9015812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BD27ABC3-1DA6-A26F-06BE-3C57B88995DE}"/>
              </a:ext>
            </a:extLst>
          </p:cNvPr>
          <p:cNvSpPr>
            <a:spLocks/>
          </p:cNvSpPr>
          <p:nvPr userDrawn="1"/>
        </p:nvSpPr>
        <p:spPr>
          <a:xfrm>
            <a:off x="8661386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5" name="Connector: Curved 384">
            <a:extLst>
              <a:ext uri="{FF2B5EF4-FFF2-40B4-BE49-F238E27FC236}">
                <a16:creationId xmlns:a16="http://schemas.microsoft.com/office/drawing/2014/main" id="{26D16A79-573C-B8D7-1013-B56E7A8BAA1D}"/>
              </a:ext>
            </a:extLst>
          </p:cNvPr>
          <p:cNvCxnSpPr>
            <a:cxnSpLocks/>
            <a:stCxn id="379" idx="1"/>
          </p:cNvCxnSpPr>
          <p:nvPr userDrawn="1"/>
        </p:nvCxnSpPr>
        <p:spPr>
          <a:xfrm rot="10800000" flipV="1">
            <a:off x="9015812" y="5457613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Oval 385">
            <a:extLst>
              <a:ext uri="{FF2B5EF4-FFF2-40B4-BE49-F238E27FC236}">
                <a16:creationId xmlns:a16="http://schemas.microsoft.com/office/drawing/2014/main" id="{FCC637DA-D161-3A1D-7DE5-7F5787943B97}"/>
              </a:ext>
            </a:extLst>
          </p:cNvPr>
          <p:cNvSpPr>
            <a:spLocks/>
          </p:cNvSpPr>
          <p:nvPr userDrawn="1"/>
        </p:nvSpPr>
        <p:spPr>
          <a:xfrm>
            <a:off x="8661386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7" name="Connector: Curved 386">
            <a:extLst>
              <a:ext uri="{FF2B5EF4-FFF2-40B4-BE49-F238E27FC236}">
                <a16:creationId xmlns:a16="http://schemas.microsoft.com/office/drawing/2014/main" id="{512B193B-39DC-427F-A159-2B880E366CC2}"/>
              </a:ext>
            </a:extLst>
          </p:cNvPr>
          <p:cNvCxnSpPr>
            <a:cxnSpLocks/>
            <a:endCxn id="379" idx="3"/>
          </p:cNvCxnSpPr>
          <p:nvPr userDrawn="1"/>
        </p:nvCxnSpPr>
        <p:spPr>
          <a:xfrm>
            <a:off x="10684600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Curved 387">
            <a:extLst>
              <a:ext uri="{FF2B5EF4-FFF2-40B4-BE49-F238E27FC236}">
                <a16:creationId xmlns:a16="http://schemas.microsoft.com/office/drawing/2014/main" id="{EA77DCD6-FF99-E989-EDBB-8AA726D5B1D4}"/>
              </a:ext>
            </a:extLst>
          </p:cNvPr>
          <p:cNvCxnSpPr>
            <a:cxnSpLocks/>
            <a:stCxn id="379" idx="3"/>
          </p:cNvCxnSpPr>
          <p:nvPr userDrawn="1"/>
        </p:nvCxnSpPr>
        <p:spPr>
          <a:xfrm>
            <a:off x="10684600" y="5457614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A56F218-8D65-55FF-2DA3-9B7F8DF94CE8}"/>
              </a:ext>
            </a:extLst>
          </p:cNvPr>
          <p:cNvSpPr>
            <a:spLocks/>
          </p:cNvSpPr>
          <p:nvPr userDrawn="1"/>
        </p:nvSpPr>
        <p:spPr>
          <a:xfrm>
            <a:off x="973431" y="4356586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247CAFA5-7B9F-D340-DAED-6F0510119E60}"/>
              </a:ext>
            </a:extLst>
          </p:cNvPr>
          <p:cNvSpPr>
            <a:spLocks/>
          </p:cNvSpPr>
          <p:nvPr userDrawn="1"/>
        </p:nvSpPr>
        <p:spPr>
          <a:xfrm>
            <a:off x="992532" y="309779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7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7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F3B81D-7498-676B-36A3-F821C1B66369}"/>
              </a:ext>
            </a:extLst>
          </p:cNvPr>
          <p:cNvSpPr txBox="1">
            <a:spLocks/>
          </p:cNvSpPr>
          <p:nvPr userDrawn="1"/>
        </p:nvSpPr>
        <p:spPr>
          <a:xfrm>
            <a:off x="691893" y="3914999"/>
            <a:ext cx="514689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16-22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4A462256-3E6E-19CB-FA62-251A385648FF}"/>
              </a:ext>
            </a:extLst>
          </p:cNvPr>
          <p:cNvSpPr txBox="1">
            <a:spLocks/>
          </p:cNvSpPr>
          <p:nvPr userDrawn="1"/>
        </p:nvSpPr>
        <p:spPr>
          <a:xfrm>
            <a:off x="6008466" y="3955273"/>
            <a:ext cx="473330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~31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804AD919-7F1D-9FC0-28B3-E91DDEE70A9B}"/>
              </a:ext>
            </a:extLst>
          </p:cNvPr>
          <p:cNvSpPr txBox="1">
            <a:spLocks/>
          </p:cNvSpPr>
          <p:nvPr userDrawn="1"/>
        </p:nvSpPr>
        <p:spPr>
          <a:xfrm>
            <a:off x="11635548" y="3990508"/>
            <a:ext cx="364843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HR 1.2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0C1096E-675F-C9A3-7BA8-A11FEC3159C8}"/>
              </a:ext>
            </a:extLst>
          </p:cNvPr>
          <p:cNvSpPr>
            <a:spLocks/>
          </p:cNvSpPr>
          <p:nvPr userDrawn="1"/>
        </p:nvSpPr>
        <p:spPr>
          <a:xfrm>
            <a:off x="9272000" y="3579179"/>
            <a:ext cx="513175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0.2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E1EE501A-A858-B76A-BBE2-DC5FAD1D0781}"/>
              </a:ext>
            </a:extLst>
          </p:cNvPr>
          <p:cNvSpPr>
            <a:spLocks/>
          </p:cNvSpPr>
          <p:nvPr userDrawn="1"/>
        </p:nvSpPr>
        <p:spPr>
          <a:xfrm>
            <a:off x="9283430" y="4421456"/>
            <a:ext cx="504568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1E86D30-8291-AD4A-9181-A2DFC43F5608}"/>
              </a:ext>
            </a:extLst>
          </p:cNvPr>
          <p:cNvCxnSpPr>
            <a:cxnSpLocks/>
            <a:endCxn id="159" idx="6"/>
          </p:cNvCxnSpPr>
          <p:nvPr userDrawn="1"/>
        </p:nvCxnSpPr>
        <p:spPr>
          <a:xfrm rot="10800000">
            <a:off x="5660228" y="4115704"/>
            <a:ext cx="314125" cy="13228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23C52F59-F21A-849C-45AC-B77DEB9BB842}"/>
              </a:ext>
            </a:extLst>
          </p:cNvPr>
          <p:cNvCxnSpPr>
            <a:cxnSpLocks/>
            <a:endCxn id="159" idx="0"/>
          </p:cNvCxnSpPr>
          <p:nvPr userDrawn="1"/>
        </p:nvCxnSpPr>
        <p:spPr>
          <a:xfrm rot="5400000">
            <a:off x="5285383" y="3343270"/>
            <a:ext cx="860412" cy="517523"/>
          </a:xfrm>
          <a:prstGeom prst="bentConnector3">
            <a:avLst>
              <a:gd name="adj1" fmla="val 73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56922C-42F0-8B77-83FB-95DF7B23013C}"/>
              </a:ext>
            </a:extLst>
          </p:cNvPr>
          <p:cNvSpPr/>
          <p:nvPr userDrawn="1"/>
        </p:nvSpPr>
        <p:spPr>
          <a:xfrm>
            <a:off x="10326306" y="2202402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9,100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B55EA26-AEFA-B5E6-EDFC-17277E58E16F}"/>
              </a:ext>
            </a:extLst>
          </p:cNvPr>
          <p:cNvSpPr/>
          <p:nvPr userDrawn="1"/>
        </p:nvSpPr>
        <p:spPr>
          <a:xfrm>
            <a:off x="10326306" y="2652925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5,100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749F5B8-764A-DD42-A789-D0EB50DE2C4C}"/>
              </a:ext>
            </a:extLst>
          </p:cNvPr>
          <p:cNvSpPr/>
          <p:nvPr userDrawn="1"/>
        </p:nvSpPr>
        <p:spPr>
          <a:xfrm>
            <a:off x="10326306" y="310296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11,300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3A2C16D-CEDB-3775-0FD9-42F666569522}"/>
              </a:ext>
            </a:extLst>
          </p:cNvPr>
          <p:cNvSpPr/>
          <p:nvPr userDrawn="1"/>
        </p:nvSpPr>
        <p:spPr>
          <a:xfrm>
            <a:off x="10326306" y="484745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7,100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D85EA40-BFC5-1870-6868-32A3ED6A0FB0}"/>
              </a:ext>
            </a:extLst>
          </p:cNvPr>
          <p:cNvSpPr/>
          <p:nvPr userDrawn="1"/>
        </p:nvSpPr>
        <p:spPr>
          <a:xfrm>
            <a:off x="10326306" y="5283936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4,000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3D1D861-5674-6AD4-39B8-E703D1C0771C}"/>
              </a:ext>
            </a:extLst>
          </p:cNvPr>
          <p:cNvSpPr/>
          <p:nvPr userDrawn="1"/>
        </p:nvSpPr>
        <p:spPr>
          <a:xfrm>
            <a:off x="10326306" y="5746880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8,800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3A26617-2358-DF15-0185-B8C0702D3230}"/>
              </a:ext>
            </a:extLst>
          </p:cNvPr>
          <p:cNvSpPr>
            <a:spLocks/>
          </p:cNvSpPr>
          <p:nvPr userDrawn="1"/>
        </p:nvSpPr>
        <p:spPr>
          <a:xfrm>
            <a:off x="10825279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FB73158B-6F4B-DAF0-B99E-C7963274AD4B}"/>
              </a:ext>
            </a:extLst>
          </p:cNvPr>
          <p:cNvSpPr>
            <a:spLocks/>
          </p:cNvSpPr>
          <p:nvPr userDrawn="1"/>
        </p:nvSpPr>
        <p:spPr>
          <a:xfrm>
            <a:off x="10644639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B2C15CB-398D-B87D-9831-43817FCCCC75}"/>
              </a:ext>
            </a:extLst>
          </p:cNvPr>
          <p:cNvSpPr>
            <a:spLocks/>
          </p:cNvSpPr>
          <p:nvPr userDrawn="1"/>
        </p:nvSpPr>
        <p:spPr>
          <a:xfrm>
            <a:off x="10644639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42E24B02-BA82-CAE4-F42C-10D41CB4A5AC}"/>
              </a:ext>
            </a:extLst>
          </p:cNvPr>
          <p:cNvSpPr>
            <a:spLocks/>
          </p:cNvSpPr>
          <p:nvPr userDrawn="1"/>
        </p:nvSpPr>
        <p:spPr>
          <a:xfrm>
            <a:off x="10825279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9DD807A5-5ACD-1525-157E-A2156DE71F32}"/>
              </a:ext>
            </a:extLst>
          </p:cNvPr>
          <p:cNvSpPr>
            <a:spLocks/>
          </p:cNvSpPr>
          <p:nvPr userDrawn="1"/>
        </p:nvSpPr>
        <p:spPr>
          <a:xfrm>
            <a:off x="10644639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4A566C9-BA8F-6965-317E-DF516F86514B}"/>
              </a:ext>
            </a:extLst>
          </p:cNvPr>
          <p:cNvSpPr>
            <a:spLocks/>
          </p:cNvSpPr>
          <p:nvPr userDrawn="1"/>
        </p:nvSpPr>
        <p:spPr>
          <a:xfrm>
            <a:off x="10644639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1CB07D-DCC2-0DAA-D4BA-CA46F961B376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OSA </a:t>
            </a:r>
            <a:r>
              <a:rPr lang="en-US" sz="800" b="0">
                <a:solidFill>
                  <a:srgbClr val="000000"/>
                </a:solidFill>
              </a:rPr>
              <a:t>– Obstructive Sleep Apnea, </a:t>
            </a:r>
            <a:r>
              <a:rPr lang="en-US" sz="800" b="1">
                <a:solidFill>
                  <a:srgbClr val="000000"/>
                </a:solidFill>
              </a:rPr>
              <a:t>HCP</a:t>
            </a:r>
            <a:r>
              <a:rPr lang="en-US" sz="800" b="0">
                <a:solidFill>
                  <a:srgbClr val="000000"/>
                </a:solidFill>
              </a:rPr>
              <a:t> – Healthcare Provider, </a:t>
            </a:r>
            <a:r>
              <a:rPr lang="en-US" sz="800" b="1">
                <a:solidFill>
                  <a:srgbClr val="000000"/>
                </a:solidFill>
              </a:rPr>
              <a:t>HR</a:t>
            </a:r>
            <a:r>
              <a:rPr lang="en-US" sz="800" b="0">
                <a:solidFill>
                  <a:srgbClr val="000000"/>
                </a:solidFill>
              </a:rPr>
              <a:t> – Hazard Ratio, 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NT2</a:t>
            </a:r>
            <a:r>
              <a:rPr lang="en-US" sz="800">
                <a:solidFill>
                  <a:srgbClr val="000000"/>
                </a:solidFill>
              </a:rPr>
              <a:t> – Narcolepsy Type II.</a:t>
            </a:r>
          </a:p>
        </p:txBody>
      </p:sp>
    </p:spTree>
    <p:extLst>
      <p:ext uri="{BB962C8B-B14F-4D97-AF65-F5344CB8AC3E}">
        <p14:creationId xmlns:p14="http://schemas.microsoft.com/office/powerpoint/2010/main" val="3627360878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hink-cell data - do not delete" hidden="1">
            <a:extLst>
              <a:ext uri="{FF2B5EF4-FFF2-40B4-BE49-F238E27FC236}">
                <a16:creationId xmlns:a16="http://schemas.microsoft.com/office/drawing/2014/main" id="{D22F600B-CDB2-FE76-0892-9EC0B1EE2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28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F600B-CDB2-FE76-0892-9EC0B1EE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EA348E-5538-2EF5-8385-E8C785B6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5F4AB-F610-BB9B-B220-6DABE15C6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8" name="スライド番号プレースホルダ 5">
            <a:extLst>
              <a:ext uri="{FF2B5EF4-FFF2-40B4-BE49-F238E27FC236}">
                <a16:creationId xmlns:a16="http://schemas.microsoft.com/office/drawing/2014/main" id="{CD2D4F80-03AC-6F38-A395-02613182E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6B27C8-F41F-5792-F7D9-1B0F85CD898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EA5C3042-76D7-0E63-CCBA-1E2311650ADE}"/>
              </a:ext>
            </a:extLst>
          </p:cNvPr>
          <p:cNvSpPr txBox="1">
            <a:spLocks/>
          </p:cNvSpPr>
          <p:nvPr userDrawn="1"/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88BF55-9D8F-47B8-9CAA-91D4F95E55A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F26A693-9BCB-AE6E-398B-CEB888C8CC85}"/>
              </a:ext>
            </a:extLst>
          </p:cNvPr>
          <p:cNvGrpSpPr/>
          <p:nvPr userDrawn="1"/>
        </p:nvGrpSpPr>
        <p:grpSpPr>
          <a:xfrm>
            <a:off x="7918485" y="6342536"/>
            <a:ext cx="4033095" cy="368777"/>
            <a:chOff x="7387590" y="5395497"/>
            <a:chExt cx="4033095" cy="3687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A690DAA8-D4F6-C25F-8FE0-0F22CFF58D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674949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3251513-B3E2-13EE-85E5-E7C796FDB367}"/>
                </a:ext>
              </a:extLst>
            </p:cNvPr>
            <p:cNvSpPr/>
            <p:nvPr/>
          </p:nvSpPr>
          <p:spPr>
            <a:xfrm>
              <a:off x="7387590" y="5421470"/>
              <a:ext cx="565828" cy="125313"/>
            </a:xfrm>
            <a:prstGeom prst="rect">
              <a:avLst/>
            </a:prstGeom>
            <a:solidFill>
              <a:srgbClr val="891515"/>
            </a:solidFill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algn="ctr" defTabSz="630753">
                <a:defRPr/>
              </a:pPr>
              <a:r>
                <a:rPr lang="en-US" sz="700" b="1" kern="0" noProof="0">
                  <a:solidFill>
                    <a:schemeClr val="bg1"/>
                  </a:solidFill>
                  <a:latin typeface="+mj-lt"/>
                  <a:ea typeface="+mn-lt"/>
                  <a:cs typeface="+mn-lt"/>
                  <a:sym typeface="+mn-lt"/>
                </a:rPr>
                <a:t>Key Steps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B253881-4CA1-B5C8-A910-D6EB11BA49B0}"/>
                </a:ext>
              </a:extLst>
            </p:cNvPr>
            <p:cNvSpPr/>
            <p:nvPr/>
          </p:nvSpPr>
          <p:spPr>
            <a:xfrm>
              <a:off x="7387590" y="5611722"/>
              <a:ext cx="565828" cy="125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24832" rIns="24832" rtlCol="0" anchor="ctr"/>
            <a:lstStyle/>
            <a:p>
              <a:pPr algn="ctr"/>
              <a:r>
                <a:rPr lang="en-US" sz="700" b="1" kern="0" noProof="0">
                  <a:latin typeface="+mj-lt"/>
                  <a:ea typeface="+mn-lt"/>
                  <a:cs typeface="+mn-lt"/>
                  <a:sym typeface="+mn-lt"/>
                </a:rPr>
                <a:t>Treatments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8478C06-CB45-3911-DC69-D01FF977C0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5481233"/>
              <a:ext cx="351077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BEAFA69-72E7-B49B-8A5A-64BCD6E78E72}"/>
                </a:ext>
              </a:extLst>
            </p:cNvPr>
            <p:cNvSpPr/>
            <p:nvPr/>
          </p:nvSpPr>
          <p:spPr>
            <a:xfrm>
              <a:off x="8459157" y="5395497"/>
              <a:ext cx="1013577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Patient Flow Step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7D0E3B4-537B-8CBA-6B30-F85EC51EB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78703" y="5425290"/>
              <a:ext cx="289561" cy="142665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228EE58-48E9-4A79-8A95-548C461B4067}"/>
                </a:ext>
              </a:extLst>
            </p:cNvPr>
            <p:cNvSpPr/>
            <p:nvPr/>
          </p:nvSpPr>
          <p:spPr>
            <a:xfrm>
              <a:off x="9802306" y="5592803"/>
              <a:ext cx="1618379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Total/Percentage of Prevalent Population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EF42B98-99CF-61C4-929A-7064F157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995" y="5682195"/>
              <a:ext cx="180976" cy="1217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ys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CB1543C-1557-D8EA-C68F-322F892EE9B9}"/>
                </a:ext>
              </a:extLst>
            </p:cNvPr>
            <p:cNvSpPr/>
            <p:nvPr/>
          </p:nvSpPr>
          <p:spPr>
            <a:xfrm>
              <a:off x="9802306" y="5395497"/>
              <a:ext cx="145685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Annual Total/Percentage Patients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79BBAE63-E13B-4375-EFFA-E9B2C92D43B2}"/>
                </a:ext>
              </a:extLst>
            </p:cNvPr>
            <p:cNvSpPr/>
            <p:nvPr/>
          </p:nvSpPr>
          <p:spPr>
            <a:xfrm>
              <a:off x="8459157" y="5588644"/>
              <a:ext cx="1658785" cy="171471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lIns="24832" rIns="24832" rtlCol="0" anchor="ctr"/>
            <a:lstStyle/>
            <a:p>
              <a:pPr defTabSz="630753">
                <a:defRPr/>
              </a:pPr>
              <a:r>
                <a:rPr lang="en-US" sz="700" b="1" kern="0" noProof="0">
                  <a:solidFill>
                    <a:sysClr val="windowText" lastClr="000000"/>
                  </a:solidFill>
                  <a:latin typeface="+mj-lt"/>
                  <a:ea typeface="+mn-lt"/>
                  <a:cs typeface="+mn-lt"/>
                  <a:sym typeface="+mn-lt"/>
                </a:rPr>
                <a:t>Time between Key Steps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6B7E85E-D4F8-6BCF-9B16-4B2625A6F7E8}"/>
                </a:ext>
              </a:extLst>
            </p:cNvPr>
            <p:cNvSpPr/>
            <p:nvPr/>
          </p:nvSpPr>
          <p:spPr>
            <a:xfrm>
              <a:off x="8159390" y="5629586"/>
              <a:ext cx="162878" cy="90726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accent1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800" b="1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4AB45-2662-DBAE-3380-EF8DFC62CD69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SOME PATIENT FLOWS MAY BE ROUNDED TO NEAREST 100 PATIENTS FOR CLARITY </a:t>
            </a:r>
          </a:p>
        </p:txBody>
      </p:sp>
      <p:pic>
        <p:nvPicPr>
          <p:cNvPr id="24" name="Picture 23" descr="Takeda">
            <a:extLst>
              <a:ext uri="{FF2B5EF4-FFF2-40B4-BE49-F238E27FC236}">
                <a16:creationId xmlns:a16="http://schemas.microsoft.com/office/drawing/2014/main" id="{336F3499-EE01-4D4B-2D76-6280F06EB0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0BBED7-A2FA-A55B-26DD-ED7F53B92D39}"/>
              </a:ext>
            </a:extLst>
          </p:cNvPr>
          <p:cNvSpPr>
            <a:spLocks/>
          </p:cNvSpPr>
          <p:nvPr userDrawn="1"/>
        </p:nvSpPr>
        <p:spPr>
          <a:xfrm>
            <a:off x="650917" y="135112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F882-20EC-7844-92EF-C5218D941027}"/>
              </a:ext>
            </a:extLst>
          </p:cNvPr>
          <p:cNvSpPr>
            <a:spLocks/>
          </p:cNvSpPr>
          <p:nvPr userDrawn="1"/>
        </p:nvSpPr>
        <p:spPr>
          <a:xfrm>
            <a:off x="650917" y="2609917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6C0FF-B88B-8DAE-0A7F-898D1AFBAEFB}"/>
              </a:ext>
            </a:extLst>
          </p:cNvPr>
          <p:cNvSpPr>
            <a:spLocks/>
          </p:cNvSpPr>
          <p:nvPr userDrawn="1"/>
        </p:nvSpPr>
        <p:spPr>
          <a:xfrm>
            <a:off x="650916" y="3868711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FB36-5074-D86B-D807-4788A72FFB86}"/>
              </a:ext>
            </a:extLst>
          </p:cNvPr>
          <p:cNvSpPr>
            <a:spLocks/>
          </p:cNvSpPr>
          <p:nvPr userDrawn="1"/>
        </p:nvSpPr>
        <p:spPr>
          <a:xfrm>
            <a:off x="650917" y="5127504"/>
            <a:ext cx="5222346" cy="1188935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95226-5346-58B4-F079-F94DCC723E8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2686" y="4411202"/>
            <a:ext cx="13286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and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4C270-27C7-1ACE-405C-C795D5B7161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26126" y="1776314"/>
            <a:ext cx="91102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OSA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AAAD-D840-7205-A255-772D4B5E487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9194" y="5552695"/>
            <a:ext cx="92488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No Prior OSA nor Neuro-psych Dx</a:t>
            </a:r>
            <a:r>
              <a:rPr lang="en-US" sz="800" b="1" i="1" baseline="30000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32E8E6-B06D-0CD3-C69C-CAC375FCF275}"/>
              </a:ext>
            </a:extLst>
          </p:cNvPr>
          <p:cNvCxnSpPr>
            <a:cxnSpLocks/>
          </p:cNvCxnSpPr>
          <p:nvPr userDrawn="1"/>
        </p:nvCxnSpPr>
        <p:spPr>
          <a:xfrm>
            <a:off x="437717" y="1049975"/>
            <a:ext cx="11531320" cy="0"/>
          </a:xfrm>
          <a:prstGeom prst="line">
            <a:avLst/>
          </a:prstGeom>
          <a:ln w="12700" cap="rnd">
            <a:solidFill>
              <a:schemeClr val="accent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BE4C45-05B8-8927-F8BD-2FEBDF122DD1}"/>
              </a:ext>
            </a:extLst>
          </p:cNvPr>
          <p:cNvCxnSpPr>
            <a:cxnSpLocks/>
          </p:cNvCxnSpPr>
          <p:nvPr userDrawn="1"/>
        </p:nvCxnSpPr>
        <p:spPr>
          <a:xfrm>
            <a:off x="437718" y="1190970"/>
            <a:ext cx="599661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F880C-4603-99E5-947F-CDD0FC3C3894}"/>
              </a:ext>
            </a:extLst>
          </p:cNvPr>
          <p:cNvSpPr txBox="1"/>
          <p:nvPr userDrawn="1"/>
        </p:nvSpPr>
        <p:spPr>
          <a:xfrm>
            <a:off x="5046026" y="976976"/>
            <a:ext cx="2181596" cy="145998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120,000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total adult prevalent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 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91CC8-2AF5-D535-EE91-862255B06E6E}"/>
              </a:ext>
            </a:extLst>
          </p:cNvPr>
          <p:cNvSpPr txBox="1">
            <a:spLocks/>
          </p:cNvSpPr>
          <p:nvPr userDrawn="1"/>
        </p:nvSpPr>
        <p:spPr>
          <a:xfrm>
            <a:off x="2508869" y="1105344"/>
            <a:ext cx="185431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undiagnosed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F92D9-B3F6-FD1C-ED5C-A61D1BFC2470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139592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1AB841F-9466-963C-3FAF-A0F7A8B8D21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182901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5,000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A1A14D-5834-6C37-449E-EF32054DEA14}"/>
              </a:ext>
            </a:extLst>
          </p:cNvPr>
          <p:cNvCxnSpPr>
            <a:cxnSpLocks/>
          </p:cNvCxnSpPr>
          <p:nvPr userDrawn="1"/>
        </p:nvCxnSpPr>
        <p:spPr>
          <a:xfrm>
            <a:off x="6606540" y="1190970"/>
            <a:ext cx="5362498" cy="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839F3F-2510-4F84-15EB-E5356370CC42}"/>
              </a:ext>
            </a:extLst>
          </p:cNvPr>
          <p:cNvSpPr txBox="1">
            <a:spLocks/>
          </p:cNvSpPr>
          <p:nvPr userDrawn="1"/>
        </p:nvSpPr>
        <p:spPr>
          <a:xfrm>
            <a:off x="8426390" y="1105344"/>
            <a:ext cx="1684697" cy="171251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60,000 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diagnosed NT1 pts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Mincho" panose="02020609040205080304" pitchFamily="49" charset="-128"/>
                <a:cs typeface="+mn-cs"/>
              </a:rPr>
              <a:t>2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4FC7C3-8111-C96A-8E70-2701A79EFC09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81747" y="3035108"/>
            <a:ext cx="112677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Patients with Prior Neuro-Psych Dx</a:t>
            </a:r>
            <a:r>
              <a:rPr kumimoji="0" lang="en-US" sz="8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</a:t>
            </a:r>
            <a:endParaRPr kumimoji="0" lang="en-NL" sz="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ADEA4-7C77-E73D-79AE-54311F994E8D}"/>
              </a:ext>
            </a:extLst>
          </p:cNvPr>
          <p:cNvSpPr>
            <a:spLocks/>
          </p:cNvSpPr>
          <p:nvPr userDrawn="1"/>
        </p:nvSpPr>
        <p:spPr>
          <a:xfrm>
            <a:off x="5092700" y="1351123"/>
            <a:ext cx="1438312" cy="4965308"/>
          </a:xfrm>
          <a:prstGeom prst="rect">
            <a:avLst/>
          </a:prstGeom>
          <a:solidFill>
            <a:srgbClr val="F5F5F5"/>
          </a:solidFill>
          <a:ln w="50800" cap="flat">
            <a:noFill/>
            <a:prstDash val="solid"/>
            <a:miter/>
          </a:ln>
        </p:spPr>
        <p:txBody>
          <a:bodyPr wrap="none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95F41-4650-9978-57E2-7F8B3F89A035}"/>
              </a:ext>
            </a:extLst>
          </p:cNvPr>
          <p:cNvSpPr>
            <a:spLocks/>
          </p:cNvSpPr>
          <p:nvPr userDrawn="1"/>
        </p:nvSpPr>
        <p:spPr>
          <a:xfrm>
            <a:off x="6510500" y="1351123"/>
            <a:ext cx="5448958" cy="4965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0800" cap="flat">
            <a:noFill/>
            <a:prstDash val="solid"/>
            <a:miter/>
          </a:ln>
        </p:spPr>
        <p:txBody>
          <a:bodyPr tIns="144000" rtlCol="0" anchor="t"/>
          <a:lstStyle/>
          <a:p>
            <a:pPr algn="ctr"/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BA5DF-AD57-E831-F63F-FF5BE8DFB18E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2625694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506F947-3597-BF1A-C0C8-D74AFBD3584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3058786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24,000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9DBB19-20A9-AB2F-3102-D6F95462F985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3906147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03E909B-A80E-D4FD-E0B5-9C41BAC50D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4339239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23,000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43B100-9DCB-FCD8-D55C-809BFB7E9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0619" y="5175670"/>
            <a:ext cx="0" cy="1086930"/>
          </a:xfrm>
          <a:prstGeom prst="line">
            <a:avLst/>
          </a:prstGeom>
          <a:ln w="12700" cap="rnd">
            <a:solidFill>
              <a:schemeClr val="accent1"/>
            </a:solidFill>
            <a:prstDash val="sys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225CE8-54CA-9D1D-1DA4-60F5BAB2B3E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777" y="5608762"/>
            <a:ext cx="519681" cy="220746"/>
          </a:xfrm>
          <a:prstGeom prst="rect">
            <a:avLst/>
          </a:prstGeom>
          <a:solidFill>
            <a:schemeClr val="bg1"/>
          </a:solidFill>
        </p:spPr>
        <p:txBody>
          <a:bodyPr wrap="none" lIns="0" tIns="40774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4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1"/>
                </a:solidFill>
                <a:latin typeface="+mj-lt"/>
                <a:ea typeface="MS Mincho" panose="02020609040205080304" pitchFamily="49" charset="-128"/>
              </a:rPr>
              <a:t>8,000</a:t>
            </a:r>
            <a:endParaRPr kumimoji="0" lang="en-NL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AB5CD67-2744-599A-BEB8-C5ADC478D0A9}"/>
              </a:ext>
            </a:extLst>
          </p:cNvPr>
          <p:cNvSpPr>
            <a:spLocks/>
          </p:cNvSpPr>
          <p:nvPr userDrawn="1"/>
        </p:nvSpPr>
        <p:spPr>
          <a:xfrm>
            <a:off x="283952" y="3690251"/>
            <a:ext cx="564957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9C0DBB2-F0DB-1A69-67BA-BB3F8923F213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>
            <a:off x="848909" y="3806016"/>
            <a:ext cx="743870" cy="6603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A548550-2851-9F3B-0BB4-2F2C0E2E9A24}"/>
              </a:ext>
            </a:extLst>
          </p:cNvPr>
          <p:cNvSpPr/>
          <p:nvPr userDrawn="1"/>
        </p:nvSpPr>
        <p:spPr>
          <a:xfrm>
            <a:off x="1639932" y="5175018"/>
            <a:ext cx="2849319" cy="193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sz="80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6497E56-66BB-569C-FD05-06AB4F3C4FF5}"/>
              </a:ext>
            </a:extLst>
          </p:cNvPr>
          <p:cNvCxnSpPr>
            <a:cxnSpLocks/>
            <a:stCxn id="45" idx="6"/>
          </p:cNvCxnSpPr>
          <p:nvPr userDrawn="1"/>
        </p:nvCxnSpPr>
        <p:spPr>
          <a:xfrm flipV="1">
            <a:off x="848909" y="3215482"/>
            <a:ext cx="743870" cy="5905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50CA0F8-4036-3C93-77C6-73BF4A828D44}"/>
              </a:ext>
            </a:extLst>
          </p:cNvPr>
          <p:cNvCxnSpPr>
            <a:cxnSpLocks/>
            <a:stCxn id="45" idx="6"/>
            <a:endCxn id="151" idx="1"/>
          </p:cNvCxnSpPr>
          <p:nvPr userDrawn="1"/>
        </p:nvCxnSpPr>
        <p:spPr>
          <a:xfrm>
            <a:off x="848909" y="3806016"/>
            <a:ext cx="743870" cy="191595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3BA0D79-79AD-EA17-892F-B3AABC545213}"/>
              </a:ext>
            </a:extLst>
          </p:cNvPr>
          <p:cNvSpPr>
            <a:spLocks/>
          </p:cNvSpPr>
          <p:nvPr userDrawn="1"/>
        </p:nvSpPr>
        <p:spPr>
          <a:xfrm>
            <a:off x="973432" y="561537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BE69CB0-D92B-56FE-D091-0402F7C883DA}"/>
              </a:ext>
            </a:extLst>
          </p:cNvPr>
          <p:cNvCxnSpPr>
            <a:cxnSpLocks/>
            <a:stCxn id="45" idx="6"/>
            <a:endCxn id="143" idx="1"/>
          </p:cNvCxnSpPr>
          <p:nvPr userDrawn="1"/>
        </p:nvCxnSpPr>
        <p:spPr>
          <a:xfrm flipV="1">
            <a:off x="848909" y="1945292"/>
            <a:ext cx="743870" cy="18607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E774942-CA9B-AA43-CCC6-E5FF7E13EB02}"/>
              </a:ext>
            </a:extLst>
          </p:cNvPr>
          <p:cNvSpPr>
            <a:spLocks/>
          </p:cNvSpPr>
          <p:nvPr userDrawn="1"/>
        </p:nvSpPr>
        <p:spPr>
          <a:xfrm>
            <a:off x="973432" y="183899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17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7FE8B16-9568-F4CF-16A5-483C01BE9F16}"/>
              </a:ext>
            </a:extLst>
          </p:cNvPr>
          <p:cNvCxnSpPr>
            <a:cxnSpLocks/>
            <a:stCxn id="143" idx="3"/>
            <a:endCxn id="363" idx="0"/>
          </p:cNvCxnSpPr>
          <p:nvPr userDrawn="1"/>
        </p:nvCxnSpPr>
        <p:spPr>
          <a:xfrm>
            <a:off x="2903849" y="1945292"/>
            <a:ext cx="3074611" cy="16596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4A143F1-7EE5-F902-3AD7-0CECA3882A9C}"/>
              </a:ext>
            </a:extLst>
          </p:cNvPr>
          <p:cNvCxnSpPr>
            <a:cxnSpLocks/>
            <a:stCxn id="151" idx="3"/>
            <a:endCxn id="362" idx="4"/>
          </p:cNvCxnSpPr>
          <p:nvPr userDrawn="1"/>
        </p:nvCxnSpPr>
        <p:spPr>
          <a:xfrm flipV="1">
            <a:off x="2903849" y="3955273"/>
            <a:ext cx="3070499" cy="1766699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075C31B-2837-E80A-0DFC-46B6E6DE2D72}"/>
              </a:ext>
            </a:extLst>
          </p:cNvPr>
          <p:cNvSpPr>
            <a:spLocks/>
          </p:cNvSpPr>
          <p:nvPr userDrawn="1"/>
        </p:nvSpPr>
        <p:spPr>
          <a:xfrm>
            <a:off x="4646092" y="5617870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3041A1E-B993-D621-65E4-5C588011D944}"/>
              </a:ext>
            </a:extLst>
          </p:cNvPr>
          <p:cNvCxnSpPr>
            <a:cxnSpLocks/>
            <a:stCxn id="135" idx="3"/>
            <a:endCxn id="362" idx="2"/>
          </p:cNvCxnSpPr>
          <p:nvPr userDrawn="1"/>
        </p:nvCxnSpPr>
        <p:spPr>
          <a:xfrm>
            <a:off x="2903849" y="3215482"/>
            <a:ext cx="2813911" cy="624026"/>
          </a:xfrm>
          <a:prstGeom prst="bentConnector3">
            <a:avLst>
              <a:gd name="adj1" fmla="val 7058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B26BC4-C80E-143B-57AF-D57B78FB50D5}"/>
              </a:ext>
            </a:extLst>
          </p:cNvPr>
          <p:cNvSpPr>
            <a:spLocks/>
          </p:cNvSpPr>
          <p:nvPr userDrawn="1"/>
        </p:nvSpPr>
        <p:spPr>
          <a:xfrm>
            <a:off x="4646092" y="3380837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B8E590-818D-ECD5-2A7D-1C3CDF69CB29}"/>
              </a:ext>
            </a:extLst>
          </p:cNvPr>
          <p:cNvGrpSpPr/>
          <p:nvPr userDrawn="1"/>
        </p:nvGrpSpPr>
        <p:grpSpPr>
          <a:xfrm>
            <a:off x="4981922" y="4384059"/>
            <a:ext cx="959042" cy="566625"/>
            <a:chOff x="19742817" y="12505654"/>
            <a:chExt cx="2336292" cy="138033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3FAFD1-8D48-9A8C-82D5-28379F598F06}"/>
                </a:ext>
              </a:extLst>
            </p:cNvPr>
            <p:cNvSpPr>
              <a:spLocks/>
            </p:cNvSpPr>
            <p:nvPr/>
          </p:nvSpPr>
          <p:spPr>
            <a:xfrm>
              <a:off x="19742817" y="13354133"/>
              <a:ext cx="2336292" cy="5318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en-US" sz="800" b="1" noProof="0">
                  <a:solidFill>
                    <a:schemeClr val="accent1"/>
                  </a:solidFill>
                </a:rPr>
                <a:t>Misdiagnosed or symptoms overseen indefinitely</a:t>
              </a:r>
              <a:r>
                <a:rPr kumimoji="1" lang="en-US" sz="800" b="1" baseline="30000" noProof="0">
                  <a:solidFill>
                    <a:schemeClr val="accent1"/>
                  </a:solidFill>
                </a:rPr>
                <a:t>10</a:t>
              </a:r>
              <a:endParaRPr kumimoji="1" lang="en-US" sz="800" b="1" noProof="0">
                <a:solidFill>
                  <a:schemeClr val="accent1"/>
                </a:solidFill>
              </a:endParaRPr>
            </a:p>
          </p:txBody>
        </p:sp>
        <p:pic>
          <p:nvPicPr>
            <p:cNvPr id="60" name="Graphic 59" descr="Warning with solid fill">
              <a:extLst>
                <a:ext uri="{FF2B5EF4-FFF2-40B4-BE49-F238E27FC236}">
                  <a16:creationId xmlns:a16="http://schemas.microsoft.com/office/drawing/2014/main" id="{79068A8F-EFEE-12E8-00D3-AD07ED76E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0589978" y="12505654"/>
              <a:ext cx="641965" cy="641966"/>
            </a:xfrm>
            <a:prstGeom prst="rect">
              <a:avLst/>
            </a:prstGeom>
          </p:spPr>
        </p:pic>
      </p:grp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E05824C-0248-E13F-5A4C-578B8B16A078}"/>
              </a:ext>
            </a:extLst>
          </p:cNvPr>
          <p:cNvCxnSpPr>
            <a:cxnSpLocks/>
            <a:endCxn id="362" idx="2"/>
          </p:cNvCxnSpPr>
          <p:nvPr userDrawn="1"/>
        </p:nvCxnSpPr>
        <p:spPr>
          <a:xfrm flipV="1">
            <a:off x="2646213" y="3839508"/>
            <a:ext cx="3071547" cy="626907"/>
          </a:xfrm>
          <a:prstGeom prst="bentConnector3">
            <a:avLst>
              <a:gd name="adj1" fmla="val 7308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614A3B-F850-B05D-A9FF-3297038421C7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3816764"/>
            <a:ext cx="2849319" cy="1092734"/>
            <a:chOff x="1639932" y="1374935"/>
            <a:chExt cx="2849319" cy="1092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1CA448-4164-6765-7303-857216814782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EC0FB31-DD65-2393-6CBF-331E5C64E6A5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FE59888-3B4B-8064-62D3-06D38833D7E3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A57938B-AA4B-D9A3-8437-CA64E56C5CE0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74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D23AE5D-7FB3-770C-2D81-AD372C05C6C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13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3A3B04D-E571-52AB-E6C6-C89FBCA7DBCD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yes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2D303C-C19A-9C3B-652F-3A3997BFB3DA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20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BAB0F34-D297-39A2-6642-79E8902228A2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2565831"/>
            <a:ext cx="2849319" cy="1092734"/>
            <a:chOff x="1639932" y="1374935"/>
            <a:chExt cx="2849319" cy="10927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F2C4872-14FF-9964-7375-4746B922CA65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80D857-CCB2-1312-4B15-C1F6519277DB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02725E8-E82A-B10B-6A9F-EDD973530BBF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983A1A6-B8AA-74D3-E777-09BE565BF6B8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80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4C015CB-ABB3-33A5-8A4E-2FE496BBC8A7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C2C093F-E253-37CE-7574-631960B4D60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51</a:t>
              </a:r>
              <a:r>
                <a:rPr lang="en-US" sz="800" b="1"/>
                <a:t> % yes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4632770-5613-0200-4BFC-9FF7B556C635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49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88C719B-5469-74F0-85A4-094FB08B59D1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1295641"/>
            <a:ext cx="2849319" cy="1092734"/>
            <a:chOff x="1639932" y="1374935"/>
            <a:chExt cx="2849319" cy="109273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0CCEF58-F965-A237-ED94-51A0B8F25D4B}"/>
                </a:ext>
              </a:extLst>
            </p:cNvPr>
            <p:cNvSpPr/>
            <p:nvPr/>
          </p:nvSpPr>
          <p:spPr>
            <a:xfrm>
              <a:off x="1639932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DFD0646-E2DA-B236-EE61-DACC556FB0A4}"/>
                </a:ext>
              </a:extLst>
            </p:cNvPr>
            <p:cNvSpPr/>
            <p:nvPr/>
          </p:nvSpPr>
          <p:spPr>
            <a:xfrm>
              <a:off x="3139684" y="1581502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C250924-DCD1-EDD4-4A24-13E9E2C581CC}"/>
                </a:ext>
              </a:extLst>
            </p:cNvPr>
            <p:cNvSpPr/>
            <p:nvPr/>
          </p:nvSpPr>
          <p:spPr>
            <a:xfrm>
              <a:off x="1639932" y="1374935"/>
              <a:ext cx="2849319" cy="193599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800"/>
                <a:t>--- Symptoms masked due to comorbidities treatment ---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E70904A-E599-6414-CCB2-5D4C6C186AAE}"/>
                </a:ext>
              </a:extLst>
            </p:cNvPr>
            <p:cNvSpPr/>
            <p:nvPr/>
          </p:nvSpPr>
          <p:spPr>
            <a:xfrm>
              <a:off x="1709225" y="1823819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493CFBD-4800-0659-D886-FB7DFC370234}"/>
                </a:ext>
              </a:extLst>
            </p:cNvPr>
            <p:cNvSpPr/>
            <p:nvPr/>
          </p:nvSpPr>
          <p:spPr>
            <a:xfrm>
              <a:off x="1709225" y="2131904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9EBAE1-D6C7-29D2-8B33-825F1A7AE5F5}"/>
                </a:ext>
              </a:extLst>
            </p:cNvPr>
            <p:cNvSpPr/>
            <p:nvPr/>
          </p:nvSpPr>
          <p:spPr>
            <a:xfrm>
              <a:off x="3195557" y="1823819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yes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AA4B1AB-927C-F057-093C-92A0A57BB764}"/>
                </a:ext>
              </a:extLst>
            </p:cNvPr>
            <p:cNvSpPr/>
            <p:nvPr/>
          </p:nvSpPr>
          <p:spPr>
            <a:xfrm>
              <a:off x="3195557" y="2131904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33</a:t>
              </a:r>
              <a:r>
                <a:rPr lang="en-US" sz="800" b="1"/>
                <a:t> % no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25E2CE4-ACA2-6541-E520-9254FB4C7C5B}"/>
              </a:ext>
            </a:extLst>
          </p:cNvPr>
          <p:cNvGrpSpPr>
            <a:grpSpLocks/>
          </p:cNvGrpSpPr>
          <p:nvPr userDrawn="1"/>
        </p:nvGrpSpPr>
        <p:grpSpPr>
          <a:xfrm>
            <a:off x="1592779" y="5278888"/>
            <a:ext cx="2810822" cy="886167"/>
            <a:chOff x="1639932" y="5381585"/>
            <a:chExt cx="2810822" cy="886167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6D6AFBA-8BB3-2ED1-491A-BFEDE59032F1}"/>
                </a:ext>
              </a:extLst>
            </p:cNvPr>
            <p:cNvSpPr/>
            <p:nvPr/>
          </p:nvSpPr>
          <p:spPr>
            <a:xfrm>
              <a:off x="1639932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800" b="1">
                  <a:solidFill>
                    <a:srgbClr val="000000"/>
                  </a:solidFill>
                  <a:latin typeface="+mj-lt"/>
                </a:rPr>
                <a:t>Sleep-related Presentation</a:t>
              </a:r>
              <a:r>
                <a:rPr lang="en-US" sz="80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800" b="1" spc="-100" noProof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DBA81CA-3321-64CE-AD53-9AEE57CBCABA}"/>
                </a:ext>
              </a:extLst>
            </p:cNvPr>
            <p:cNvSpPr/>
            <p:nvPr/>
          </p:nvSpPr>
          <p:spPr>
            <a:xfrm>
              <a:off x="3139684" y="5381585"/>
              <a:ext cx="1311070" cy="886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45720" tIns="45720" rIns="45720" rtlCol="0" anchor="t"/>
            <a:lstStyle/>
            <a:p>
              <a:pPr algn="ctr"/>
              <a:r>
                <a:rPr lang="en-US" sz="750" b="1">
                  <a:solidFill>
                    <a:srgbClr val="000000"/>
                  </a:solidFill>
                  <a:latin typeface="+mj-lt"/>
                </a:rPr>
                <a:t>Sleep-related Specialist Visit</a:t>
              </a:r>
              <a:r>
                <a:rPr lang="en-US" sz="750" b="1" baseline="30000">
                  <a:solidFill>
                    <a:srgbClr val="000000"/>
                  </a:solidFill>
                  <a:latin typeface="+mj-lt"/>
                </a:rPr>
                <a:t>10</a:t>
              </a:r>
              <a:endParaRPr kumimoji="1" lang="en-US" sz="750" b="1" spc="-100" noProof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54FA301-6A65-EF07-8474-C3D4A2A46596}"/>
                </a:ext>
              </a:extLst>
            </p:cNvPr>
            <p:cNvSpPr/>
            <p:nvPr/>
          </p:nvSpPr>
          <p:spPr>
            <a:xfrm>
              <a:off x="1709225" y="5623902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12</a:t>
              </a:r>
              <a:r>
                <a:rPr lang="en-US" sz="800" b="1"/>
                <a:t> % not at Dx HCP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FBD26-E3D0-5CD7-EC9E-0ED3BEB8AA78}"/>
                </a:ext>
              </a:extLst>
            </p:cNvPr>
            <p:cNvSpPr/>
            <p:nvPr/>
          </p:nvSpPr>
          <p:spPr>
            <a:xfrm>
              <a:off x="1709225" y="5931987"/>
              <a:ext cx="1181686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67</a:t>
              </a:r>
              <a:r>
                <a:rPr lang="en-US" sz="800" b="1"/>
                <a:t> % at Dx HCP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FB4095-A5B4-0F7A-9394-BEAFD323AE8E}"/>
                </a:ext>
              </a:extLst>
            </p:cNvPr>
            <p:cNvSpPr/>
            <p:nvPr/>
          </p:nvSpPr>
          <p:spPr>
            <a:xfrm>
              <a:off x="3195557" y="5623902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45</a:t>
              </a:r>
              <a:r>
                <a:rPr lang="en-US" sz="800" b="1"/>
                <a:t> % yes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043D58C-6D60-F9D0-6DBB-D762EF34BC00}"/>
                </a:ext>
              </a:extLst>
            </p:cNvPr>
            <p:cNvSpPr/>
            <p:nvPr/>
          </p:nvSpPr>
          <p:spPr>
            <a:xfrm>
              <a:off x="3195557" y="5931987"/>
              <a:ext cx="1208043" cy="213186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55</a:t>
              </a:r>
              <a:r>
                <a:rPr lang="en-US" sz="800" b="1"/>
                <a:t> % no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40B8389-9740-9997-AF23-0257905B000C}"/>
              </a:ext>
            </a:extLst>
          </p:cNvPr>
          <p:cNvSpPr>
            <a:spLocks/>
          </p:cNvSpPr>
          <p:nvPr userDrawn="1"/>
        </p:nvSpPr>
        <p:spPr>
          <a:xfrm>
            <a:off x="4646092" y="412190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41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6E4A831B-2674-76FA-A86B-58ABC9C7FA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186301" y="4108919"/>
            <a:ext cx="550284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9909E10-72A3-3AD5-92E3-447269023C69}"/>
              </a:ext>
            </a:extLst>
          </p:cNvPr>
          <p:cNvSpPr>
            <a:spLocks/>
          </p:cNvSpPr>
          <p:nvPr userDrawn="1"/>
        </p:nvSpPr>
        <p:spPr>
          <a:xfrm>
            <a:off x="5253427" y="4032237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5720" rIns="4572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~6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6837F4-C23E-698E-16C5-5CBA6585646C}"/>
              </a:ext>
            </a:extLst>
          </p:cNvPr>
          <p:cNvSpPr>
            <a:spLocks/>
          </p:cNvSpPr>
          <p:nvPr userDrawn="1"/>
        </p:nvSpPr>
        <p:spPr>
          <a:xfrm>
            <a:off x="4646092" y="1835834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8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16961F8-D457-D384-8FB5-1CA7542279FC}"/>
              </a:ext>
            </a:extLst>
          </p:cNvPr>
          <p:cNvSpPr>
            <a:spLocks/>
          </p:cNvSpPr>
          <p:nvPr userDrawn="1"/>
        </p:nvSpPr>
        <p:spPr>
          <a:xfrm>
            <a:off x="6153187" y="2533016"/>
            <a:ext cx="707208" cy="474884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Previously Diagnosed with NT2</a:t>
            </a:r>
            <a:r>
              <a:rPr lang="en-US" sz="900" b="1" kern="0" baseline="30000">
                <a:solidFill>
                  <a:schemeClr val="bg1"/>
                </a:solidFill>
                <a:latin typeface="+mj-lt"/>
                <a:ea typeface="+mn-lt"/>
                <a:cs typeface="+mn-lt"/>
              </a:rPr>
              <a:t>9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651B5D43-1E35-FF3D-034C-6575A8738249}"/>
              </a:ext>
            </a:extLst>
          </p:cNvPr>
          <p:cNvCxnSpPr>
            <a:cxnSpLocks/>
            <a:stCxn id="161" idx="2"/>
            <a:endCxn id="363" idx="0"/>
          </p:cNvCxnSpPr>
          <p:nvPr userDrawn="1"/>
        </p:nvCxnSpPr>
        <p:spPr>
          <a:xfrm rot="5400000">
            <a:off x="5944125" y="3042236"/>
            <a:ext cx="597002" cy="5283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3FBCBD1-39A9-4148-2B10-09F31A6BABF7}"/>
              </a:ext>
            </a:extLst>
          </p:cNvPr>
          <p:cNvSpPr>
            <a:spLocks/>
          </p:cNvSpPr>
          <p:nvPr userDrawn="1"/>
        </p:nvSpPr>
        <p:spPr>
          <a:xfrm>
            <a:off x="6027536" y="323055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F0BB7B-3E03-E9CF-7FBF-3B5435C0C42A}"/>
              </a:ext>
            </a:extLst>
          </p:cNvPr>
          <p:cNvSpPr>
            <a:spLocks/>
          </p:cNvSpPr>
          <p:nvPr userDrawn="1"/>
        </p:nvSpPr>
        <p:spPr>
          <a:xfrm>
            <a:off x="7879081" y="1417327"/>
            <a:ext cx="3295086" cy="503980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Never Treated</a:t>
            </a:r>
            <a:r>
              <a:rPr lang="en-US" sz="800" b="1" baseline="30000">
                <a:solidFill>
                  <a:srgbClr val="000000"/>
                </a:solidFill>
                <a:latin typeface="+mj-lt"/>
              </a:rPr>
              <a:t>11</a:t>
            </a:r>
            <a:endParaRPr kumimoji="1" lang="en-US" sz="800" b="1" spc="-100" noProof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AF1AE5D-886C-D7FA-A8AC-807E0ED2F562}"/>
              </a:ext>
            </a:extLst>
          </p:cNvPr>
          <p:cNvSpPr>
            <a:spLocks/>
          </p:cNvSpPr>
          <p:nvPr userDrawn="1"/>
        </p:nvSpPr>
        <p:spPr>
          <a:xfrm>
            <a:off x="7879080" y="1984623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Experienced at NT1 Diagnosis</a:t>
            </a:r>
            <a:endParaRPr kumimoji="1" lang="en-US" sz="800" b="1" spc="-100" noProof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CE24995-9A40-846F-6780-A126A82D7780}"/>
              </a:ext>
            </a:extLst>
          </p:cNvPr>
          <p:cNvSpPr>
            <a:spLocks/>
          </p:cNvSpPr>
          <p:nvPr userDrawn="1"/>
        </p:nvSpPr>
        <p:spPr>
          <a:xfrm>
            <a:off x="7879080" y="4625652"/>
            <a:ext cx="3295086" cy="1552327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tIns="45720" rIns="45720" rtlCol="0" anchor="t"/>
          <a:lstStyle/>
          <a:p>
            <a:pPr algn="ctr"/>
            <a:r>
              <a:rPr lang="en-US" sz="800" b="1">
                <a:solidFill>
                  <a:srgbClr val="000000"/>
                </a:solidFill>
                <a:latin typeface="+mj-lt"/>
              </a:rPr>
              <a:t>Treatment Naïve at NT1 Diagnosis</a:t>
            </a:r>
            <a:endParaRPr kumimoji="1" lang="en-US" sz="800" b="1" spc="-100" noProof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F993C51-175B-AE37-8D1E-FCA0DADF6CDC}"/>
              </a:ext>
            </a:extLst>
          </p:cNvPr>
          <p:cNvSpPr>
            <a:spLocks/>
          </p:cNvSpPr>
          <p:nvPr userDrawn="1"/>
        </p:nvSpPr>
        <p:spPr>
          <a:xfrm>
            <a:off x="11394872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2,479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E7E5D33-30A7-93EB-7FB8-E82D9EAD7242}"/>
              </a:ext>
            </a:extLst>
          </p:cNvPr>
          <p:cNvSpPr>
            <a:spLocks/>
          </p:cNvSpPr>
          <p:nvPr userDrawn="1"/>
        </p:nvSpPr>
        <p:spPr>
          <a:xfrm>
            <a:off x="7933577" y="5296837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8BDB3C5-3079-9EBA-B01C-EADBC85DCA30}"/>
              </a:ext>
            </a:extLst>
          </p:cNvPr>
          <p:cNvCxnSpPr>
            <a:cxnSpLocks/>
            <a:stCxn id="362" idx="6"/>
            <a:endCxn id="166" idx="1"/>
          </p:cNvCxnSpPr>
          <p:nvPr userDrawn="1"/>
        </p:nvCxnSpPr>
        <p:spPr>
          <a:xfrm>
            <a:off x="6230936" y="3839508"/>
            <a:ext cx="1648144" cy="1562308"/>
          </a:xfrm>
          <a:prstGeom prst="bentConnector3">
            <a:avLst>
              <a:gd name="adj1" fmla="val 628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D54799D0-4D98-FDD8-058E-0C730F4222AC}"/>
              </a:ext>
            </a:extLst>
          </p:cNvPr>
          <p:cNvCxnSpPr>
            <a:cxnSpLocks/>
            <a:stCxn id="166" idx="3"/>
            <a:endCxn id="171" idx="4"/>
          </p:cNvCxnSpPr>
          <p:nvPr userDrawn="1"/>
        </p:nvCxnSpPr>
        <p:spPr>
          <a:xfrm flipV="1">
            <a:off x="11174166" y="3955273"/>
            <a:ext cx="477294" cy="1446543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3" name="Connector: Elbow 342">
            <a:extLst>
              <a:ext uri="{FF2B5EF4-FFF2-40B4-BE49-F238E27FC236}">
                <a16:creationId xmlns:a16="http://schemas.microsoft.com/office/drawing/2014/main" id="{EDE7B13C-FD33-CF27-D793-9B8C0D1C0D4E}"/>
              </a:ext>
            </a:extLst>
          </p:cNvPr>
          <p:cNvCxnSpPr>
            <a:cxnSpLocks/>
            <a:stCxn id="362" idx="6"/>
            <a:endCxn id="164" idx="1"/>
          </p:cNvCxnSpPr>
          <p:nvPr userDrawn="1"/>
        </p:nvCxnSpPr>
        <p:spPr>
          <a:xfrm flipV="1">
            <a:off x="6230936" y="1669317"/>
            <a:ext cx="1648145" cy="217019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4" name="Connector: Elbow 343">
            <a:extLst>
              <a:ext uri="{FF2B5EF4-FFF2-40B4-BE49-F238E27FC236}">
                <a16:creationId xmlns:a16="http://schemas.microsoft.com/office/drawing/2014/main" id="{61C0020A-BC83-E7E3-D24B-748585784C9C}"/>
              </a:ext>
            </a:extLst>
          </p:cNvPr>
          <p:cNvCxnSpPr>
            <a:cxnSpLocks/>
            <a:stCxn id="362" idx="6"/>
            <a:endCxn id="165" idx="1"/>
          </p:cNvCxnSpPr>
          <p:nvPr userDrawn="1"/>
        </p:nvCxnSpPr>
        <p:spPr>
          <a:xfrm flipV="1">
            <a:off x="6230936" y="2760787"/>
            <a:ext cx="1648144" cy="1078721"/>
          </a:xfrm>
          <a:prstGeom prst="bentConnector3">
            <a:avLst>
              <a:gd name="adj1" fmla="val 62854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20ACABDC-90AF-B103-E5B7-C3E90D9E0A3C}"/>
              </a:ext>
            </a:extLst>
          </p:cNvPr>
          <p:cNvCxnSpPr>
            <a:cxnSpLocks/>
            <a:stCxn id="164" idx="3"/>
            <a:endCxn id="355" idx="0"/>
          </p:cNvCxnSpPr>
          <p:nvPr userDrawn="1"/>
        </p:nvCxnSpPr>
        <p:spPr>
          <a:xfrm>
            <a:off x="11174167" y="1669317"/>
            <a:ext cx="487785" cy="193311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4453F06D-41F4-9CB2-9A44-49057256B52A}"/>
              </a:ext>
            </a:extLst>
          </p:cNvPr>
          <p:cNvCxnSpPr>
            <a:cxnSpLocks/>
            <a:stCxn id="165" idx="3"/>
            <a:endCxn id="355" idx="0"/>
          </p:cNvCxnSpPr>
          <p:nvPr userDrawn="1"/>
        </p:nvCxnSpPr>
        <p:spPr>
          <a:xfrm>
            <a:off x="11174166" y="2760787"/>
            <a:ext cx="487786" cy="84164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2C6B4AD5-42FB-3D33-F1AB-2F424063134A}"/>
              </a:ext>
            </a:extLst>
          </p:cNvPr>
          <p:cNvCxnSpPr>
            <a:cxnSpLocks/>
            <a:stCxn id="368" idx="3"/>
            <a:endCxn id="171" idx="2"/>
          </p:cNvCxnSpPr>
          <p:nvPr userDrawn="1"/>
        </p:nvCxnSpPr>
        <p:spPr>
          <a:xfrm flipV="1">
            <a:off x="11186372" y="3839508"/>
            <a:ext cx="208500" cy="251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90F640A-A231-3A20-9A98-97D055B3A508}"/>
              </a:ext>
            </a:extLst>
          </p:cNvPr>
          <p:cNvSpPr>
            <a:spLocks/>
          </p:cNvSpPr>
          <p:nvPr userDrawn="1"/>
        </p:nvSpPr>
        <p:spPr>
          <a:xfrm>
            <a:off x="8830330" y="1613012"/>
            <a:ext cx="1495975" cy="21318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algn="ctr" defTabSz="914400" rtl="0" eaLnBrk="1" latinLnBrk="0" hangingPunct="1"/>
            <a:r>
              <a:rPr kumimoji="0" lang="en-US" sz="10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8,700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879D47D-E4CF-AC58-FC94-702AA91FE7CB}"/>
              </a:ext>
            </a:extLst>
          </p:cNvPr>
          <p:cNvSpPr>
            <a:spLocks/>
          </p:cNvSpPr>
          <p:nvPr userDrawn="1"/>
        </p:nvSpPr>
        <p:spPr>
          <a:xfrm>
            <a:off x="9015812" y="484679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45F16E-6756-30EA-E9D9-1D4E3C01D101}"/>
              </a:ext>
            </a:extLst>
          </p:cNvPr>
          <p:cNvSpPr>
            <a:spLocks/>
          </p:cNvSpPr>
          <p:nvPr userDrawn="1"/>
        </p:nvSpPr>
        <p:spPr>
          <a:xfrm>
            <a:off x="9015812" y="5746880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86F9491-69F9-3FB0-4071-697332273E33}"/>
              </a:ext>
            </a:extLst>
          </p:cNvPr>
          <p:cNvSpPr>
            <a:spLocks/>
          </p:cNvSpPr>
          <p:nvPr userDrawn="1"/>
        </p:nvSpPr>
        <p:spPr>
          <a:xfrm>
            <a:off x="7909579" y="2652925"/>
            <a:ext cx="504840" cy="348590"/>
          </a:xfrm>
          <a:prstGeom prst="rect">
            <a:avLst/>
          </a:prstGeom>
          <a:solidFill>
            <a:srgbClr val="891515"/>
          </a:solidFill>
          <a:ln w="10795" cap="flat" cmpd="sng" algn="ctr">
            <a:noFill/>
            <a:prstDash val="solid"/>
          </a:ln>
          <a:effectLst/>
        </p:spPr>
        <p:txBody>
          <a:bodyPr lIns="24832" rIns="24832" rtlCol="0" anchor="ctr"/>
          <a:lstStyle/>
          <a:p>
            <a:pPr algn="ctr" defTabSz="630753"/>
            <a:r>
              <a:rPr lang="en-US" sz="900" b="1" kern="0">
                <a:solidFill>
                  <a:schemeClr val="bg1"/>
                </a:solidFill>
                <a:latin typeface="+mj-lt"/>
                <a:ea typeface="+mn-lt"/>
                <a:cs typeface="+mn-lt"/>
              </a:rPr>
              <a:t>Therapy Start</a:t>
            </a:r>
            <a:endParaRPr lang="en-NL" sz="900" b="1" kern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12B489F-EDF9-B781-0FE8-3BB8EAE5D66A}"/>
              </a:ext>
            </a:extLst>
          </p:cNvPr>
          <p:cNvSpPr>
            <a:spLocks/>
          </p:cNvSpPr>
          <p:nvPr userDrawn="1"/>
        </p:nvSpPr>
        <p:spPr>
          <a:xfrm>
            <a:off x="9015812" y="2202883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Generics-only (stimulants or antidepressants)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A429DEDE-BD6C-DB13-68C0-8107EFF0262D}"/>
              </a:ext>
            </a:extLst>
          </p:cNvPr>
          <p:cNvSpPr>
            <a:spLocks/>
          </p:cNvSpPr>
          <p:nvPr userDrawn="1"/>
        </p:nvSpPr>
        <p:spPr>
          <a:xfrm>
            <a:off x="9015812" y="2652925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BB54B71-1763-9830-6DF2-5B7EBE9F670E}"/>
              </a:ext>
            </a:extLst>
          </p:cNvPr>
          <p:cNvSpPr>
            <a:spLocks/>
          </p:cNvSpPr>
          <p:nvPr userDrawn="1"/>
        </p:nvSpPr>
        <p:spPr>
          <a:xfrm>
            <a:off x="9015812" y="3102968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Advanced Treatments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33C128C-78FC-BA73-7B3D-4C1A0B3D616F}"/>
              </a:ext>
            </a:extLst>
          </p:cNvPr>
          <p:cNvSpPr txBox="1">
            <a:spLocks/>
          </p:cNvSpPr>
          <p:nvPr userDrawn="1"/>
        </p:nvSpPr>
        <p:spPr>
          <a:xfrm>
            <a:off x="11423425" y="3602427"/>
            <a:ext cx="477054" cy="107722"/>
          </a:xfrm>
          <a:prstGeom prst="rect">
            <a:avLst/>
          </a:prstGeom>
          <a:solidFill>
            <a:srgbClr val="F9D3D4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Mortality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796C7AC-F3F6-7650-B0B5-3FDFA48CEA44}"/>
              </a:ext>
            </a:extLst>
          </p:cNvPr>
          <p:cNvSpPr txBox="1">
            <a:spLocks/>
          </p:cNvSpPr>
          <p:nvPr userDrawn="1"/>
        </p:nvSpPr>
        <p:spPr>
          <a:xfrm>
            <a:off x="327905" y="3918753"/>
            <a:ext cx="477054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Incidence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52841EA5-1863-A0E2-DFAF-1356D9D15735}"/>
              </a:ext>
            </a:extLst>
          </p:cNvPr>
          <p:cNvSpPr>
            <a:spLocks/>
          </p:cNvSpPr>
          <p:nvPr userDrawn="1"/>
        </p:nvSpPr>
        <p:spPr>
          <a:xfrm>
            <a:off x="6964422" y="3261088"/>
            <a:ext cx="618208" cy="167337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714CC28-4A5B-D66F-6663-D37BBD6CFB08}"/>
              </a:ext>
            </a:extLst>
          </p:cNvPr>
          <p:cNvSpPr>
            <a:spLocks/>
          </p:cNvSpPr>
          <p:nvPr userDrawn="1"/>
        </p:nvSpPr>
        <p:spPr>
          <a:xfrm>
            <a:off x="6815979" y="2273292"/>
            <a:ext cx="482556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27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D30913C-D668-EF45-FD26-ADCD323FD1FC}"/>
              </a:ext>
            </a:extLst>
          </p:cNvPr>
          <p:cNvSpPr>
            <a:spLocks/>
          </p:cNvSpPr>
          <p:nvPr userDrawn="1"/>
        </p:nvSpPr>
        <p:spPr>
          <a:xfrm>
            <a:off x="6980805" y="4234439"/>
            <a:ext cx="579836" cy="18047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10,12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C88B562-47F4-0D63-C31F-6B1DDD5846F2}"/>
              </a:ext>
            </a:extLst>
          </p:cNvPr>
          <p:cNvSpPr>
            <a:spLocks/>
          </p:cNvSpPr>
          <p:nvPr userDrawn="1"/>
        </p:nvSpPr>
        <p:spPr>
          <a:xfrm>
            <a:off x="7329015" y="5288309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5.4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BD9B93B-6E0F-F1D4-010B-6492918BF41B}"/>
              </a:ext>
            </a:extLst>
          </p:cNvPr>
          <p:cNvSpPr>
            <a:spLocks/>
          </p:cNvSpPr>
          <p:nvPr userDrawn="1"/>
        </p:nvSpPr>
        <p:spPr>
          <a:xfrm>
            <a:off x="7329015" y="2652971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0.6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mo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CFB8456-08C4-FEB8-3C40-D5CF4E77EAF6}"/>
              </a:ext>
            </a:extLst>
          </p:cNvPr>
          <p:cNvSpPr>
            <a:spLocks/>
          </p:cNvSpPr>
          <p:nvPr userDrawn="1"/>
        </p:nvSpPr>
        <p:spPr>
          <a:xfrm>
            <a:off x="5717760" y="3723743"/>
            <a:ext cx="513176" cy="23153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E1242A"/>
                </a:solidFill>
              </a:rPr>
              <a:t>1,252</a:t>
            </a:r>
            <a:endParaRPr lang="en-NL" sz="1000" b="1">
              <a:solidFill>
                <a:srgbClr val="E1242A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9D346F6-4A20-5B6E-349A-0D264565AD8A}"/>
              </a:ext>
            </a:extLst>
          </p:cNvPr>
          <p:cNvSpPr txBox="1">
            <a:spLocks/>
          </p:cNvSpPr>
          <p:nvPr userDrawn="1"/>
        </p:nvSpPr>
        <p:spPr>
          <a:xfrm>
            <a:off x="5650165" y="3604902"/>
            <a:ext cx="656590" cy="107722"/>
          </a:xfrm>
          <a:prstGeom prst="rect">
            <a:avLst/>
          </a:prstGeom>
          <a:solidFill>
            <a:srgbClr val="F5F5F5"/>
          </a:solidFill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NT1 Diagnosis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58F2374A-A5C6-2A68-944D-5EA5269E05FE}"/>
              </a:ext>
            </a:extLst>
          </p:cNvPr>
          <p:cNvGrpSpPr/>
          <p:nvPr userDrawn="1"/>
        </p:nvGrpSpPr>
        <p:grpSpPr>
          <a:xfrm>
            <a:off x="7872174" y="3536950"/>
            <a:ext cx="3314198" cy="1083712"/>
            <a:chOff x="8644186" y="3507952"/>
            <a:chExt cx="3314198" cy="1083712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AC5618B7-670C-5128-5EAF-A92BB494F1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44186" y="3831306"/>
              <a:ext cx="3314198" cy="460872"/>
              <a:chOff x="8644186" y="3813025"/>
              <a:chExt cx="3314198" cy="46087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522A8EA0-6741-C30E-93C7-E46E46E618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44186" y="3813025"/>
                <a:ext cx="3314198" cy="46087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274320" tIns="18288" rIns="274320" rtlCol="0" anchor="t"/>
              <a:lstStyle/>
              <a:p>
                <a:pPr algn="ctr"/>
                <a:r>
                  <a:rPr lang="en-US" sz="800" b="1">
                    <a:solidFill>
                      <a:srgbClr val="000000"/>
                    </a:solidFill>
                    <a:latin typeface="+mj-lt"/>
                  </a:rPr>
                  <a:t>Discontinued and Never Re-treated</a:t>
                </a:r>
                <a:r>
                  <a:rPr lang="en-US" sz="800" b="1" baseline="30000">
                    <a:solidFill>
                      <a:srgbClr val="000000"/>
                    </a:solidFill>
                    <a:latin typeface="+mj-lt"/>
                  </a:rPr>
                  <a:t>11</a:t>
                </a:r>
                <a:endParaRPr lang="en-US" sz="800" b="1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179F85D3-B085-381B-2FD5-3881730267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88763" y="3984461"/>
                <a:ext cx="1425045" cy="213186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6,000</a:t>
                </a:r>
                <a:endParaRPr lang="en-US" sz="800" b="1"/>
              </a:p>
            </p:txBody>
          </p:sp>
        </p:grpSp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B99C5732-9D67-DE9D-BE0B-9EAA77EA8035}"/>
                </a:ext>
              </a:extLst>
            </p:cNvPr>
            <p:cNvCxnSpPr>
              <a:cxnSpLocks/>
              <a:stCxn id="165" idx="2"/>
              <a:endCxn id="368" idx="0"/>
            </p:cNvCxnSpPr>
            <p:nvPr/>
          </p:nvCxnSpPr>
          <p:spPr>
            <a:xfrm>
              <a:off x="10298635" y="3507952"/>
              <a:ext cx="0" cy="3233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D30C0D9-83F4-7AED-3986-5C632E9299F1}"/>
                </a:ext>
              </a:extLst>
            </p:cNvPr>
            <p:cNvCxnSpPr>
              <a:cxnSpLocks/>
              <a:stCxn id="368" idx="2"/>
            </p:cNvCxnSpPr>
            <p:nvPr/>
          </p:nvCxnSpPr>
          <p:spPr>
            <a:xfrm>
              <a:off x="10301285" y="4292178"/>
              <a:ext cx="0" cy="2994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triangle"/>
              <a:tailEnd type="none"/>
            </a:ln>
            <a:effectLst/>
          </p:spPr>
        </p:cxnSp>
      </p:grpSp>
      <p:cxnSp>
        <p:nvCxnSpPr>
          <p:cNvPr id="370" name="Connector: Curved 369">
            <a:extLst>
              <a:ext uri="{FF2B5EF4-FFF2-40B4-BE49-F238E27FC236}">
                <a16:creationId xmlns:a16="http://schemas.microsoft.com/office/drawing/2014/main" id="{5B0E19F5-E8D6-11C2-87CA-3C2F1EA7BF6E}"/>
              </a:ext>
            </a:extLst>
          </p:cNvPr>
          <p:cNvCxnSpPr>
            <a:cxnSpLocks/>
            <a:stCxn id="352" idx="3"/>
            <a:endCxn id="354" idx="3"/>
          </p:cNvCxnSpPr>
          <p:nvPr userDrawn="1"/>
        </p:nvCxnSpPr>
        <p:spPr>
          <a:xfrm>
            <a:off x="10684600" y="2377178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Curved 370">
            <a:extLst>
              <a:ext uri="{FF2B5EF4-FFF2-40B4-BE49-F238E27FC236}">
                <a16:creationId xmlns:a16="http://schemas.microsoft.com/office/drawing/2014/main" id="{AC39D567-D50F-9547-5195-09641303CE3F}"/>
              </a:ext>
            </a:extLst>
          </p:cNvPr>
          <p:cNvCxnSpPr>
            <a:cxnSpLocks/>
            <a:stCxn id="352" idx="1"/>
            <a:endCxn id="354" idx="1"/>
          </p:cNvCxnSpPr>
          <p:nvPr userDrawn="1"/>
        </p:nvCxnSpPr>
        <p:spPr>
          <a:xfrm rot="10800000" flipV="1">
            <a:off x="9015812" y="2377177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Oval 371">
            <a:extLst>
              <a:ext uri="{FF2B5EF4-FFF2-40B4-BE49-F238E27FC236}">
                <a16:creationId xmlns:a16="http://schemas.microsoft.com/office/drawing/2014/main" id="{667AA8CF-FDF1-C7B7-D24C-1C26B7B66CA6}"/>
              </a:ext>
            </a:extLst>
          </p:cNvPr>
          <p:cNvSpPr>
            <a:spLocks/>
          </p:cNvSpPr>
          <p:nvPr userDrawn="1"/>
        </p:nvSpPr>
        <p:spPr>
          <a:xfrm>
            <a:off x="8440344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3" name="Connector: Curved 372">
            <a:extLst>
              <a:ext uri="{FF2B5EF4-FFF2-40B4-BE49-F238E27FC236}">
                <a16:creationId xmlns:a16="http://schemas.microsoft.com/office/drawing/2014/main" id="{32158960-613A-5E7E-6D48-496BE6DF41DD}"/>
              </a:ext>
            </a:extLst>
          </p:cNvPr>
          <p:cNvCxnSpPr>
            <a:cxnSpLocks/>
            <a:stCxn id="352" idx="1"/>
            <a:endCxn id="353" idx="1"/>
          </p:cNvCxnSpPr>
          <p:nvPr userDrawn="1"/>
        </p:nvCxnSpPr>
        <p:spPr>
          <a:xfrm rot="10800000" flipV="1">
            <a:off x="9015812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373">
            <a:extLst>
              <a:ext uri="{FF2B5EF4-FFF2-40B4-BE49-F238E27FC236}">
                <a16:creationId xmlns:a16="http://schemas.microsoft.com/office/drawing/2014/main" id="{5D73F342-3704-76AD-9191-157C74A696CF}"/>
              </a:ext>
            </a:extLst>
          </p:cNvPr>
          <p:cNvSpPr>
            <a:spLocks/>
          </p:cNvSpPr>
          <p:nvPr userDrawn="1"/>
        </p:nvSpPr>
        <p:spPr>
          <a:xfrm>
            <a:off x="8661386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5" name="Connector: Curved 374">
            <a:extLst>
              <a:ext uri="{FF2B5EF4-FFF2-40B4-BE49-F238E27FC236}">
                <a16:creationId xmlns:a16="http://schemas.microsoft.com/office/drawing/2014/main" id="{1876FCD9-A5E1-D33F-484C-452E5E932B60}"/>
              </a:ext>
            </a:extLst>
          </p:cNvPr>
          <p:cNvCxnSpPr>
            <a:cxnSpLocks/>
            <a:stCxn id="353" idx="1"/>
            <a:endCxn id="354" idx="1"/>
          </p:cNvCxnSpPr>
          <p:nvPr userDrawn="1"/>
        </p:nvCxnSpPr>
        <p:spPr>
          <a:xfrm rot="10800000" flipV="1">
            <a:off x="9015812" y="2827219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5C226A3E-8C5A-C2F6-4A9F-AECEE1C3EF28}"/>
              </a:ext>
            </a:extLst>
          </p:cNvPr>
          <p:cNvSpPr>
            <a:spLocks/>
          </p:cNvSpPr>
          <p:nvPr userDrawn="1"/>
        </p:nvSpPr>
        <p:spPr>
          <a:xfrm>
            <a:off x="8661386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77" name="Connector: Curved 376">
            <a:extLst>
              <a:ext uri="{FF2B5EF4-FFF2-40B4-BE49-F238E27FC236}">
                <a16:creationId xmlns:a16="http://schemas.microsoft.com/office/drawing/2014/main" id="{38DE6601-E21B-57BC-63FE-C8AEC7D4E3CC}"/>
              </a:ext>
            </a:extLst>
          </p:cNvPr>
          <p:cNvCxnSpPr>
            <a:cxnSpLocks/>
            <a:stCxn id="352" idx="3"/>
            <a:endCxn id="353" idx="3"/>
          </p:cNvCxnSpPr>
          <p:nvPr userDrawn="1"/>
        </p:nvCxnSpPr>
        <p:spPr>
          <a:xfrm>
            <a:off x="10684600" y="2377178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: Curved 377">
            <a:extLst>
              <a:ext uri="{FF2B5EF4-FFF2-40B4-BE49-F238E27FC236}">
                <a16:creationId xmlns:a16="http://schemas.microsoft.com/office/drawing/2014/main" id="{E55BFE22-51DC-5E94-9934-AFB4671EC338}"/>
              </a:ext>
            </a:extLst>
          </p:cNvPr>
          <p:cNvCxnSpPr>
            <a:cxnSpLocks/>
            <a:stCxn id="353" idx="3"/>
            <a:endCxn id="354" idx="3"/>
          </p:cNvCxnSpPr>
          <p:nvPr userDrawn="1"/>
        </p:nvCxnSpPr>
        <p:spPr>
          <a:xfrm>
            <a:off x="10684600" y="2827220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805013E-9B95-4856-DCC6-128206BADEBF}"/>
              </a:ext>
            </a:extLst>
          </p:cNvPr>
          <p:cNvSpPr>
            <a:spLocks/>
          </p:cNvSpPr>
          <p:nvPr userDrawn="1"/>
        </p:nvSpPr>
        <p:spPr>
          <a:xfrm>
            <a:off x="9015812" y="5283319"/>
            <a:ext cx="1668788" cy="3485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wrap="square" lIns="91440" rIns="4572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Generic modafinils +/- other generics</a:t>
            </a:r>
            <a:r>
              <a:rPr kumimoji="0" lang="en-US" sz="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13</a:t>
            </a:r>
            <a:endParaRPr kumimoji="0" lang="en-NL" sz="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0" name="Connector: Curved 379">
            <a:extLst>
              <a:ext uri="{FF2B5EF4-FFF2-40B4-BE49-F238E27FC236}">
                <a16:creationId xmlns:a16="http://schemas.microsoft.com/office/drawing/2014/main" id="{746D30F6-94E1-C320-466E-FB64F8AD3341}"/>
              </a:ext>
            </a:extLst>
          </p:cNvPr>
          <p:cNvCxnSpPr>
            <a:cxnSpLocks/>
          </p:cNvCxnSpPr>
          <p:nvPr userDrawn="1"/>
        </p:nvCxnSpPr>
        <p:spPr>
          <a:xfrm>
            <a:off x="10684600" y="5007572"/>
            <a:ext cx="12700" cy="900085"/>
          </a:xfrm>
          <a:prstGeom prst="curvedConnector3">
            <a:avLst>
              <a:gd name="adj1" fmla="val 2845157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Curved 380">
            <a:extLst>
              <a:ext uri="{FF2B5EF4-FFF2-40B4-BE49-F238E27FC236}">
                <a16:creationId xmlns:a16="http://schemas.microsoft.com/office/drawing/2014/main" id="{4DEA4A20-A6DB-DAAA-56D7-36F4683C1E35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9015812" y="5007571"/>
            <a:ext cx="12700" cy="900085"/>
          </a:xfrm>
          <a:prstGeom prst="curvedConnector3">
            <a:avLst>
              <a:gd name="adj1" fmla="val 3229031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Oval 381">
            <a:extLst>
              <a:ext uri="{FF2B5EF4-FFF2-40B4-BE49-F238E27FC236}">
                <a16:creationId xmlns:a16="http://schemas.microsoft.com/office/drawing/2014/main" id="{079CCEF5-5B81-317E-F21C-157EABC08914}"/>
              </a:ext>
            </a:extLst>
          </p:cNvPr>
          <p:cNvSpPr>
            <a:spLocks/>
          </p:cNvSpPr>
          <p:nvPr userDrawn="1"/>
        </p:nvSpPr>
        <p:spPr>
          <a:xfrm>
            <a:off x="8440344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3" name="Connector: Curved 382">
            <a:extLst>
              <a:ext uri="{FF2B5EF4-FFF2-40B4-BE49-F238E27FC236}">
                <a16:creationId xmlns:a16="http://schemas.microsoft.com/office/drawing/2014/main" id="{519F64E0-D56B-C91B-51D8-5A7E977A8BDF}"/>
              </a:ext>
            </a:extLst>
          </p:cNvPr>
          <p:cNvCxnSpPr>
            <a:cxnSpLocks/>
            <a:endCxn id="379" idx="1"/>
          </p:cNvCxnSpPr>
          <p:nvPr userDrawn="1"/>
        </p:nvCxnSpPr>
        <p:spPr>
          <a:xfrm rot="10800000" flipV="1">
            <a:off x="9015812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>
            <a:extLst>
              <a:ext uri="{FF2B5EF4-FFF2-40B4-BE49-F238E27FC236}">
                <a16:creationId xmlns:a16="http://schemas.microsoft.com/office/drawing/2014/main" id="{BD27ABC3-1DA6-A26F-06BE-3C57B88995DE}"/>
              </a:ext>
            </a:extLst>
          </p:cNvPr>
          <p:cNvSpPr>
            <a:spLocks/>
          </p:cNvSpPr>
          <p:nvPr userDrawn="1"/>
        </p:nvSpPr>
        <p:spPr>
          <a:xfrm>
            <a:off x="8661386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5" name="Connector: Curved 384">
            <a:extLst>
              <a:ext uri="{FF2B5EF4-FFF2-40B4-BE49-F238E27FC236}">
                <a16:creationId xmlns:a16="http://schemas.microsoft.com/office/drawing/2014/main" id="{26D16A79-573C-B8D7-1013-B56E7A8BAA1D}"/>
              </a:ext>
            </a:extLst>
          </p:cNvPr>
          <p:cNvCxnSpPr>
            <a:cxnSpLocks/>
            <a:stCxn id="379" idx="1"/>
          </p:cNvCxnSpPr>
          <p:nvPr userDrawn="1"/>
        </p:nvCxnSpPr>
        <p:spPr>
          <a:xfrm rot="10800000" flipV="1">
            <a:off x="9015812" y="5457613"/>
            <a:ext cx="12700" cy="450043"/>
          </a:xfrm>
          <a:prstGeom prst="curvedConnector3">
            <a:avLst>
              <a:gd name="adj1" fmla="val 1800000"/>
            </a:avLst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Oval 385">
            <a:extLst>
              <a:ext uri="{FF2B5EF4-FFF2-40B4-BE49-F238E27FC236}">
                <a16:creationId xmlns:a16="http://schemas.microsoft.com/office/drawing/2014/main" id="{FCC637DA-D161-3A1D-7DE5-7F5787943B97}"/>
              </a:ext>
            </a:extLst>
          </p:cNvPr>
          <p:cNvSpPr>
            <a:spLocks/>
          </p:cNvSpPr>
          <p:nvPr userDrawn="1"/>
        </p:nvSpPr>
        <p:spPr>
          <a:xfrm>
            <a:off x="8661386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87" name="Connector: Curved 386">
            <a:extLst>
              <a:ext uri="{FF2B5EF4-FFF2-40B4-BE49-F238E27FC236}">
                <a16:creationId xmlns:a16="http://schemas.microsoft.com/office/drawing/2014/main" id="{512B193B-39DC-427F-A159-2B880E366CC2}"/>
              </a:ext>
            </a:extLst>
          </p:cNvPr>
          <p:cNvCxnSpPr>
            <a:cxnSpLocks/>
            <a:endCxn id="379" idx="3"/>
          </p:cNvCxnSpPr>
          <p:nvPr userDrawn="1"/>
        </p:nvCxnSpPr>
        <p:spPr>
          <a:xfrm>
            <a:off x="10684600" y="5007572"/>
            <a:ext cx="12700" cy="450042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Curved 387">
            <a:extLst>
              <a:ext uri="{FF2B5EF4-FFF2-40B4-BE49-F238E27FC236}">
                <a16:creationId xmlns:a16="http://schemas.microsoft.com/office/drawing/2014/main" id="{EA77DCD6-FF99-E989-EDBB-8AA726D5B1D4}"/>
              </a:ext>
            </a:extLst>
          </p:cNvPr>
          <p:cNvCxnSpPr>
            <a:cxnSpLocks/>
            <a:stCxn id="379" idx="3"/>
          </p:cNvCxnSpPr>
          <p:nvPr userDrawn="1"/>
        </p:nvCxnSpPr>
        <p:spPr>
          <a:xfrm>
            <a:off x="10684600" y="5457614"/>
            <a:ext cx="12700" cy="450043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3A56F218-8D65-55FF-2DA3-9B7F8DF94CE8}"/>
              </a:ext>
            </a:extLst>
          </p:cNvPr>
          <p:cNvSpPr>
            <a:spLocks/>
          </p:cNvSpPr>
          <p:nvPr userDrawn="1"/>
        </p:nvSpPr>
        <p:spPr>
          <a:xfrm>
            <a:off x="973431" y="4356586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8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8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247CAFA5-7B9F-D340-DAED-6F0510119E60}"/>
              </a:ext>
            </a:extLst>
          </p:cNvPr>
          <p:cNvSpPr>
            <a:spLocks/>
          </p:cNvSpPr>
          <p:nvPr userDrawn="1"/>
        </p:nvSpPr>
        <p:spPr>
          <a:xfrm>
            <a:off x="992532" y="3097792"/>
            <a:ext cx="490333" cy="21318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700">
                <a:solidFill>
                  <a:srgbClr val="000000"/>
                </a:solidFill>
                <a:latin typeface="+mj-lt"/>
              </a:rPr>
              <a:t>yrs</a:t>
            </a:r>
            <a:r>
              <a:rPr lang="en-US" sz="700" baseline="30000">
                <a:solidFill>
                  <a:srgbClr val="000000"/>
                </a:solidFill>
                <a:latin typeface="+mj-lt"/>
              </a:rPr>
              <a:t>7</a:t>
            </a:r>
            <a:endParaRPr kumimoji="0" lang="en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F3B81D-7498-676B-36A3-F821C1B66369}"/>
              </a:ext>
            </a:extLst>
          </p:cNvPr>
          <p:cNvSpPr txBox="1">
            <a:spLocks/>
          </p:cNvSpPr>
          <p:nvPr userDrawn="1"/>
        </p:nvSpPr>
        <p:spPr>
          <a:xfrm>
            <a:off x="691893" y="3914999"/>
            <a:ext cx="514689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16-22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4A462256-3E6E-19CB-FA62-251A385648FF}"/>
              </a:ext>
            </a:extLst>
          </p:cNvPr>
          <p:cNvSpPr txBox="1">
            <a:spLocks/>
          </p:cNvSpPr>
          <p:nvPr userDrawn="1"/>
        </p:nvSpPr>
        <p:spPr>
          <a:xfrm>
            <a:off x="6008466" y="3955273"/>
            <a:ext cx="473330" cy="215444"/>
          </a:xfrm>
          <a:prstGeom prst="rect">
            <a:avLst/>
          </a:prstGeom>
          <a:noFill/>
          <a:effectLst/>
        </p:spPr>
        <p:txBody>
          <a:bodyPr wrap="squar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~31 years old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6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804AD919-7F1D-9FC0-28B3-E91DDEE70A9B}"/>
              </a:ext>
            </a:extLst>
          </p:cNvPr>
          <p:cNvSpPr txBox="1">
            <a:spLocks/>
          </p:cNvSpPr>
          <p:nvPr userDrawn="1"/>
        </p:nvSpPr>
        <p:spPr>
          <a:xfrm>
            <a:off x="11635548" y="3990508"/>
            <a:ext cx="364843" cy="107722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ct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HR 1.2</a:t>
            </a:r>
            <a:r>
              <a:rPr kumimoji="0" lang="en-US" sz="7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</a:t>
            </a:r>
            <a:endParaRPr kumimoji="0" lang="en-NL" sz="7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0C1096E-675F-C9A3-7BA8-A11FEC3159C8}"/>
              </a:ext>
            </a:extLst>
          </p:cNvPr>
          <p:cNvSpPr>
            <a:spLocks/>
          </p:cNvSpPr>
          <p:nvPr userDrawn="1"/>
        </p:nvSpPr>
        <p:spPr>
          <a:xfrm>
            <a:off x="9272000" y="3579179"/>
            <a:ext cx="513175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0.2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E1EE501A-A858-B76A-BBE2-DC5FAD1D0781}"/>
              </a:ext>
            </a:extLst>
          </p:cNvPr>
          <p:cNvSpPr>
            <a:spLocks/>
          </p:cNvSpPr>
          <p:nvPr userDrawn="1"/>
        </p:nvSpPr>
        <p:spPr>
          <a:xfrm>
            <a:off x="9283430" y="4421456"/>
            <a:ext cx="504568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0.3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11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1E86D30-8291-AD4A-9181-A2DFC43F5608}"/>
              </a:ext>
            </a:extLst>
          </p:cNvPr>
          <p:cNvCxnSpPr>
            <a:cxnSpLocks/>
            <a:endCxn id="159" idx="6"/>
          </p:cNvCxnSpPr>
          <p:nvPr userDrawn="1"/>
        </p:nvCxnSpPr>
        <p:spPr>
          <a:xfrm rot="10800000">
            <a:off x="5660228" y="4115704"/>
            <a:ext cx="314125" cy="13228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23C52F59-F21A-849C-45AC-B77DEB9BB842}"/>
              </a:ext>
            </a:extLst>
          </p:cNvPr>
          <p:cNvCxnSpPr>
            <a:cxnSpLocks/>
            <a:endCxn id="159" idx="0"/>
          </p:cNvCxnSpPr>
          <p:nvPr userDrawn="1"/>
        </p:nvCxnSpPr>
        <p:spPr>
          <a:xfrm rot="5400000">
            <a:off x="5285383" y="3343270"/>
            <a:ext cx="860412" cy="517523"/>
          </a:xfrm>
          <a:prstGeom prst="bentConnector3">
            <a:avLst>
              <a:gd name="adj1" fmla="val 737"/>
            </a:avLst>
          </a:prstGeom>
          <a:noFill/>
          <a:ln w="12700" cap="flat" cmpd="sng" algn="ctr">
            <a:solidFill>
              <a:schemeClr val="tx1"/>
            </a:solidFill>
            <a:prstDash val="solid"/>
            <a:tailEnd type="none"/>
          </a:ln>
          <a:effectLst/>
        </p:spPr>
      </p:cxn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56922C-42F0-8B77-83FB-95DF7B23013C}"/>
              </a:ext>
            </a:extLst>
          </p:cNvPr>
          <p:cNvSpPr/>
          <p:nvPr userDrawn="1"/>
        </p:nvSpPr>
        <p:spPr>
          <a:xfrm>
            <a:off x="10326306" y="2202402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9,100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B55EA26-AEFA-B5E6-EDFC-17277E58E16F}"/>
              </a:ext>
            </a:extLst>
          </p:cNvPr>
          <p:cNvSpPr/>
          <p:nvPr userDrawn="1"/>
        </p:nvSpPr>
        <p:spPr>
          <a:xfrm>
            <a:off x="10326306" y="2652925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5,100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749F5B8-764A-DD42-A789-D0EB50DE2C4C}"/>
              </a:ext>
            </a:extLst>
          </p:cNvPr>
          <p:cNvSpPr/>
          <p:nvPr userDrawn="1"/>
        </p:nvSpPr>
        <p:spPr>
          <a:xfrm>
            <a:off x="10326306" y="310296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11,300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3A2C16D-CEDB-3775-0FD9-42F666569522}"/>
              </a:ext>
            </a:extLst>
          </p:cNvPr>
          <p:cNvSpPr/>
          <p:nvPr userDrawn="1"/>
        </p:nvSpPr>
        <p:spPr>
          <a:xfrm>
            <a:off x="10326306" y="4847458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7,100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D85EA40-BFC5-1870-6868-32A3ED6A0FB0}"/>
              </a:ext>
            </a:extLst>
          </p:cNvPr>
          <p:cNvSpPr/>
          <p:nvPr userDrawn="1"/>
        </p:nvSpPr>
        <p:spPr>
          <a:xfrm>
            <a:off x="10326306" y="5283936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4,000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3D1D861-5674-6AD4-39B8-E703D1C0771C}"/>
              </a:ext>
            </a:extLst>
          </p:cNvPr>
          <p:cNvSpPr/>
          <p:nvPr userDrawn="1"/>
        </p:nvSpPr>
        <p:spPr>
          <a:xfrm>
            <a:off x="10326306" y="5746880"/>
            <a:ext cx="358294" cy="3485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900"/>
              <a:t>8,800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3A26617-2358-DF15-0185-B8C0702D3230}"/>
              </a:ext>
            </a:extLst>
          </p:cNvPr>
          <p:cNvSpPr>
            <a:spLocks/>
          </p:cNvSpPr>
          <p:nvPr userDrawn="1"/>
        </p:nvSpPr>
        <p:spPr>
          <a:xfrm>
            <a:off x="10825279" y="2761734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FB73158B-6F4B-DAF0-B99E-C7963274AD4B}"/>
              </a:ext>
            </a:extLst>
          </p:cNvPr>
          <p:cNvSpPr>
            <a:spLocks/>
          </p:cNvSpPr>
          <p:nvPr userDrawn="1"/>
        </p:nvSpPr>
        <p:spPr>
          <a:xfrm>
            <a:off x="10644639" y="2526451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4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B2C15CB-398D-B87D-9831-43817FCCCC75}"/>
              </a:ext>
            </a:extLst>
          </p:cNvPr>
          <p:cNvSpPr>
            <a:spLocks/>
          </p:cNvSpPr>
          <p:nvPr userDrawn="1"/>
        </p:nvSpPr>
        <p:spPr>
          <a:xfrm>
            <a:off x="10644639" y="296877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42E24B02-BA82-CAE4-F42C-10D41CB4A5AC}"/>
              </a:ext>
            </a:extLst>
          </p:cNvPr>
          <p:cNvSpPr>
            <a:spLocks/>
          </p:cNvSpPr>
          <p:nvPr userDrawn="1"/>
        </p:nvSpPr>
        <p:spPr>
          <a:xfrm>
            <a:off x="10825279" y="5392128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9DD807A5-5ACD-1525-157E-A2156DE71F32}"/>
              </a:ext>
            </a:extLst>
          </p:cNvPr>
          <p:cNvSpPr>
            <a:spLocks/>
          </p:cNvSpPr>
          <p:nvPr userDrawn="1"/>
        </p:nvSpPr>
        <p:spPr>
          <a:xfrm>
            <a:off x="10644639" y="5156845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34A566C9-BA8F-6965-317E-DF516F86514B}"/>
              </a:ext>
            </a:extLst>
          </p:cNvPr>
          <p:cNvSpPr>
            <a:spLocks/>
          </p:cNvSpPr>
          <p:nvPr userDrawn="1"/>
        </p:nvSpPr>
        <p:spPr>
          <a:xfrm>
            <a:off x="10644639" y="5599169"/>
            <a:ext cx="406800" cy="16693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/>
          <a:lstStyle/>
          <a:p>
            <a:pPr algn="ctr"/>
            <a:r>
              <a:rPr lang="en-US" sz="1000" b="1">
                <a:solidFill>
                  <a:schemeClr val="accent1"/>
                </a:solidFill>
                <a:latin typeface="+mj-lt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900">
                <a:solidFill>
                  <a:srgbClr val="000000"/>
                </a:solidFill>
                <a:latin typeface="+mj-lt"/>
              </a:rPr>
              <a:t>%</a:t>
            </a:r>
            <a:r>
              <a:rPr lang="en-US" sz="900" baseline="30000">
                <a:solidFill>
                  <a:srgbClr val="000000"/>
                </a:solidFill>
                <a:latin typeface="+mj-lt"/>
              </a:rPr>
              <a:t>10</a:t>
            </a:r>
            <a:endParaRPr kumimoji="0" lang="en-NL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F1CB07D-DCC2-0DAA-D4BA-CA46F961B376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OSA </a:t>
            </a:r>
            <a:r>
              <a:rPr lang="en-US" sz="800" b="0">
                <a:solidFill>
                  <a:srgbClr val="000000"/>
                </a:solidFill>
              </a:rPr>
              <a:t>– Obstructive Sleep Apnea, </a:t>
            </a:r>
            <a:r>
              <a:rPr lang="en-US" sz="800" b="1">
                <a:solidFill>
                  <a:srgbClr val="000000"/>
                </a:solidFill>
              </a:rPr>
              <a:t>HCP</a:t>
            </a:r>
            <a:r>
              <a:rPr lang="en-US" sz="800" b="0">
                <a:solidFill>
                  <a:srgbClr val="000000"/>
                </a:solidFill>
              </a:rPr>
              <a:t> – Healthcare Provider, </a:t>
            </a:r>
            <a:r>
              <a:rPr lang="en-US" sz="800" b="1">
                <a:solidFill>
                  <a:srgbClr val="000000"/>
                </a:solidFill>
              </a:rPr>
              <a:t>HR</a:t>
            </a:r>
            <a:r>
              <a:rPr lang="en-US" sz="800" b="0">
                <a:solidFill>
                  <a:srgbClr val="000000"/>
                </a:solidFill>
              </a:rPr>
              <a:t> – Hazard Ratio, 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NT2</a:t>
            </a:r>
            <a:r>
              <a:rPr lang="en-US" sz="800">
                <a:solidFill>
                  <a:srgbClr val="000000"/>
                </a:solidFill>
              </a:rPr>
              <a:t> – Narcolepsy Type II.</a:t>
            </a:r>
          </a:p>
        </p:txBody>
      </p:sp>
    </p:spTree>
    <p:extLst>
      <p:ext uri="{BB962C8B-B14F-4D97-AF65-F5344CB8AC3E}">
        <p14:creationId xmlns:p14="http://schemas.microsoft.com/office/powerpoint/2010/main" val="1066768747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 Su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CDC64A6D-7AE6-0397-C17C-396B73867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773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64A6D-7AE6-0397-C17C-396B73867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022A18-5462-AC3C-DD98-CFB0722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BF0A6-4265-3814-81CC-BE940016A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C380-35AB-AF08-4BA9-83BED54E4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2955B9-92D4-FE08-08DD-42B88C17FC8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pic>
        <p:nvPicPr>
          <p:cNvPr id="135" name="Picture 134" descr="Takeda">
            <a:extLst>
              <a:ext uri="{FF2B5EF4-FFF2-40B4-BE49-F238E27FC236}">
                <a16:creationId xmlns:a16="http://schemas.microsoft.com/office/drawing/2014/main" id="{D49897E7-CF0B-C737-F656-B7B89D875F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4E761CF8-36B6-B6D7-1350-ED1B216C3F8F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STOCKS HAVE BEEN ROUNDED TO NEAREST 100 OR 1,000 TO ALIGN WITH WATERFALL OVERVIEW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E811C4-98A4-F078-9F2F-FD480A1B56B4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6C72DF9-DB58-FA8B-85B8-9C131F1C2CB6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D93D56-C15E-D652-89AA-4CCF4B98D980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298DF8E-9E1E-2707-306B-04BC33C0A6EF}"/>
              </a:ext>
            </a:extLst>
          </p:cNvPr>
          <p:cNvCxnSpPr>
            <a:cxnSpLocks/>
            <a:stCxn id="171" idx="2"/>
            <a:endCxn id="174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0E2B547-2453-33FD-1BF4-86114A81B5FE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  <a:r>
              <a:rPr lang="en-US" sz="1100" i="1" baseline="30000" noProof="0"/>
              <a:t>3</a:t>
            </a:r>
            <a:endParaRPr lang="en-US" sz="1100" i="1" noProof="0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4AD4D8F-BED2-75E7-894E-EFE6C06BFF35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E73F590-A579-D75E-1AA9-0D3B6A8E8FD8}"/>
              </a:ext>
            </a:extLst>
          </p:cNvPr>
          <p:cNvSpPr txBox="1"/>
          <p:nvPr userDrawn="1"/>
        </p:nvSpPr>
        <p:spPr>
          <a:xfrm rot="16200000">
            <a:off x="-281173" y="2191212"/>
            <a:ext cx="1587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(60,000)</a:t>
            </a:r>
            <a:r>
              <a:rPr kumimoji="1" lang="en-US" sz="1050" baseline="30000" noProof="0"/>
              <a:t>1,2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43395AB-EA28-5976-8241-AFE82A819B11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(60,000)</a:t>
            </a:r>
            <a:r>
              <a:rPr kumimoji="1" lang="en-US" sz="1050" baseline="30000" noProof="0"/>
              <a:t>1,2</a:t>
            </a:r>
            <a:endParaRPr kumimoji="1" lang="en-US" sz="1050" noProof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AB0265-3BB4-ECA3-A8B5-0A5115325B80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FAACDF8-F033-6F4B-502B-57F11DD3BBED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0EA26E9-B29C-EBC2-2DD3-1C5B308F7045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</a:t>
            </a:r>
            <a:r>
              <a:rPr kumimoji="1" lang="en-US" sz="1050" baseline="30000" noProof="0"/>
              <a:t>7</a:t>
            </a:r>
            <a:r>
              <a:rPr kumimoji="1" lang="en-US" sz="1050" noProof="0"/>
              <a:t> (14,000)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3BC065D-434A-F4EE-03C1-3FE0EBF3EB7A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16F1559-ED3F-8E5F-0C9D-DE833E2E4F11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</a:t>
            </a:r>
            <a:r>
              <a:rPr kumimoji="1" lang="en-US" sz="1050" baseline="30000" noProof="0"/>
              <a:t>6</a:t>
            </a:r>
            <a:r>
              <a:rPr kumimoji="1" lang="en-US" sz="1050" noProof="0"/>
              <a:t> (42,000)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A85089-A8A6-DE40-985E-784000345F19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1037C31-1136-4A40-4D40-71B213585E2E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88DC9CE-39A4-7C1A-890A-87183F269ADE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89AD02E-EB25-7F89-93AE-499151854970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9E929F-0758-FAA7-7A1A-8BBFAEB4B0EE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C8403B9-525F-9475-273F-4F4672466A0A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Not yet seeking Dx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at sleep specialist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F648D92-4692-55F0-C467-83F9CE81C635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42,000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6C4F5C-35AD-C158-FBC7-DC6DCD61DBD5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30370D2-7E98-7C4A-079D-A7CCB1DDBA52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7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FC15AF-6920-4FA8-8AFD-29D0730AFA82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14,000</a:t>
              </a:r>
            </a:p>
          </p:txBody>
        </p:sp>
      </p:grpSp>
      <p:sp>
        <p:nvSpPr>
          <p:cNvPr id="176" name="Oval 175">
            <a:extLst>
              <a:ext uri="{FF2B5EF4-FFF2-40B4-BE49-F238E27FC236}">
                <a16:creationId xmlns:a16="http://schemas.microsoft.com/office/drawing/2014/main" id="{737A4D51-AA44-BD64-1E15-EEBCCEA5C7CC}"/>
              </a:ext>
            </a:extLst>
          </p:cNvPr>
          <p:cNvSpPr/>
          <p:nvPr userDrawn="1"/>
        </p:nvSpPr>
        <p:spPr>
          <a:xfrm>
            <a:off x="5800269" y="1739135"/>
            <a:ext cx="576868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1,077</a:t>
            </a:r>
            <a:r>
              <a:rPr kumimoji="1" lang="en-US" sz="1000" baseline="30000" noProof="0"/>
              <a:t>4-7</a:t>
            </a:r>
            <a:endParaRPr kumimoji="1" lang="en-US" sz="1000" noProof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43C82D-714F-89E1-07E0-5C9D6685D59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  <a:r>
              <a:rPr lang="en-US" sz="1200" kern="0" baseline="3000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8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78" name="Straight Arrow Connector 84">
            <a:extLst>
              <a:ext uri="{FF2B5EF4-FFF2-40B4-BE49-F238E27FC236}">
                <a16:creationId xmlns:a16="http://schemas.microsoft.com/office/drawing/2014/main" id="{4FC13EEE-9D8B-13E6-1AEC-B6A58E975E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9C94E4-8125-22A4-CBA0-774C7D4D2619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B6A9EF-53BB-DCAF-7E66-3A6D1ED0CA75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590C132-3294-1352-D972-E39F8B69F60C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6,000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B0AE587-292D-527C-66EA-30FF2A5B38D2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B7A8F70-0664-FE3B-97BE-1F0DF7F821D2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0B5F3F-6A7A-D7A0-9350-7AFFA1DCCA7E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cxnSp>
        <p:nvCxnSpPr>
          <p:cNvPr id="185" name="Straight Arrow Connector 84">
            <a:extLst>
              <a:ext uri="{FF2B5EF4-FFF2-40B4-BE49-F238E27FC236}">
                <a16:creationId xmlns:a16="http://schemas.microsoft.com/office/drawing/2014/main" id="{BF7C0687-B08D-D11E-BC8A-61891561987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21DBC0F-D7E0-B1A1-6C59-2B9876DD5C33}"/>
              </a:ext>
            </a:extLst>
          </p:cNvPr>
          <p:cNvGrpSpPr/>
          <p:nvPr userDrawn="1"/>
        </p:nvGrpSpPr>
        <p:grpSpPr>
          <a:xfrm>
            <a:off x="8207114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C906EAF-6C5B-73DF-5EF7-D3A95E8FB5AC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BDDEC8C-3907-0452-9262-460121BDE101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4,000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cxnSp>
        <p:nvCxnSpPr>
          <p:cNvPr id="189" name="Straight Arrow Connector 84">
            <a:extLst>
              <a:ext uri="{FF2B5EF4-FFF2-40B4-BE49-F238E27FC236}">
                <a16:creationId xmlns:a16="http://schemas.microsoft.com/office/drawing/2014/main" id="{ADA11AD3-E912-9A24-679D-6E2AAE6094D9}"/>
              </a:ext>
            </a:extLst>
          </p:cNvPr>
          <p:cNvCxnSpPr>
            <a:cxnSpLocks/>
            <a:stCxn id="172" idx="3"/>
            <a:endCxn id="187" idx="0"/>
          </p:cNvCxnSpPr>
          <p:nvPr userDrawn="1"/>
        </p:nvCxnSpPr>
        <p:spPr>
          <a:xfrm>
            <a:off x="7446290" y="1524537"/>
            <a:ext cx="1912824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4">
            <a:extLst>
              <a:ext uri="{FF2B5EF4-FFF2-40B4-BE49-F238E27FC236}">
                <a16:creationId xmlns:a16="http://schemas.microsoft.com/office/drawing/2014/main" id="{2C7C4623-37B5-0653-9896-5587D1593458}"/>
              </a:ext>
            </a:extLst>
          </p:cNvPr>
          <p:cNvCxnSpPr>
            <a:cxnSpLocks/>
            <a:stCxn id="175" idx="3"/>
            <a:endCxn id="187" idx="1"/>
          </p:cNvCxnSpPr>
          <p:nvPr userDrawn="1"/>
        </p:nvCxnSpPr>
        <p:spPr>
          <a:xfrm>
            <a:off x="7446290" y="2173253"/>
            <a:ext cx="760824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84">
            <a:extLst>
              <a:ext uri="{FF2B5EF4-FFF2-40B4-BE49-F238E27FC236}">
                <a16:creationId xmlns:a16="http://schemas.microsoft.com/office/drawing/2014/main" id="{2C06E2F9-B847-8A9B-F55E-B67B3F2955AE}"/>
              </a:ext>
            </a:extLst>
          </p:cNvPr>
          <p:cNvCxnSpPr>
            <a:cxnSpLocks/>
            <a:stCxn id="174" idx="1"/>
            <a:endCxn id="20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6B5A306-2182-2174-1068-3E73CFE8EEE9}"/>
              </a:ext>
            </a:extLst>
          </p:cNvPr>
          <p:cNvSpPr/>
          <p:nvPr userDrawn="1"/>
        </p:nvSpPr>
        <p:spPr>
          <a:xfrm>
            <a:off x="6749418" y="2846238"/>
            <a:ext cx="696872" cy="180494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A2740BC-98C5-4A30-B70C-1C8ABE315DDD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82F3E3B-CB02-157B-C2D5-AE82CE92689A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D74CAAE-5950-0CFA-035A-ED2EC69D8A89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(60,000)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1566288-3654-E1E6-92EA-D0CA01429FB6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6C865C7-EB27-AA77-1EA7-672EFFA35855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(45,000)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161923C-80D3-86A3-AE73-72EE2EAC1231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2C9E4F8-584D-4C53-6CD2-CF2216F69E25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200" name="Straight Arrow Connector 84">
            <a:extLst>
              <a:ext uri="{FF2B5EF4-FFF2-40B4-BE49-F238E27FC236}">
                <a16:creationId xmlns:a16="http://schemas.microsoft.com/office/drawing/2014/main" id="{5558053D-6204-6B40-EBD9-2C9C69A94591}"/>
              </a:ext>
            </a:extLst>
          </p:cNvPr>
          <p:cNvCxnSpPr>
            <a:cxnSpLocks/>
            <a:stCxn id="174" idx="2"/>
            <a:endCxn id="19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84">
            <a:extLst>
              <a:ext uri="{FF2B5EF4-FFF2-40B4-BE49-F238E27FC236}">
                <a16:creationId xmlns:a16="http://schemas.microsoft.com/office/drawing/2014/main" id="{DBFFCBBB-E3EC-EB53-CDB3-A030B5F577D5}"/>
              </a:ext>
            </a:extLst>
          </p:cNvPr>
          <p:cNvCxnSpPr>
            <a:cxnSpLocks/>
            <a:stCxn id="174" idx="2"/>
            <a:endCxn id="19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92A01A43-6096-09CA-CD4C-716A81AB233A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6C3796-1FC7-B88E-6B3C-E5A8BA7C478D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  <a:r>
              <a:rPr kumimoji="1" lang="en-US" sz="1000" baseline="30000"/>
              <a:t>2</a:t>
            </a:r>
            <a:endParaRPr kumimoji="1" lang="en-US" sz="10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5D3FCD-13FA-0AA8-D8DE-B32ADF70C832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E4D25FA-9201-A1E5-0595-A1F8A0BFB368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420383-2629-F6B7-72EE-52C744A0B121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7DADD5-F7FA-1C5E-E9CE-E88CF64C0FBA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CE3354B-2322-D378-C2A4-57E0339E7718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16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1066F9-DF19-36D7-DF60-DBF28365AAA4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BE02EFA-8EDC-3037-C3B9-EC558EF72283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49057E4-AE14-786C-533C-254019D31E8F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9k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353E953-D52F-DA01-BAAF-CA85EFF9BF63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A156612-FB25-AB43-D21E-63FF15DEE2ED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537C834-3A8E-4FC1-1031-424806F8AFDB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20k</a:t>
              </a:r>
            </a:p>
          </p:txBody>
        </p:sp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E10DC8C4-2B3D-0E04-6BEC-B116983A15EC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239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5F7230D-8155-08F8-2B21-88C525E3E535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cxnSp>
        <p:nvCxnSpPr>
          <p:cNvPr id="217" name="Straight Arrow Connector 84">
            <a:extLst>
              <a:ext uri="{FF2B5EF4-FFF2-40B4-BE49-F238E27FC236}">
                <a16:creationId xmlns:a16="http://schemas.microsoft.com/office/drawing/2014/main" id="{1891796E-5853-458C-7D4A-1A49C8706AB6}"/>
              </a:ext>
            </a:extLst>
          </p:cNvPr>
          <p:cNvCxnSpPr>
            <a:cxnSpLocks/>
            <a:stCxn id="205" idx="3"/>
            <a:endCxn id="21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84">
            <a:extLst>
              <a:ext uri="{FF2B5EF4-FFF2-40B4-BE49-F238E27FC236}">
                <a16:creationId xmlns:a16="http://schemas.microsoft.com/office/drawing/2014/main" id="{ABC45ED7-0CB6-0170-46F4-4EF726F6DBAF}"/>
              </a:ext>
            </a:extLst>
          </p:cNvPr>
          <p:cNvCxnSpPr>
            <a:cxnSpLocks/>
            <a:stCxn id="216" idx="3"/>
            <a:endCxn id="22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84">
            <a:extLst>
              <a:ext uri="{FF2B5EF4-FFF2-40B4-BE49-F238E27FC236}">
                <a16:creationId xmlns:a16="http://schemas.microsoft.com/office/drawing/2014/main" id="{A5E900DF-4D1E-1232-0884-1DF1CC835434}"/>
              </a:ext>
            </a:extLst>
          </p:cNvPr>
          <p:cNvCxnSpPr>
            <a:cxnSpLocks/>
            <a:stCxn id="21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7958EA0-B554-FCD5-8A12-D2B4C0BEEFC5}"/>
              </a:ext>
            </a:extLst>
          </p:cNvPr>
          <p:cNvCxnSpPr>
            <a:cxnSpLocks/>
            <a:stCxn id="157" idx="2"/>
            <a:endCxn id="171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7F72F891-3DA3-49F7-5E74-A36C60B9841D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763EF2AA-758A-0A15-FA6F-F16EDB92F307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3" name="Straight Arrow Connector 84">
            <a:extLst>
              <a:ext uri="{FF2B5EF4-FFF2-40B4-BE49-F238E27FC236}">
                <a16:creationId xmlns:a16="http://schemas.microsoft.com/office/drawing/2014/main" id="{8BF1C94E-4F37-CB8C-D2C2-583CB4E7C00E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3C8FA01D-2ECC-8A92-594D-54BF7B104D02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2EC5D78-C84D-3163-6E05-3BF026B9CB43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6" name="Straight Arrow Connector 84">
            <a:extLst>
              <a:ext uri="{FF2B5EF4-FFF2-40B4-BE49-F238E27FC236}">
                <a16:creationId xmlns:a16="http://schemas.microsoft.com/office/drawing/2014/main" id="{29802D44-F27D-C2BD-0376-760825862B96}"/>
              </a:ext>
            </a:extLst>
          </p:cNvPr>
          <p:cNvCxnSpPr>
            <a:cxnSpLocks/>
            <a:stCxn id="205" idx="4"/>
            <a:endCxn id="224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84">
            <a:extLst>
              <a:ext uri="{FF2B5EF4-FFF2-40B4-BE49-F238E27FC236}">
                <a16:creationId xmlns:a16="http://schemas.microsoft.com/office/drawing/2014/main" id="{E86842FF-BF83-EA40-2140-E32E375F9603}"/>
              </a:ext>
            </a:extLst>
          </p:cNvPr>
          <p:cNvCxnSpPr>
            <a:cxnSpLocks/>
            <a:stCxn id="216" idx="4"/>
            <a:endCxn id="225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84">
            <a:extLst>
              <a:ext uri="{FF2B5EF4-FFF2-40B4-BE49-F238E27FC236}">
                <a16:creationId xmlns:a16="http://schemas.microsoft.com/office/drawing/2014/main" id="{8CCE45F5-B68D-0369-5E07-4C2CE487B738}"/>
              </a:ext>
            </a:extLst>
          </p:cNvPr>
          <p:cNvCxnSpPr>
            <a:cxnSpLocks/>
            <a:stCxn id="224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84">
            <a:extLst>
              <a:ext uri="{FF2B5EF4-FFF2-40B4-BE49-F238E27FC236}">
                <a16:creationId xmlns:a16="http://schemas.microsoft.com/office/drawing/2014/main" id="{A6C737A6-4A77-BBFD-C527-D6FDA63D3598}"/>
              </a:ext>
            </a:extLst>
          </p:cNvPr>
          <p:cNvCxnSpPr>
            <a:cxnSpLocks/>
            <a:stCxn id="225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BE4F9F02-D830-58C5-19B8-9528F7E20CBD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298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B1B623A-EE40-C628-C4EA-9E407469BDEC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B749D4-18C6-893B-0107-D6C269820415}"/>
              </a:ext>
            </a:extLst>
          </p:cNvPr>
          <p:cNvCxnSpPr>
            <a:cxnSpLocks/>
            <a:stCxn id="230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84">
            <a:extLst>
              <a:ext uri="{FF2B5EF4-FFF2-40B4-BE49-F238E27FC236}">
                <a16:creationId xmlns:a16="http://schemas.microsoft.com/office/drawing/2014/main" id="{773F8C71-156C-C6DD-D2D8-4DB8000C9189}"/>
              </a:ext>
            </a:extLst>
          </p:cNvPr>
          <p:cNvCxnSpPr>
            <a:cxnSpLocks/>
            <a:stCxn id="231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84">
            <a:extLst>
              <a:ext uri="{FF2B5EF4-FFF2-40B4-BE49-F238E27FC236}">
                <a16:creationId xmlns:a16="http://schemas.microsoft.com/office/drawing/2014/main" id="{E866EEB6-5D89-06C9-CA5C-EBA90127308D}"/>
              </a:ext>
            </a:extLst>
          </p:cNvPr>
          <p:cNvCxnSpPr>
            <a:cxnSpLocks/>
            <a:stCxn id="216" idx="5"/>
            <a:endCxn id="231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84">
            <a:extLst>
              <a:ext uri="{FF2B5EF4-FFF2-40B4-BE49-F238E27FC236}">
                <a16:creationId xmlns:a16="http://schemas.microsoft.com/office/drawing/2014/main" id="{F3915D0B-B661-BB11-9928-0E548E30D8D3}"/>
              </a:ext>
            </a:extLst>
          </p:cNvPr>
          <p:cNvCxnSpPr>
            <a:cxnSpLocks/>
            <a:stCxn id="205" idx="5"/>
            <a:endCxn id="230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84">
            <a:extLst>
              <a:ext uri="{FF2B5EF4-FFF2-40B4-BE49-F238E27FC236}">
                <a16:creationId xmlns:a16="http://schemas.microsoft.com/office/drawing/2014/main" id="{BF4867D1-EA80-6E4E-B118-C8821014D731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84">
            <a:extLst>
              <a:ext uri="{FF2B5EF4-FFF2-40B4-BE49-F238E27FC236}">
                <a16:creationId xmlns:a16="http://schemas.microsoft.com/office/drawing/2014/main" id="{03E5B821-E68B-FAF9-5C87-01DFE5DAC5D8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3DBEA673-554E-E827-0D90-4FDCDAF8DEE1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553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FCB70BD-A1D0-D867-5723-66AE0CBB22D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266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0" name="Straight Arrow Connector 84">
            <a:extLst>
              <a:ext uri="{FF2B5EF4-FFF2-40B4-BE49-F238E27FC236}">
                <a16:creationId xmlns:a16="http://schemas.microsoft.com/office/drawing/2014/main" id="{1D7A83F4-4FD4-AD44-7535-36CD1900CE5B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84">
            <a:extLst>
              <a:ext uri="{FF2B5EF4-FFF2-40B4-BE49-F238E27FC236}">
                <a16:creationId xmlns:a16="http://schemas.microsoft.com/office/drawing/2014/main" id="{201FC289-EB74-21BB-E3D3-5F968FF37BD5}"/>
              </a:ext>
            </a:extLst>
          </p:cNvPr>
          <p:cNvCxnSpPr>
            <a:cxnSpLocks/>
            <a:stCxn id="275" idx="2"/>
            <a:endCxn id="21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30F19C1B-07CC-AF8C-E0A3-33BA5C571915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3" name="Straight Arrow Connector 84">
            <a:extLst>
              <a:ext uri="{FF2B5EF4-FFF2-40B4-BE49-F238E27FC236}">
                <a16:creationId xmlns:a16="http://schemas.microsoft.com/office/drawing/2014/main" id="{E91F2394-186B-DB2E-DD92-1DF563F5A4ED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61D10B09-070D-8894-0987-CD1D75580E5F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5" name="Straight Arrow Connector 84">
            <a:extLst>
              <a:ext uri="{FF2B5EF4-FFF2-40B4-BE49-F238E27FC236}">
                <a16:creationId xmlns:a16="http://schemas.microsoft.com/office/drawing/2014/main" id="{A0063E0C-2882-6BBA-578B-20B901BEEF70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18D8CB25-8415-9257-9694-A206F8C5BD5D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7" name="Straight Arrow Connector 84">
            <a:extLst>
              <a:ext uri="{FF2B5EF4-FFF2-40B4-BE49-F238E27FC236}">
                <a16:creationId xmlns:a16="http://schemas.microsoft.com/office/drawing/2014/main" id="{48656806-BCA5-5C6A-8B33-7A19A1428B69}"/>
              </a:ext>
            </a:extLst>
          </p:cNvPr>
          <p:cNvCxnSpPr>
            <a:cxnSpLocks/>
            <a:stCxn id="198" idx="3"/>
            <a:endCxn id="265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DF84C36D-F1BD-6C79-3F84-53B472CA3509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49" name="Straight Arrow Connector 84">
            <a:extLst>
              <a:ext uri="{FF2B5EF4-FFF2-40B4-BE49-F238E27FC236}">
                <a16:creationId xmlns:a16="http://schemas.microsoft.com/office/drawing/2014/main" id="{C99494FD-9360-79D8-5F3F-786E612CAE88}"/>
              </a:ext>
            </a:extLst>
          </p:cNvPr>
          <p:cNvCxnSpPr>
            <a:cxnSpLocks/>
            <a:stCxn id="199" idx="4"/>
            <a:endCxn id="264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9EBB2381-272A-A7A4-A4E9-B928E3FF3631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51" name="Straight Arrow Connector 84">
            <a:extLst>
              <a:ext uri="{FF2B5EF4-FFF2-40B4-BE49-F238E27FC236}">
                <a16:creationId xmlns:a16="http://schemas.microsoft.com/office/drawing/2014/main" id="{FE205137-F290-8BF9-5424-3C9B3E51EE09}"/>
              </a:ext>
            </a:extLst>
          </p:cNvPr>
          <p:cNvCxnSpPr>
            <a:cxnSpLocks/>
            <a:stCxn id="198" idx="4"/>
            <a:endCxn id="20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84">
            <a:extLst>
              <a:ext uri="{FF2B5EF4-FFF2-40B4-BE49-F238E27FC236}">
                <a16:creationId xmlns:a16="http://schemas.microsoft.com/office/drawing/2014/main" id="{37CBBEB5-9695-69CA-F493-8B30F2514E89}"/>
              </a:ext>
            </a:extLst>
          </p:cNvPr>
          <p:cNvCxnSpPr>
            <a:cxnSpLocks/>
            <a:stCxn id="199" idx="6"/>
            <a:endCxn id="275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EA78ACDC-3C73-01D5-4FF4-499E5E498333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4" name="Straight Arrow Connector 84">
            <a:extLst>
              <a:ext uri="{FF2B5EF4-FFF2-40B4-BE49-F238E27FC236}">
                <a16:creationId xmlns:a16="http://schemas.microsoft.com/office/drawing/2014/main" id="{BC9F90CA-8036-A91E-44D3-16C4DC3D5FF2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10E5E399-9994-154A-6F49-AA29C485FA87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164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6" name="Straight Arrow Connector 84">
            <a:extLst>
              <a:ext uri="{FF2B5EF4-FFF2-40B4-BE49-F238E27FC236}">
                <a16:creationId xmlns:a16="http://schemas.microsoft.com/office/drawing/2014/main" id="{95B157AD-B0CA-5255-4B37-13F272B8C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7DD13581-05B7-3DFF-7C7D-A872BA5D678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16A1495-AAF1-2D83-A2DD-ED2669CD185D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EE63E31-9121-39C5-A192-4BDC4F06E61A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F16B95-DDC2-CFCC-B480-1303F61FEE5C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BEA6439-3E88-E66E-4CF4-02C0738E977E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753C869-1C7A-0099-6378-FC2A12B36883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D982CE6-0314-6277-94C3-F34DD895650A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D6484ED-1495-089E-0252-4A526DADD42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3A29F51-EDC9-CB73-B93F-BED79D443D09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29E6426-7CE0-FD19-464E-53683DD6DFB0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52B0AC4-D019-4DCA-1E9B-EAC21C453855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38EDFF0-816A-1160-59BA-F8EE7609A98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441ED3-4A5F-D877-1F85-7E5CEFB82963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8,700</a:t>
              </a:r>
            </a:p>
          </p:txBody>
        </p:sp>
      </p:grpSp>
      <p:cxnSp>
        <p:nvCxnSpPr>
          <p:cNvPr id="270" name="Straight Arrow Connector 84">
            <a:extLst>
              <a:ext uri="{FF2B5EF4-FFF2-40B4-BE49-F238E27FC236}">
                <a16:creationId xmlns:a16="http://schemas.microsoft.com/office/drawing/2014/main" id="{E7032498-43B9-B46B-FD5D-E94742E51061}"/>
              </a:ext>
            </a:extLst>
          </p:cNvPr>
          <p:cNvCxnSpPr>
            <a:cxnSpLocks/>
            <a:stCxn id="266" idx="2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B05D0F7-46E1-19C9-43B8-EEB254475777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  <a:r>
              <a:rPr kumimoji="1" lang="en-US" sz="1000" baseline="30000"/>
              <a:t>3</a:t>
            </a:r>
            <a:endParaRPr kumimoji="1" lang="en-US" sz="10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21FB59D-8DD5-833B-3C96-8F7ED3ED796C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6136B9-E8D6-0025-20CF-52921ACED25C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34B4643-3E00-2AE0-F7A2-68840E71AAC4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43F0778-0054-3A79-309D-3885304A0AA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AB55BB4-1128-FB6D-F739-AAC206F73B8C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  <p:sp>
        <p:nvSpPr>
          <p:cNvPr id="277" name="Oval 276">
            <a:extLst>
              <a:ext uri="{FF2B5EF4-FFF2-40B4-BE49-F238E27FC236}">
                <a16:creationId xmlns:a16="http://schemas.microsoft.com/office/drawing/2014/main" id="{F7DB9794-A9D1-C27F-1B11-121C159B1BF8}"/>
              </a:ext>
            </a:extLst>
          </p:cNvPr>
          <p:cNvSpPr/>
          <p:nvPr userDrawn="1"/>
        </p:nvSpPr>
        <p:spPr>
          <a:xfrm>
            <a:off x="9163890" y="144729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3188565-29F5-9F93-D05A-10D2A3F3B32A}"/>
              </a:ext>
            </a:extLst>
          </p:cNvPr>
          <p:cNvSpPr/>
          <p:nvPr userDrawn="1"/>
        </p:nvSpPr>
        <p:spPr>
          <a:xfrm>
            <a:off x="7622275" y="207772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197B8-267B-7199-764F-6943F92A20F5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Gx</a:t>
            </a:r>
            <a:r>
              <a:rPr lang="en-US" sz="800">
                <a:solidFill>
                  <a:srgbClr val="000000"/>
                </a:solidFill>
              </a:rPr>
              <a:t> – Generics,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NT2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Narcolepsy Type II.,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</p:spTree>
    <p:extLst>
      <p:ext uri="{BB962C8B-B14F-4D97-AF65-F5344CB8AC3E}">
        <p14:creationId xmlns:p14="http://schemas.microsoft.com/office/powerpoint/2010/main" val="1942361936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ec Su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CDC64A6D-7AE6-0397-C17C-396B73867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773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64A6D-7AE6-0397-C17C-396B73867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022A18-5462-AC3C-DD98-CFB0722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BF0A6-4265-3814-81CC-BE940016A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C380-35AB-AF08-4BA9-83BED54E4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2955B9-92D4-FE08-08DD-42B88C17FC8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pic>
        <p:nvPicPr>
          <p:cNvPr id="135" name="Picture 134" descr="Takeda">
            <a:extLst>
              <a:ext uri="{FF2B5EF4-FFF2-40B4-BE49-F238E27FC236}">
                <a16:creationId xmlns:a16="http://schemas.microsoft.com/office/drawing/2014/main" id="{D49897E7-CF0B-C737-F656-B7B89D875F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4E761CF8-36B6-B6D7-1350-ED1B216C3F8F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STOCKS HAVE BEEN ROUNDED TO NEAREST 100 OR 1,000 TO ALIGN WITH WATERFALL OVERVIEW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E811C4-98A4-F078-9F2F-FD480A1B56B4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6C72DF9-DB58-FA8B-85B8-9C131F1C2CB6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D93D56-C15E-D652-89AA-4CCF4B98D980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298DF8E-9E1E-2707-306B-04BC33C0A6EF}"/>
              </a:ext>
            </a:extLst>
          </p:cNvPr>
          <p:cNvCxnSpPr>
            <a:cxnSpLocks/>
            <a:stCxn id="171" idx="2"/>
            <a:endCxn id="174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0E2B547-2453-33FD-1BF4-86114A81B5FE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  <a:r>
              <a:rPr lang="en-US" sz="1100" i="1" baseline="30000" noProof="0"/>
              <a:t>3</a:t>
            </a:r>
            <a:endParaRPr lang="en-US" sz="1100" i="1" noProof="0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4AD4D8F-BED2-75E7-894E-EFE6C06BFF35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E73F590-A579-D75E-1AA9-0D3B6A8E8FD8}"/>
              </a:ext>
            </a:extLst>
          </p:cNvPr>
          <p:cNvSpPr txBox="1"/>
          <p:nvPr userDrawn="1"/>
        </p:nvSpPr>
        <p:spPr>
          <a:xfrm rot="16200000">
            <a:off x="-281173" y="2191212"/>
            <a:ext cx="1587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(60,000)</a:t>
            </a:r>
            <a:r>
              <a:rPr kumimoji="1" lang="en-US" sz="1050" baseline="30000" noProof="0"/>
              <a:t>1,2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43395AB-EA28-5976-8241-AFE82A819B11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(60,000)</a:t>
            </a:r>
            <a:r>
              <a:rPr kumimoji="1" lang="en-US" sz="1050" baseline="30000" noProof="0"/>
              <a:t>1,2</a:t>
            </a:r>
            <a:endParaRPr kumimoji="1" lang="en-US" sz="1050" noProof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AB0265-3BB4-ECA3-A8B5-0A5115325B80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FAACDF8-F033-6F4B-502B-57F11DD3BBED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0EA26E9-B29C-EBC2-2DD3-1C5B308F7045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</a:t>
            </a:r>
            <a:r>
              <a:rPr kumimoji="1" lang="en-US" sz="1050" baseline="30000" noProof="0"/>
              <a:t>7</a:t>
            </a:r>
            <a:r>
              <a:rPr kumimoji="1" lang="en-US" sz="1050" noProof="0"/>
              <a:t> (14,000)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3BC065D-434A-F4EE-03C1-3FE0EBF3EB7A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16F1559-ED3F-8E5F-0C9D-DE833E2E4F11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</a:t>
            </a:r>
            <a:r>
              <a:rPr kumimoji="1" lang="en-US" sz="1050" baseline="30000" noProof="0"/>
              <a:t>6</a:t>
            </a:r>
            <a:r>
              <a:rPr kumimoji="1" lang="en-US" sz="1050" noProof="0"/>
              <a:t> (42,000)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A85089-A8A6-DE40-985E-784000345F19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1037C31-1136-4A40-4D40-71B213585E2E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88DC9CE-39A4-7C1A-890A-87183F269ADE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89AD02E-EB25-7F89-93AE-499151854970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9E929F-0758-FAA7-7A1A-8BBFAEB4B0EE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C8403B9-525F-9475-273F-4F4672466A0A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Not yet seeking Dx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at sleep specialist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F648D92-4692-55F0-C467-83F9CE81C635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42,000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6C4F5C-35AD-C158-FBC7-DC6DCD61DBD5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30370D2-7E98-7C4A-079D-A7CCB1DDBA52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7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FC15AF-6920-4FA8-8AFD-29D0730AFA82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14,000</a:t>
              </a:r>
            </a:p>
          </p:txBody>
        </p:sp>
      </p:grpSp>
      <p:sp>
        <p:nvSpPr>
          <p:cNvPr id="176" name="Oval 175">
            <a:extLst>
              <a:ext uri="{FF2B5EF4-FFF2-40B4-BE49-F238E27FC236}">
                <a16:creationId xmlns:a16="http://schemas.microsoft.com/office/drawing/2014/main" id="{737A4D51-AA44-BD64-1E15-EEBCCEA5C7CC}"/>
              </a:ext>
            </a:extLst>
          </p:cNvPr>
          <p:cNvSpPr/>
          <p:nvPr userDrawn="1"/>
        </p:nvSpPr>
        <p:spPr>
          <a:xfrm>
            <a:off x="5800269" y="1739135"/>
            <a:ext cx="576868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1,077</a:t>
            </a:r>
            <a:r>
              <a:rPr kumimoji="1" lang="en-US" sz="1000" baseline="30000" noProof="0"/>
              <a:t>4-7</a:t>
            </a:r>
            <a:endParaRPr kumimoji="1" lang="en-US" sz="1000" noProof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43C82D-714F-89E1-07E0-5C9D6685D59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  <a:r>
              <a:rPr lang="en-US" sz="1200" kern="0" baseline="3000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8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78" name="Straight Arrow Connector 84">
            <a:extLst>
              <a:ext uri="{FF2B5EF4-FFF2-40B4-BE49-F238E27FC236}">
                <a16:creationId xmlns:a16="http://schemas.microsoft.com/office/drawing/2014/main" id="{4FC13EEE-9D8B-13E6-1AEC-B6A58E975E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9C94E4-8125-22A4-CBA0-774C7D4D2619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B6A9EF-53BB-DCAF-7E66-3A6D1ED0CA75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590C132-3294-1352-D972-E39F8B69F60C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6,000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B0AE587-292D-527C-66EA-30FF2A5B38D2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B7A8F70-0664-FE3B-97BE-1F0DF7F821D2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0B5F3F-6A7A-D7A0-9350-7AFFA1DCCA7E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cxnSp>
        <p:nvCxnSpPr>
          <p:cNvPr id="185" name="Straight Arrow Connector 84">
            <a:extLst>
              <a:ext uri="{FF2B5EF4-FFF2-40B4-BE49-F238E27FC236}">
                <a16:creationId xmlns:a16="http://schemas.microsoft.com/office/drawing/2014/main" id="{BF7C0687-B08D-D11E-BC8A-61891561987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21DBC0F-D7E0-B1A1-6C59-2B9876DD5C33}"/>
              </a:ext>
            </a:extLst>
          </p:cNvPr>
          <p:cNvGrpSpPr/>
          <p:nvPr userDrawn="1"/>
        </p:nvGrpSpPr>
        <p:grpSpPr>
          <a:xfrm>
            <a:off x="8207114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C906EAF-6C5B-73DF-5EF7-D3A95E8FB5AC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BDDEC8C-3907-0452-9262-460121BDE101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4,000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cxnSp>
        <p:nvCxnSpPr>
          <p:cNvPr id="189" name="Straight Arrow Connector 84">
            <a:extLst>
              <a:ext uri="{FF2B5EF4-FFF2-40B4-BE49-F238E27FC236}">
                <a16:creationId xmlns:a16="http://schemas.microsoft.com/office/drawing/2014/main" id="{ADA11AD3-E912-9A24-679D-6E2AAE6094D9}"/>
              </a:ext>
            </a:extLst>
          </p:cNvPr>
          <p:cNvCxnSpPr>
            <a:cxnSpLocks/>
            <a:stCxn id="172" idx="3"/>
            <a:endCxn id="187" idx="0"/>
          </p:cNvCxnSpPr>
          <p:nvPr userDrawn="1"/>
        </p:nvCxnSpPr>
        <p:spPr>
          <a:xfrm>
            <a:off x="7446290" y="1524537"/>
            <a:ext cx="1912824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4">
            <a:extLst>
              <a:ext uri="{FF2B5EF4-FFF2-40B4-BE49-F238E27FC236}">
                <a16:creationId xmlns:a16="http://schemas.microsoft.com/office/drawing/2014/main" id="{2C7C4623-37B5-0653-9896-5587D1593458}"/>
              </a:ext>
            </a:extLst>
          </p:cNvPr>
          <p:cNvCxnSpPr>
            <a:cxnSpLocks/>
            <a:stCxn id="175" idx="3"/>
            <a:endCxn id="187" idx="1"/>
          </p:cNvCxnSpPr>
          <p:nvPr userDrawn="1"/>
        </p:nvCxnSpPr>
        <p:spPr>
          <a:xfrm>
            <a:off x="7446290" y="2173253"/>
            <a:ext cx="760824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84">
            <a:extLst>
              <a:ext uri="{FF2B5EF4-FFF2-40B4-BE49-F238E27FC236}">
                <a16:creationId xmlns:a16="http://schemas.microsoft.com/office/drawing/2014/main" id="{2C06E2F9-B847-8A9B-F55E-B67B3F2955AE}"/>
              </a:ext>
            </a:extLst>
          </p:cNvPr>
          <p:cNvCxnSpPr>
            <a:cxnSpLocks/>
            <a:stCxn id="174" idx="1"/>
            <a:endCxn id="20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6B5A306-2182-2174-1068-3E73CFE8EEE9}"/>
              </a:ext>
            </a:extLst>
          </p:cNvPr>
          <p:cNvSpPr/>
          <p:nvPr userDrawn="1"/>
        </p:nvSpPr>
        <p:spPr>
          <a:xfrm>
            <a:off x="6749418" y="2846238"/>
            <a:ext cx="696872" cy="180494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A2740BC-98C5-4A30-B70C-1C8ABE315DDD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82F3E3B-CB02-157B-C2D5-AE82CE92689A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D74CAAE-5950-0CFA-035A-ED2EC69D8A89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(60,000)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1566288-3654-E1E6-92EA-D0CA01429FB6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6C865C7-EB27-AA77-1EA7-672EFFA35855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(45,000)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161923C-80D3-86A3-AE73-72EE2EAC1231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2C9E4F8-584D-4C53-6CD2-CF2216F69E25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200" name="Straight Arrow Connector 84">
            <a:extLst>
              <a:ext uri="{FF2B5EF4-FFF2-40B4-BE49-F238E27FC236}">
                <a16:creationId xmlns:a16="http://schemas.microsoft.com/office/drawing/2014/main" id="{5558053D-6204-6B40-EBD9-2C9C69A94591}"/>
              </a:ext>
            </a:extLst>
          </p:cNvPr>
          <p:cNvCxnSpPr>
            <a:cxnSpLocks/>
            <a:stCxn id="174" idx="2"/>
            <a:endCxn id="19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84">
            <a:extLst>
              <a:ext uri="{FF2B5EF4-FFF2-40B4-BE49-F238E27FC236}">
                <a16:creationId xmlns:a16="http://schemas.microsoft.com/office/drawing/2014/main" id="{DBFFCBBB-E3EC-EB53-CDB3-A030B5F577D5}"/>
              </a:ext>
            </a:extLst>
          </p:cNvPr>
          <p:cNvCxnSpPr>
            <a:cxnSpLocks/>
            <a:stCxn id="174" idx="2"/>
            <a:endCxn id="19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92A01A43-6096-09CA-CD4C-716A81AB233A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6C3796-1FC7-B88E-6B3C-E5A8BA7C478D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  <a:r>
              <a:rPr kumimoji="1" lang="en-US" sz="1000" baseline="30000"/>
              <a:t>2</a:t>
            </a:r>
            <a:endParaRPr kumimoji="1" lang="en-US" sz="10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5D3FCD-13FA-0AA8-D8DE-B32ADF70C832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E4D25FA-9201-A1E5-0595-A1F8A0BFB368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420383-2629-F6B7-72EE-52C744A0B121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7DADD5-F7FA-1C5E-E9CE-E88CF64C0FBA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CE3354B-2322-D378-C2A4-57E0339E7718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16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1066F9-DF19-36D7-DF60-DBF28365AAA4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BE02EFA-8EDC-3037-C3B9-EC558EF72283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49057E4-AE14-786C-533C-254019D31E8F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9k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353E953-D52F-DA01-BAAF-CA85EFF9BF63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A156612-FB25-AB43-D21E-63FF15DEE2ED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537C834-3A8E-4FC1-1031-424806F8AFDB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20k</a:t>
              </a:r>
            </a:p>
          </p:txBody>
        </p:sp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E10DC8C4-2B3D-0E04-6BEC-B116983A15EC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239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5F7230D-8155-08F8-2B21-88C525E3E535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cxnSp>
        <p:nvCxnSpPr>
          <p:cNvPr id="217" name="Straight Arrow Connector 84">
            <a:extLst>
              <a:ext uri="{FF2B5EF4-FFF2-40B4-BE49-F238E27FC236}">
                <a16:creationId xmlns:a16="http://schemas.microsoft.com/office/drawing/2014/main" id="{1891796E-5853-458C-7D4A-1A49C8706AB6}"/>
              </a:ext>
            </a:extLst>
          </p:cNvPr>
          <p:cNvCxnSpPr>
            <a:cxnSpLocks/>
            <a:stCxn id="205" idx="3"/>
            <a:endCxn id="21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84">
            <a:extLst>
              <a:ext uri="{FF2B5EF4-FFF2-40B4-BE49-F238E27FC236}">
                <a16:creationId xmlns:a16="http://schemas.microsoft.com/office/drawing/2014/main" id="{ABC45ED7-0CB6-0170-46F4-4EF726F6DBAF}"/>
              </a:ext>
            </a:extLst>
          </p:cNvPr>
          <p:cNvCxnSpPr>
            <a:cxnSpLocks/>
            <a:stCxn id="216" idx="3"/>
            <a:endCxn id="22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84">
            <a:extLst>
              <a:ext uri="{FF2B5EF4-FFF2-40B4-BE49-F238E27FC236}">
                <a16:creationId xmlns:a16="http://schemas.microsoft.com/office/drawing/2014/main" id="{A5E900DF-4D1E-1232-0884-1DF1CC835434}"/>
              </a:ext>
            </a:extLst>
          </p:cNvPr>
          <p:cNvCxnSpPr>
            <a:cxnSpLocks/>
            <a:stCxn id="21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7958EA0-B554-FCD5-8A12-D2B4C0BEEFC5}"/>
              </a:ext>
            </a:extLst>
          </p:cNvPr>
          <p:cNvCxnSpPr>
            <a:cxnSpLocks/>
            <a:stCxn id="157" idx="2"/>
            <a:endCxn id="171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7F72F891-3DA3-49F7-5E74-A36C60B9841D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763EF2AA-758A-0A15-FA6F-F16EDB92F307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3" name="Straight Arrow Connector 84">
            <a:extLst>
              <a:ext uri="{FF2B5EF4-FFF2-40B4-BE49-F238E27FC236}">
                <a16:creationId xmlns:a16="http://schemas.microsoft.com/office/drawing/2014/main" id="{8BF1C94E-4F37-CB8C-D2C2-583CB4E7C00E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3C8FA01D-2ECC-8A92-594D-54BF7B104D02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2EC5D78-C84D-3163-6E05-3BF026B9CB43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6" name="Straight Arrow Connector 84">
            <a:extLst>
              <a:ext uri="{FF2B5EF4-FFF2-40B4-BE49-F238E27FC236}">
                <a16:creationId xmlns:a16="http://schemas.microsoft.com/office/drawing/2014/main" id="{29802D44-F27D-C2BD-0376-760825862B96}"/>
              </a:ext>
            </a:extLst>
          </p:cNvPr>
          <p:cNvCxnSpPr>
            <a:cxnSpLocks/>
            <a:stCxn id="205" idx="4"/>
            <a:endCxn id="224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84">
            <a:extLst>
              <a:ext uri="{FF2B5EF4-FFF2-40B4-BE49-F238E27FC236}">
                <a16:creationId xmlns:a16="http://schemas.microsoft.com/office/drawing/2014/main" id="{E86842FF-BF83-EA40-2140-E32E375F9603}"/>
              </a:ext>
            </a:extLst>
          </p:cNvPr>
          <p:cNvCxnSpPr>
            <a:cxnSpLocks/>
            <a:stCxn id="216" idx="4"/>
            <a:endCxn id="225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84">
            <a:extLst>
              <a:ext uri="{FF2B5EF4-FFF2-40B4-BE49-F238E27FC236}">
                <a16:creationId xmlns:a16="http://schemas.microsoft.com/office/drawing/2014/main" id="{8CCE45F5-B68D-0369-5E07-4C2CE487B738}"/>
              </a:ext>
            </a:extLst>
          </p:cNvPr>
          <p:cNvCxnSpPr>
            <a:cxnSpLocks/>
            <a:stCxn id="224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84">
            <a:extLst>
              <a:ext uri="{FF2B5EF4-FFF2-40B4-BE49-F238E27FC236}">
                <a16:creationId xmlns:a16="http://schemas.microsoft.com/office/drawing/2014/main" id="{A6C737A6-4A77-BBFD-C527-D6FDA63D3598}"/>
              </a:ext>
            </a:extLst>
          </p:cNvPr>
          <p:cNvCxnSpPr>
            <a:cxnSpLocks/>
            <a:stCxn id="225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BE4F9F02-D830-58C5-19B8-9528F7E20CBD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298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B1B623A-EE40-C628-C4EA-9E407469BDEC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B749D4-18C6-893B-0107-D6C269820415}"/>
              </a:ext>
            </a:extLst>
          </p:cNvPr>
          <p:cNvCxnSpPr>
            <a:cxnSpLocks/>
            <a:stCxn id="230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84">
            <a:extLst>
              <a:ext uri="{FF2B5EF4-FFF2-40B4-BE49-F238E27FC236}">
                <a16:creationId xmlns:a16="http://schemas.microsoft.com/office/drawing/2014/main" id="{773F8C71-156C-C6DD-D2D8-4DB8000C9189}"/>
              </a:ext>
            </a:extLst>
          </p:cNvPr>
          <p:cNvCxnSpPr>
            <a:cxnSpLocks/>
            <a:stCxn id="231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84">
            <a:extLst>
              <a:ext uri="{FF2B5EF4-FFF2-40B4-BE49-F238E27FC236}">
                <a16:creationId xmlns:a16="http://schemas.microsoft.com/office/drawing/2014/main" id="{E866EEB6-5D89-06C9-CA5C-EBA90127308D}"/>
              </a:ext>
            </a:extLst>
          </p:cNvPr>
          <p:cNvCxnSpPr>
            <a:cxnSpLocks/>
            <a:stCxn id="216" idx="5"/>
            <a:endCxn id="231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84">
            <a:extLst>
              <a:ext uri="{FF2B5EF4-FFF2-40B4-BE49-F238E27FC236}">
                <a16:creationId xmlns:a16="http://schemas.microsoft.com/office/drawing/2014/main" id="{F3915D0B-B661-BB11-9928-0E548E30D8D3}"/>
              </a:ext>
            </a:extLst>
          </p:cNvPr>
          <p:cNvCxnSpPr>
            <a:cxnSpLocks/>
            <a:stCxn id="205" idx="5"/>
            <a:endCxn id="230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84">
            <a:extLst>
              <a:ext uri="{FF2B5EF4-FFF2-40B4-BE49-F238E27FC236}">
                <a16:creationId xmlns:a16="http://schemas.microsoft.com/office/drawing/2014/main" id="{BF4867D1-EA80-6E4E-B118-C8821014D731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84">
            <a:extLst>
              <a:ext uri="{FF2B5EF4-FFF2-40B4-BE49-F238E27FC236}">
                <a16:creationId xmlns:a16="http://schemas.microsoft.com/office/drawing/2014/main" id="{03E5B821-E68B-FAF9-5C87-01DFE5DAC5D8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3DBEA673-554E-E827-0D90-4FDCDAF8DEE1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553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FCB70BD-A1D0-D867-5723-66AE0CBB22D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266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0" name="Straight Arrow Connector 84">
            <a:extLst>
              <a:ext uri="{FF2B5EF4-FFF2-40B4-BE49-F238E27FC236}">
                <a16:creationId xmlns:a16="http://schemas.microsoft.com/office/drawing/2014/main" id="{1D7A83F4-4FD4-AD44-7535-36CD1900CE5B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84">
            <a:extLst>
              <a:ext uri="{FF2B5EF4-FFF2-40B4-BE49-F238E27FC236}">
                <a16:creationId xmlns:a16="http://schemas.microsoft.com/office/drawing/2014/main" id="{201FC289-EB74-21BB-E3D3-5F968FF37BD5}"/>
              </a:ext>
            </a:extLst>
          </p:cNvPr>
          <p:cNvCxnSpPr>
            <a:cxnSpLocks/>
            <a:stCxn id="275" idx="2"/>
            <a:endCxn id="21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30F19C1B-07CC-AF8C-E0A3-33BA5C571915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3" name="Straight Arrow Connector 84">
            <a:extLst>
              <a:ext uri="{FF2B5EF4-FFF2-40B4-BE49-F238E27FC236}">
                <a16:creationId xmlns:a16="http://schemas.microsoft.com/office/drawing/2014/main" id="{E91F2394-186B-DB2E-DD92-1DF563F5A4ED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61D10B09-070D-8894-0987-CD1D75580E5F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5" name="Straight Arrow Connector 84">
            <a:extLst>
              <a:ext uri="{FF2B5EF4-FFF2-40B4-BE49-F238E27FC236}">
                <a16:creationId xmlns:a16="http://schemas.microsoft.com/office/drawing/2014/main" id="{A0063E0C-2882-6BBA-578B-20B901BEEF70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18D8CB25-8415-9257-9694-A206F8C5BD5D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7" name="Straight Arrow Connector 84">
            <a:extLst>
              <a:ext uri="{FF2B5EF4-FFF2-40B4-BE49-F238E27FC236}">
                <a16:creationId xmlns:a16="http://schemas.microsoft.com/office/drawing/2014/main" id="{48656806-BCA5-5C6A-8B33-7A19A1428B69}"/>
              </a:ext>
            </a:extLst>
          </p:cNvPr>
          <p:cNvCxnSpPr>
            <a:cxnSpLocks/>
            <a:stCxn id="198" idx="3"/>
            <a:endCxn id="265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DF84C36D-F1BD-6C79-3F84-53B472CA3509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49" name="Straight Arrow Connector 84">
            <a:extLst>
              <a:ext uri="{FF2B5EF4-FFF2-40B4-BE49-F238E27FC236}">
                <a16:creationId xmlns:a16="http://schemas.microsoft.com/office/drawing/2014/main" id="{C99494FD-9360-79D8-5F3F-786E612CAE88}"/>
              </a:ext>
            </a:extLst>
          </p:cNvPr>
          <p:cNvCxnSpPr>
            <a:cxnSpLocks/>
            <a:stCxn id="199" idx="4"/>
            <a:endCxn id="264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9EBB2381-272A-A7A4-A4E9-B928E3FF3631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51" name="Straight Arrow Connector 84">
            <a:extLst>
              <a:ext uri="{FF2B5EF4-FFF2-40B4-BE49-F238E27FC236}">
                <a16:creationId xmlns:a16="http://schemas.microsoft.com/office/drawing/2014/main" id="{FE205137-F290-8BF9-5424-3C9B3E51EE09}"/>
              </a:ext>
            </a:extLst>
          </p:cNvPr>
          <p:cNvCxnSpPr>
            <a:cxnSpLocks/>
            <a:stCxn id="198" idx="4"/>
            <a:endCxn id="20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84">
            <a:extLst>
              <a:ext uri="{FF2B5EF4-FFF2-40B4-BE49-F238E27FC236}">
                <a16:creationId xmlns:a16="http://schemas.microsoft.com/office/drawing/2014/main" id="{37CBBEB5-9695-69CA-F493-8B30F2514E89}"/>
              </a:ext>
            </a:extLst>
          </p:cNvPr>
          <p:cNvCxnSpPr>
            <a:cxnSpLocks/>
            <a:stCxn id="199" idx="6"/>
            <a:endCxn id="275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EA78ACDC-3C73-01D5-4FF4-499E5E498333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4" name="Straight Arrow Connector 84">
            <a:extLst>
              <a:ext uri="{FF2B5EF4-FFF2-40B4-BE49-F238E27FC236}">
                <a16:creationId xmlns:a16="http://schemas.microsoft.com/office/drawing/2014/main" id="{BC9F90CA-8036-A91E-44D3-16C4DC3D5FF2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10E5E399-9994-154A-6F49-AA29C485FA87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164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6" name="Straight Arrow Connector 84">
            <a:extLst>
              <a:ext uri="{FF2B5EF4-FFF2-40B4-BE49-F238E27FC236}">
                <a16:creationId xmlns:a16="http://schemas.microsoft.com/office/drawing/2014/main" id="{95B157AD-B0CA-5255-4B37-13F272B8C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7DD13581-05B7-3DFF-7C7D-A872BA5D678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16A1495-AAF1-2D83-A2DD-ED2669CD185D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EE63E31-9121-39C5-A192-4BDC4F06E61A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F16B95-DDC2-CFCC-B480-1303F61FEE5C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BEA6439-3E88-E66E-4CF4-02C0738E977E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753C869-1C7A-0099-6378-FC2A12B36883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D982CE6-0314-6277-94C3-F34DD895650A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D6484ED-1495-089E-0252-4A526DADD42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3A29F51-EDC9-CB73-B93F-BED79D443D09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29E6426-7CE0-FD19-464E-53683DD6DFB0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52B0AC4-D019-4DCA-1E9B-EAC21C453855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38EDFF0-816A-1160-59BA-F8EE7609A98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441ED3-4A5F-D877-1F85-7E5CEFB82963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8,700</a:t>
              </a:r>
            </a:p>
          </p:txBody>
        </p:sp>
      </p:grpSp>
      <p:cxnSp>
        <p:nvCxnSpPr>
          <p:cNvPr id="270" name="Straight Arrow Connector 84">
            <a:extLst>
              <a:ext uri="{FF2B5EF4-FFF2-40B4-BE49-F238E27FC236}">
                <a16:creationId xmlns:a16="http://schemas.microsoft.com/office/drawing/2014/main" id="{E7032498-43B9-B46B-FD5D-E94742E51061}"/>
              </a:ext>
            </a:extLst>
          </p:cNvPr>
          <p:cNvCxnSpPr>
            <a:cxnSpLocks/>
            <a:stCxn id="266" idx="2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B05D0F7-46E1-19C9-43B8-EEB254475777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  <a:r>
              <a:rPr kumimoji="1" lang="en-US" sz="1000" baseline="30000"/>
              <a:t>3</a:t>
            </a:r>
            <a:endParaRPr kumimoji="1" lang="en-US" sz="10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21FB59D-8DD5-833B-3C96-8F7ED3ED796C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6136B9-E8D6-0025-20CF-52921ACED25C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34B4643-3E00-2AE0-F7A2-68840E71AAC4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43F0778-0054-3A79-309D-3885304A0AA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AB55BB4-1128-FB6D-F739-AAC206F73B8C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  <p:sp>
        <p:nvSpPr>
          <p:cNvPr id="277" name="Oval 276">
            <a:extLst>
              <a:ext uri="{FF2B5EF4-FFF2-40B4-BE49-F238E27FC236}">
                <a16:creationId xmlns:a16="http://schemas.microsoft.com/office/drawing/2014/main" id="{F7DB9794-A9D1-C27F-1B11-121C159B1BF8}"/>
              </a:ext>
            </a:extLst>
          </p:cNvPr>
          <p:cNvSpPr/>
          <p:nvPr userDrawn="1"/>
        </p:nvSpPr>
        <p:spPr>
          <a:xfrm>
            <a:off x="9163890" y="144729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3188565-29F5-9F93-D05A-10D2A3F3B32A}"/>
              </a:ext>
            </a:extLst>
          </p:cNvPr>
          <p:cNvSpPr/>
          <p:nvPr userDrawn="1"/>
        </p:nvSpPr>
        <p:spPr>
          <a:xfrm>
            <a:off x="7622275" y="207772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197B8-267B-7199-764F-6943F92A20F5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Gx</a:t>
            </a:r>
            <a:r>
              <a:rPr lang="en-US" sz="800">
                <a:solidFill>
                  <a:srgbClr val="000000"/>
                </a:solidFill>
              </a:rPr>
              <a:t> – Generics,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NT2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Narcolepsy Type II.,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</p:spTree>
    <p:extLst>
      <p:ext uri="{BB962C8B-B14F-4D97-AF65-F5344CB8AC3E}">
        <p14:creationId xmlns:p14="http://schemas.microsoft.com/office/powerpoint/2010/main" val="166191323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xec Su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CDC64A6D-7AE6-0397-C17C-396B73867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773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64A6D-7AE6-0397-C17C-396B73867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022A18-5462-AC3C-DD98-CFB0722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BF0A6-4265-3814-81CC-BE940016A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C380-35AB-AF08-4BA9-83BED54E4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2955B9-92D4-FE08-08DD-42B88C17FC8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pic>
        <p:nvPicPr>
          <p:cNvPr id="135" name="Picture 134" descr="Takeda">
            <a:extLst>
              <a:ext uri="{FF2B5EF4-FFF2-40B4-BE49-F238E27FC236}">
                <a16:creationId xmlns:a16="http://schemas.microsoft.com/office/drawing/2014/main" id="{D49897E7-CF0B-C737-F656-B7B89D875F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4E761CF8-36B6-B6D7-1350-ED1B216C3F8F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STOCKS HAVE BEEN ROUNDED TO NEAREST 100 OR 1,000 TO ALIGN WITH WATERFALL OVERVIEW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E811C4-98A4-F078-9F2F-FD480A1B56B4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6C72DF9-DB58-FA8B-85B8-9C131F1C2CB6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D93D56-C15E-D652-89AA-4CCF4B98D980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298DF8E-9E1E-2707-306B-04BC33C0A6EF}"/>
              </a:ext>
            </a:extLst>
          </p:cNvPr>
          <p:cNvCxnSpPr>
            <a:cxnSpLocks/>
            <a:stCxn id="171" idx="2"/>
            <a:endCxn id="174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0E2B547-2453-33FD-1BF4-86114A81B5FE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  <a:r>
              <a:rPr lang="en-US" sz="1100" i="1" baseline="30000" noProof="0"/>
              <a:t>3</a:t>
            </a:r>
            <a:endParaRPr lang="en-US" sz="1100" i="1" noProof="0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4AD4D8F-BED2-75E7-894E-EFE6C06BFF35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E73F590-A579-D75E-1AA9-0D3B6A8E8FD8}"/>
              </a:ext>
            </a:extLst>
          </p:cNvPr>
          <p:cNvSpPr txBox="1"/>
          <p:nvPr userDrawn="1"/>
        </p:nvSpPr>
        <p:spPr>
          <a:xfrm rot="16200000">
            <a:off x="-281173" y="2191212"/>
            <a:ext cx="1587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(60,000)</a:t>
            </a:r>
            <a:r>
              <a:rPr kumimoji="1" lang="en-US" sz="1050" baseline="30000" noProof="0"/>
              <a:t>1,2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43395AB-EA28-5976-8241-AFE82A819B11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(60,000)</a:t>
            </a:r>
            <a:r>
              <a:rPr kumimoji="1" lang="en-US" sz="1050" baseline="30000" noProof="0"/>
              <a:t>1,2</a:t>
            </a:r>
            <a:endParaRPr kumimoji="1" lang="en-US" sz="1050" noProof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AB0265-3BB4-ECA3-A8B5-0A5115325B80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FAACDF8-F033-6F4B-502B-57F11DD3BBED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0EA26E9-B29C-EBC2-2DD3-1C5B308F7045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</a:t>
            </a:r>
            <a:r>
              <a:rPr kumimoji="1" lang="en-US" sz="1050" baseline="30000" noProof="0"/>
              <a:t>7</a:t>
            </a:r>
            <a:r>
              <a:rPr kumimoji="1" lang="en-US" sz="1050" noProof="0"/>
              <a:t> (14,000)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3BC065D-434A-F4EE-03C1-3FE0EBF3EB7A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16F1559-ED3F-8E5F-0C9D-DE833E2E4F11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</a:t>
            </a:r>
            <a:r>
              <a:rPr kumimoji="1" lang="en-US" sz="1050" baseline="30000" noProof="0"/>
              <a:t>6</a:t>
            </a:r>
            <a:r>
              <a:rPr kumimoji="1" lang="en-US" sz="1050" noProof="0"/>
              <a:t> (42,000)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A85089-A8A6-DE40-985E-784000345F19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1037C31-1136-4A40-4D40-71B213585E2E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88DC9CE-39A4-7C1A-890A-87183F269ADE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89AD02E-EB25-7F89-93AE-499151854970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9E929F-0758-FAA7-7A1A-8BBFAEB4B0EE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C8403B9-525F-9475-273F-4F4672466A0A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Not yet seeking Dx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at sleep specialist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F648D92-4692-55F0-C467-83F9CE81C635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42,000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6C4F5C-35AD-C158-FBC7-DC6DCD61DBD5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30370D2-7E98-7C4A-079D-A7CCB1DDBA52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7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FC15AF-6920-4FA8-8AFD-29D0730AFA82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14,000</a:t>
              </a:r>
            </a:p>
          </p:txBody>
        </p:sp>
      </p:grpSp>
      <p:sp>
        <p:nvSpPr>
          <p:cNvPr id="176" name="Oval 175">
            <a:extLst>
              <a:ext uri="{FF2B5EF4-FFF2-40B4-BE49-F238E27FC236}">
                <a16:creationId xmlns:a16="http://schemas.microsoft.com/office/drawing/2014/main" id="{737A4D51-AA44-BD64-1E15-EEBCCEA5C7CC}"/>
              </a:ext>
            </a:extLst>
          </p:cNvPr>
          <p:cNvSpPr/>
          <p:nvPr userDrawn="1"/>
        </p:nvSpPr>
        <p:spPr>
          <a:xfrm>
            <a:off x="5800269" y="1739135"/>
            <a:ext cx="576868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1,077</a:t>
            </a:r>
            <a:r>
              <a:rPr kumimoji="1" lang="en-US" sz="1000" baseline="30000" noProof="0"/>
              <a:t>4-7</a:t>
            </a:r>
            <a:endParaRPr kumimoji="1" lang="en-US" sz="1000" noProof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43C82D-714F-89E1-07E0-5C9D6685D59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  <a:r>
              <a:rPr lang="en-US" sz="1200" kern="0" baseline="3000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8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78" name="Straight Arrow Connector 84">
            <a:extLst>
              <a:ext uri="{FF2B5EF4-FFF2-40B4-BE49-F238E27FC236}">
                <a16:creationId xmlns:a16="http://schemas.microsoft.com/office/drawing/2014/main" id="{4FC13EEE-9D8B-13E6-1AEC-B6A58E975E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9C94E4-8125-22A4-CBA0-774C7D4D2619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B6A9EF-53BB-DCAF-7E66-3A6D1ED0CA75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590C132-3294-1352-D972-E39F8B69F60C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6,000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B0AE587-292D-527C-66EA-30FF2A5B38D2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B7A8F70-0664-FE3B-97BE-1F0DF7F821D2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0B5F3F-6A7A-D7A0-9350-7AFFA1DCCA7E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cxnSp>
        <p:nvCxnSpPr>
          <p:cNvPr id="185" name="Straight Arrow Connector 84">
            <a:extLst>
              <a:ext uri="{FF2B5EF4-FFF2-40B4-BE49-F238E27FC236}">
                <a16:creationId xmlns:a16="http://schemas.microsoft.com/office/drawing/2014/main" id="{BF7C0687-B08D-D11E-BC8A-61891561987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21DBC0F-D7E0-B1A1-6C59-2B9876DD5C33}"/>
              </a:ext>
            </a:extLst>
          </p:cNvPr>
          <p:cNvGrpSpPr/>
          <p:nvPr userDrawn="1"/>
        </p:nvGrpSpPr>
        <p:grpSpPr>
          <a:xfrm>
            <a:off x="8207114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C906EAF-6C5B-73DF-5EF7-D3A95E8FB5AC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BDDEC8C-3907-0452-9262-460121BDE101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4,000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cxnSp>
        <p:nvCxnSpPr>
          <p:cNvPr id="189" name="Straight Arrow Connector 84">
            <a:extLst>
              <a:ext uri="{FF2B5EF4-FFF2-40B4-BE49-F238E27FC236}">
                <a16:creationId xmlns:a16="http://schemas.microsoft.com/office/drawing/2014/main" id="{ADA11AD3-E912-9A24-679D-6E2AAE6094D9}"/>
              </a:ext>
            </a:extLst>
          </p:cNvPr>
          <p:cNvCxnSpPr>
            <a:cxnSpLocks/>
            <a:stCxn id="172" idx="3"/>
            <a:endCxn id="187" idx="0"/>
          </p:cNvCxnSpPr>
          <p:nvPr userDrawn="1"/>
        </p:nvCxnSpPr>
        <p:spPr>
          <a:xfrm>
            <a:off x="7446290" y="1524537"/>
            <a:ext cx="1912824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4">
            <a:extLst>
              <a:ext uri="{FF2B5EF4-FFF2-40B4-BE49-F238E27FC236}">
                <a16:creationId xmlns:a16="http://schemas.microsoft.com/office/drawing/2014/main" id="{2C7C4623-37B5-0653-9896-5587D1593458}"/>
              </a:ext>
            </a:extLst>
          </p:cNvPr>
          <p:cNvCxnSpPr>
            <a:cxnSpLocks/>
            <a:stCxn id="175" idx="3"/>
            <a:endCxn id="187" idx="1"/>
          </p:cNvCxnSpPr>
          <p:nvPr userDrawn="1"/>
        </p:nvCxnSpPr>
        <p:spPr>
          <a:xfrm>
            <a:off x="7446290" y="2173253"/>
            <a:ext cx="760824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84">
            <a:extLst>
              <a:ext uri="{FF2B5EF4-FFF2-40B4-BE49-F238E27FC236}">
                <a16:creationId xmlns:a16="http://schemas.microsoft.com/office/drawing/2014/main" id="{2C06E2F9-B847-8A9B-F55E-B67B3F2955AE}"/>
              </a:ext>
            </a:extLst>
          </p:cNvPr>
          <p:cNvCxnSpPr>
            <a:cxnSpLocks/>
            <a:stCxn id="174" idx="1"/>
            <a:endCxn id="20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6B5A306-2182-2174-1068-3E73CFE8EEE9}"/>
              </a:ext>
            </a:extLst>
          </p:cNvPr>
          <p:cNvSpPr/>
          <p:nvPr userDrawn="1"/>
        </p:nvSpPr>
        <p:spPr>
          <a:xfrm>
            <a:off x="6749418" y="2846238"/>
            <a:ext cx="696872" cy="180494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A2740BC-98C5-4A30-B70C-1C8ABE315DDD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82F3E3B-CB02-157B-C2D5-AE82CE92689A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D74CAAE-5950-0CFA-035A-ED2EC69D8A89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(60,000)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1566288-3654-E1E6-92EA-D0CA01429FB6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6C865C7-EB27-AA77-1EA7-672EFFA35855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(45,000)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161923C-80D3-86A3-AE73-72EE2EAC1231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2C9E4F8-584D-4C53-6CD2-CF2216F69E25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200" name="Straight Arrow Connector 84">
            <a:extLst>
              <a:ext uri="{FF2B5EF4-FFF2-40B4-BE49-F238E27FC236}">
                <a16:creationId xmlns:a16="http://schemas.microsoft.com/office/drawing/2014/main" id="{5558053D-6204-6B40-EBD9-2C9C69A94591}"/>
              </a:ext>
            </a:extLst>
          </p:cNvPr>
          <p:cNvCxnSpPr>
            <a:cxnSpLocks/>
            <a:stCxn id="174" idx="2"/>
            <a:endCxn id="19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84">
            <a:extLst>
              <a:ext uri="{FF2B5EF4-FFF2-40B4-BE49-F238E27FC236}">
                <a16:creationId xmlns:a16="http://schemas.microsoft.com/office/drawing/2014/main" id="{DBFFCBBB-E3EC-EB53-CDB3-A030B5F577D5}"/>
              </a:ext>
            </a:extLst>
          </p:cNvPr>
          <p:cNvCxnSpPr>
            <a:cxnSpLocks/>
            <a:stCxn id="174" idx="2"/>
            <a:endCxn id="19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92A01A43-6096-09CA-CD4C-716A81AB233A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6C3796-1FC7-B88E-6B3C-E5A8BA7C478D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  <a:r>
              <a:rPr kumimoji="1" lang="en-US" sz="1000" baseline="30000"/>
              <a:t>2</a:t>
            </a:r>
            <a:endParaRPr kumimoji="1" lang="en-US" sz="10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5D3FCD-13FA-0AA8-D8DE-B32ADF70C832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E4D25FA-9201-A1E5-0595-A1F8A0BFB368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420383-2629-F6B7-72EE-52C744A0B121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7DADD5-F7FA-1C5E-E9CE-E88CF64C0FBA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CE3354B-2322-D378-C2A4-57E0339E7718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16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1066F9-DF19-36D7-DF60-DBF28365AAA4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BE02EFA-8EDC-3037-C3B9-EC558EF72283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49057E4-AE14-786C-533C-254019D31E8F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9k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353E953-D52F-DA01-BAAF-CA85EFF9BF63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A156612-FB25-AB43-D21E-63FF15DEE2ED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537C834-3A8E-4FC1-1031-424806F8AFDB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20k</a:t>
              </a:r>
            </a:p>
          </p:txBody>
        </p:sp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E10DC8C4-2B3D-0E04-6BEC-B116983A15EC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239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5F7230D-8155-08F8-2B21-88C525E3E535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cxnSp>
        <p:nvCxnSpPr>
          <p:cNvPr id="217" name="Straight Arrow Connector 84">
            <a:extLst>
              <a:ext uri="{FF2B5EF4-FFF2-40B4-BE49-F238E27FC236}">
                <a16:creationId xmlns:a16="http://schemas.microsoft.com/office/drawing/2014/main" id="{1891796E-5853-458C-7D4A-1A49C8706AB6}"/>
              </a:ext>
            </a:extLst>
          </p:cNvPr>
          <p:cNvCxnSpPr>
            <a:cxnSpLocks/>
            <a:stCxn id="205" idx="3"/>
            <a:endCxn id="21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84">
            <a:extLst>
              <a:ext uri="{FF2B5EF4-FFF2-40B4-BE49-F238E27FC236}">
                <a16:creationId xmlns:a16="http://schemas.microsoft.com/office/drawing/2014/main" id="{ABC45ED7-0CB6-0170-46F4-4EF726F6DBAF}"/>
              </a:ext>
            </a:extLst>
          </p:cNvPr>
          <p:cNvCxnSpPr>
            <a:cxnSpLocks/>
            <a:stCxn id="216" idx="3"/>
            <a:endCxn id="22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84">
            <a:extLst>
              <a:ext uri="{FF2B5EF4-FFF2-40B4-BE49-F238E27FC236}">
                <a16:creationId xmlns:a16="http://schemas.microsoft.com/office/drawing/2014/main" id="{A5E900DF-4D1E-1232-0884-1DF1CC835434}"/>
              </a:ext>
            </a:extLst>
          </p:cNvPr>
          <p:cNvCxnSpPr>
            <a:cxnSpLocks/>
            <a:stCxn id="21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7958EA0-B554-FCD5-8A12-D2B4C0BEEFC5}"/>
              </a:ext>
            </a:extLst>
          </p:cNvPr>
          <p:cNvCxnSpPr>
            <a:cxnSpLocks/>
            <a:stCxn id="157" idx="2"/>
            <a:endCxn id="171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7F72F891-3DA3-49F7-5E74-A36C60B9841D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763EF2AA-758A-0A15-FA6F-F16EDB92F307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3" name="Straight Arrow Connector 84">
            <a:extLst>
              <a:ext uri="{FF2B5EF4-FFF2-40B4-BE49-F238E27FC236}">
                <a16:creationId xmlns:a16="http://schemas.microsoft.com/office/drawing/2014/main" id="{8BF1C94E-4F37-CB8C-D2C2-583CB4E7C00E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3C8FA01D-2ECC-8A92-594D-54BF7B104D02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2EC5D78-C84D-3163-6E05-3BF026B9CB43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6" name="Straight Arrow Connector 84">
            <a:extLst>
              <a:ext uri="{FF2B5EF4-FFF2-40B4-BE49-F238E27FC236}">
                <a16:creationId xmlns:a16="http://schemas.microsoft.com/office/drawing/2014/main" id="{29802D44-F27D-C2BD-0376-760825862B96}"/>
              </a:ext>
            </a:extLst>
          </p:cNvPr>
          <p:cNvCxnSpPr>
            <a:cxnSpLocks/>
            <a:stCxn id="205" idx="4"/>
            <a:endCxn id="224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84">
            <a:extLst>
              <a:ext uri="{FF2B5EF4-FFF2-40B4-BE49-F238E27FC236}">
                <a16:creationId xmlns:a16="http://schemas.microsoft.com/office/drawing/2014/main" id="{E86842FF-BF83-EA40-2140-E32E375F9603}"/>
              </a:ext>
            </a:extLst>
          </p:cNvPr>
          <p:cNvCxnSpPr>
            <a:cxnSpLocks/>
            <a:stCxn id="216" idx="4"/>
            <a:endCxn id="225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84">
            <a:extLst>
              <a:ext uri="{FF2B5EF4-FFF2-40B4-BE49-F238E27FC236}">
                <a16:creationId xmlns:a16="http://schemas.microsoft.com/office/drawing/2014/main" id="{8CCE45F5-B68D-0369-5E07-4C2CE487B738}"/>
              </a:ext>
            </a:extLst>
          </p:cNvPr>
          <p:cNvCxnSpPr>
            <a:cxnSpLocks/>
            <a:stCxn id="224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84">
            <a:extLst>
              <a:ext uri="{FF2B5EF4-FFF2-40B4-BE49-F238E27FC236}">
                <a16:creationId xmlns:a16="http://schemas.microsoft.com/office/drawing/2014/main" id="{A6C737A6-4A77-BBFD-C527-D6FDA63D3598}"/>
              </a:ext>
            </a:extLst>
          </p:cNvPr>
          <p:cNvCxnSpPr>
            <a:cxnSpLocks/>
            <a:stCxn id="225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BE4F9F02-D830-58C5-19B8-9528F7E20CBD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298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B1B623A-EE40-C628-C4EA-9E407469BDEC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B749D4-18C6-893B-0107-D6C269820415}"/>
              </a:ext>
            </a:extLst>
          </p:cNvPr>
          <p:cNvCxnSpPr>
            <a:cxnSpLocks/>
            <a:stCxn id="230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84">
            <a:extLst>
              <a:ext uri="{FF2B5EF4-FFF2-40B4-BE49-F238E27FC236}">
                <a16:creationId xmlns:a16="http://schemas.microsoft.com/office/drawing/2014/main" id="{773F8C71-156C-C6DD-D2D8-4DB8000C9189}"/>
              </a:ext>
            </a:extLst>
          </p:cNvPr>
          <p:cNvCxnSpPr>
            <a:cxnSpLocks/>
            <a:stCxn id="231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84">
            <a:extLst>
              <a:ext uri="{FF2B5EF4-FFF2-40B4-BE49-F238E27FC236}">
                <a16:creationId xmlns:a16="http://schemas.microsoft.com/office/drawing/2014/main" id="{E866EEB6-5D89-06C9-CA5C-EBA90127308D}"/>
              </a:ext>
            </a:extLst>
          </p:cNvPr>
          <p:cNvCxnSpPr>
            <a:cxnSpLocks/>
            <a:stCxn id="216" idx="5"/>
            <a:endCxn id="231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84">
            <a:extLst>
              <a:ext uri="{FF2B5EF4-FFF2-40B4-BE49-F238E27FC236}">
                <a16:creationId xmlns:a16="http://schemas.microsoft.com/office/drawing/2014/main" id="{F3915D0B-B661-BB11-9928-0E548E30D8D3}"/>
              </a:ext>
            </a:extLst>
          </p:cNvPr>
          <p:cNvCxnSpPr>
            <a:cxnSpLocks/>
            <a:stCxn id="205" idx="5"/>
            <a:endCxn id="230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84">
            <a:extLst>
              <a:ext uri="{FF2B5EF4-FFF2-40B4-BE49-F238E27FC236}">
                <a16:creationId xmlns:a16="http://schemas.microsoft.com/office/drawing/2014/main" id="{BF4867D1-EA80-6E4E-B118-C8821014D731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84">
            <a:extLst>
              <a:ext uri="{FF2B5EF4-FFF2-40B4-BE49-F238E27FC236}">
                <a16:creationId xmlns:a16="http://schemas.microsoft.com/office/drawing/2014/main" id="{03E5B821-E68B-FAF9-5C87-01DFE5DAC5D8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3DBEA673-554E-E827-0D90-4FDCDAF8DEE1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553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FCB70BD-A1D0-D867-5723-66AE0CBB22D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266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0" name="Straight Arrow Connector 84">
            <a:extLst>
              <a:ext uri="{FF2B5EF4-FFF2-40B4-BE49-F238E27FC236}">
                <a16:creationId xmlns:a16="http://schemas.microsoft.com/office/drawing/2014/main" id="{1D7A83F4-4FD4-AD44-7535-36CD1900CE5B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84">
            <a:extLst>
              <a:ext uri="{FF2B5EF4-FFF2-40B4-BE49-F238E27FC236}">
                <a16:creationId xmlns:a16="http://schemas.microsoft.com/office/drawing/2014/main" id="{201FC289-EB74-21BB-E3D3-5F968FF37BD5}"/>
              </a:ext>
            </a:extLst>
          </p:cNvPr>
          <p:cNvCxnSpPr>
            <a:cxnSpLocks/>
            <a:stCxn id="275" idx="2"/>
            <a:endCxn id="21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30F19C1B-07CC-AF8C-E0A3-33BA5C571915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3" name="Straight Arrow Connector 84">
            <a:extLst>
              <a:ext uri="{FF2B5EF4-FFF2-40B4-BE49-F238E27FC236}">
                <a16:creationId xmlns:a16="http://schemas.microsoft.com/office/drawing/2014/main" id="{E91F2394-186B-DB2E-DD92-1DF563F5A4ED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61D10B09-070D-8894-0987-CD1D75580E5F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5" name="Straight Arrow Connector 84">
            <a:extLst>
              <a:ext uri="{FF2B5EF4-FFF2-40B4-BE49-F238E27FC236}">
                <a16:creationId xmlns:a16="http://schemas.microsoft.com/office/drawing/2014/main" id="{A0063E0C-2882-6BBA-578B-20B901BEEF70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18D8CB25-8415-9257-9694-A206F8C5BD5D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7" name="Straight Arrow Connector 84">
            <a:extLst>
              <a:ext uri="{FF2B5EF4-FFF2-40B4-BE49-F238E27FC236}">
                <a16:creationId xmlns:a16="http://schemas.microsoft.com/office/drawing/2014/main" id="{48656806-BCA5-5C6A-8B33-7A19A1428B69}"/>
              </a:ext>
            </a:extLst>
          </p:cNvPr>
          <p:cNvCxnSpPr>
            <a:cxnSpLocks/>
            <a:stCxn id="198" idx="3"/>
            <a:endCxn id="265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DF84C36D-F1BD-6C79-3F84-53B472CA3509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49" name="Straight Arrow Connector 84">
            <a:extLst>
              <a:ext uri="{FF2B5EF4-FFF2-40B4-BE49-F238E27FC236}">
                <a16:creationId xmlns:a16="http://schemas.microsoft.com/office/drawing/2014/main" id="{C99494FD-9360-79D8-5F3F-786E612CAE88}"/>
              </a:ext>
            </a:extLst>
          </p:cNvPr>
          <p:cNvCxnSpPr>
            <a:cxnSpLocks/>
            <a:stCxn id="199" idx="4"/>
            <a:endCxn id="264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9EBB2381-272A-A7A4-A4E9-B928E3FF3631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51" name="Straight Arrow Connector 84">
            <a:extLst>
              <a:ext uri="{FF2B5EF4-FFF2-40B4-BE49-F238E27FC236}">
                <a16:creationId xmlns:a16="http://schemas.microsoft.com/office/drawing/2014/main" id="{FE205137-F290-8BF9-5424-3C9B3E51EE09}"/>
              </a:ext>
            </a:extLst>
          </p:cNvPr>
          <p:cNvCxnSpPr>
            <a:cxnSpLocks/>
            <a:stCxn id="198" idx="4"/>
            <a:endCxn id="20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84">
            <a:extLst>
              <a:ext uri="{FF2B5EF4-FFF2-40B4-BE49-F238E27FC236}">
                <a16:creationId xmlns:a16="http://schemas.microsoft.com/office/drawing/2014/main" id="{37CBBEB5-9695-69CA-F493-8B30F2514E89}"/>
              </a:ext>
            </a:extLst>
          </p:cNvPr>
          <p:cNvCxnSpPr>
            <a:cxnSpLocks/>
            <a:stCxn id="199" idx="6"/>
            <a:endCxn id="275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EA78ACDC-3C73-01D5-4FF4-499E5E498333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4" name="Straight Arrow Connector 84">
            <a:extLst>
              <a:ext uri="{FF2B5EF4-FFF2-40B4-BE49-F238E27FC236}">
                <a16:creationId xmlns:a16="http://schemas.microsoft.com/office/drawing/2014/main" id="{BC9F90CA-8036-A91E-44D3-16C4DC3D5FF2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10E5E399-9994-154A-6F49-AA29C485FA87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164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6" name="Straight Arrow Connector 84">
            <a:extLst>
              <a:ext uri="{FF2B5EF4-FFF2-40B4-BE49-F238E27FC236}">
                <a16:creationId xmlns:a16="http://schemas.microsoft.com/office/drawing/2014/main" id="{95B157AD-B0CA-5255-4B37-13F272B8C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7DD13581-05B7-3DFF-7C7D-A872BA5D678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16A1495-AAF1-2D83-A2DD-ED2669CD185D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EE63E31-9121-39C5-A192-4BDC4F06E61A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F16B95-DDC2-CFCC-B480-1303F61FEE5C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BEA6439-3E88-E66E-4CF4-02C0738E977E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753C869-1C7A-0099-6378-FC2A12B36883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D982CE6-0314-6277-94C3-F34DD895650A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D6484ED-1495-089E-0252-4A526DADD42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3A29F51-EDC9-CB73-B93F-BED79D443D09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29E6426-7CE0-FD19-464E-53683DD6DFB0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52B0AC4-D019-4DCA-1E9B-EAC21C453855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38EDFF0-816A-1160-59BA-F8EE7609A98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441ED3-4A5F-D877-1F85-7E5CEFB82963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8,700</a:t>
              </a:r>
            </a:p>
          </p:txBody>
        </p:sp>
      </p:grpSp>
      <p:cxnSp>
        <p:nvCxnSpPr>
          <p:cNvPr id="270" name="Straight Arrow Connector 84">
            <a:extLst>
              <a:ext uri="{FF2B5EF4-FFF2-40B4-BE49-F238E27FC236}">
                <a16:creationId xmlns:a16="http://schemas.microsoft.com/office/drawing/2014/main" id="{E7032498-43B9-B46B-FD5D-E94742E51061}"/>
              </a:ext>
            </a:extLst>
          </p:cNvPr>
          <p:cNvCxnSpPr>
            <a:cxnSpLocks/>
            <a:stCxn id="266" idx="2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B05D0F7-46E1-19C9-43B8-EEB254475777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  <a:r>
              <a:rPr kumimoji="1" lang="en-US" sz="1000" baseline="30000"/>
              <a:t>3</a:t>
            </a:r>
            <a:endParaRPr kumimoji="1" lang="en-US" sz="10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21FB59D-8DD5-833B-3C96-8F7ED3ED796C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6136B9-E8D6-0025-20CF-52921ACED25C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34B4643-3E00-2AE0-F7A2-68840E71AAC4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43F0778-0054-3A79-309D-3885304A0AA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AB55BB4-1128-FB6D-F739-AAC206F73B8C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  <p:sp>
        <p:nvSpPr>
          <p:cNvPr id="277" name="Oval 276">
            <a:extLst>
              <a:ext uri="{FF2B5EF4-FFF2-40B4-BE49-F238E27FC236}">
                <a16:creationId xmlns:a16="http://schemas.microsoft.com/office/drawing/2014/main" id="{F7DB9794-A9D1-C27F-1B11-121C159B1BF8}"/>
              </a:ext>
            </a:extLst>
          </p:cNvPr>
          <p:cNvSpPr/>
          <p:nvPr userDrawn="1"/>
        </p:nvSpPr>
        <p:spPr>
          <a:xfrm>
            <a:off x="9163890" y="144729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3188565-29F5-9F93-D05A-10D2A3F3B32A}"/>
              </a:ext>
            </a:extLst>
          </p:cNvPr>
          <p:cNvSpPr/>
          <p:nvPr userDrawn="1"/>
        </p:nvSpPr>
        <p:spPr>
          <a:xfrm>
            <a:off x="7622275" y="207772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197B8-267B-7199-764F-6943F92A20F5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Gx</a:t>
            </a:r>
            <a:r>
              <a:rPr lang="en-US" sz="800">
                <a:solidFill>
                  <a:srgbClr val="000000"/>
                </a:solidFill>
              </a:rPr>
              <a:t> – Generics,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NT2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Narcolepsy Type II.,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</p:spTree>
    <p:extLst>
      <p:ext uri="{BB962C8B-B14F-4D97-AF65-F5344CB8AC3E}">
        <p14:creationId xmlns:p14="http://schemas.microsoft.com/office/powerpoint/2010/main" val="214036527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CDC64A6D-7AE6-0397-C17C-396B73867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773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64A6D-7AE6-0397-C17C-396B73867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022A18-5462-AC3C-DD98-CFB0722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BF0A6-4265-3814-81CC-BE940016A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C380-35AB-AF08-4BA9-83BED54E4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2955B9-92D4-FE08-08DD-42B88C17FC8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pic>
        <p:nvPicPr>
          <p:cNvPr id="135" name="Picture 134" descr="Takeda">
            <a:extLst>
              <a:ext uri="{FF2B5EF4-FFF2-40B4-BE49-F238E27FC236}">
                <a16:creationId xmlns:a16="http://schemas.microsoft.com/office/drawing/2014/main" id="{D49897E7-CF0B-C737-F656-B7B89D875F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4E761CF8-36B6-B6D7-1350-ED1B216C3F8F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STOCKS HAVE BEEN ROUNDED TO NEAREST 100 OR 1,000 TO ALIGN WITH WATERFALL OVERVIEW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E811C4-98A4-F078-9F2F-FD480A1B56B4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6C72DF9-DB58-FA8B-85B8-9C131F1C2CB6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D93D56-C15E-D652-89AA-4CCF4B98D980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298DF8E-9E1E-2707-306B-04BC33C0A6EF}"/>
              </a:ext>
            </a:extLst>
          </p:cNvPr>
          <p:cNvCxnSpPr>
            <a:cxnSpLocks/>
            <a:stCxn id="171" idx="2"/>
            <a:endCxn id="174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0E2B547-2453-33FD-1BF4-86114A81B5FE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  <a:r>
              <a:rPr lang="en-US" sz="1100" i="1" baseline="30000" noProof="0"/>
              <a:t>3</a:t>
            </a:r>
            <a:endParaRPr lang="en-US" sz="1100" i="1" noProof="0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4AD4D8F-BED2-75E7-894E-EFE6C06BFF35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E73F590-A579-D75E-1AA9-0D3B6A8E8FD8}"/>
              </a:ext>
            </a:extLst>
          </p:cNvPr>
          <p:cNvSpPr txBox="1"/>
          <p:nvPr userDrawn="1"/>
        </p:nvSpPr>
        <p:spPr>
          <a:xfrm rot="16200000">
            <a:off x="-281173" y="2191212"/>
            <a:ext cx="1587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(60,000)</a:t>
            </a:r>
            <a:r>
              <a:rPr kumimoji="1" lang="en-US" sz="1050" baseline="30000" noProof="0"/>
              <a:t>1,2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43395AB-EA28-5976-8241-AFE82A819B11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(60,000)</a:t>
            </a:r>
            <a:r>
              <a:rPr kumimoji="1" lang="en-US" sz="1050" baseline="30000" noProof="0"/>
              <a:t>1,2</a:t>
            </a:r>
            <a:endParaRPr kumimoji="1" lang="en-US" sz="1050" noProof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AB0265-3BB4-ECA3-A8B5-0A5115325B80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FAACDF8-F033-6F4B-502B-57F11DD3BBED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0EA26E9-B29C-EBC2-2DD3-1C5B308F7045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</a:t>
            </a:r>
            <a:r>
              <a:rPr kumimoji="1" lang="en-US" sz="1050" baseline="30000" noProof="0"/>
              <a:t>7</a:t>
            </a:r>
            <a:r>
              <a:rPr kumimoji="1" lang="en-US" sz="1050" noProof="0"/>
              <a:t> (14,000)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3BC065D-434A-F4EE-03C1-3FE0EBF3EB7A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16F1559-ED3F-8E5F-0C9D-DE833E2E4F11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</a:t>
            </a:r>
            <a:r>
              <a:rPr kumimoji="1" lang="en-US" sz="1050" baseline="30000" noProof="0"/>
              <a:t>6</a:t>
            </a:r>
            <a:r>
              <a:rPr kumimoji="1" lang="en-US" sz="1050" noProof="0"/>
              <a:t> (42,000)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A85089-A8A6-DE40-985E-784000345F19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1037C31-1136-4A40-4D40-71B213585E2E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88DC9CE-39A4-7C1A-890A-87183F269ADE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89AD02E-EB25-7F89-93AE-499151854970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9E929F-0758-FAA7-7A1A-8BBFAEB4B0EE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C8403B9-525F-9475-273F-4F4672466A0A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Not yet seeking Dx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at sleep specialist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F648D92-4692-55F0-C467-83F9CE81C635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42,000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6C4F5C-35AD-C158-FBC7-DC6DCD61DBD5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30370D2-7E98-7C4A-079D-A7CCB1DDBA52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7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FC15AF-6920-4FA8-8AFD-29D0730AFA82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14,000</a:t>
              </a:r>
            </a:p>
          </p:txBody>
        </p:sp>
      </p:grpSp>
      <p:sp>
        <p:nvSpPr>
          <p:cNvPr id="176" name="Oval 175">
            <a:extLst>
              <a:ext uri="{FF2B5EF4-FFF2-40B4-BE49-F238E27FC236}">
                <a16:creationId xmlns:a16="http://schemas.microsoft.com/office/drawing/2014/main" id="{737A4D51-AA44-BD64-1E15-EEBCCEA5C7CC}"/>
              </a:ext>
            </a:extLst>
          </p:cNvPr>
          <p:cNvSpPr/>
          <p:nvPr userDrawn="1"/>
        </p:nvSpPr>
        <p:spPr>
          <a:xfrm>
            <a:off x="5800269" y="1739135"/>
            <a:ext cx="576868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1,077</a:t>
            </a:r>
            <a:r>
              <a:rPr kumimoji="1" lang="en-US" sz="1000" baseline="30000" noProof="0"/>
              <a:t>4-7</a:t>
            </a:r>
            <a:endParaRPr kumimoji="1" lang="en-US" sz="1000" noProof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43C82D-714F-89E1-07E0-5C9D6685D59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  <a:r>
              <a:rPr lang="en-US" sz="1200" kern="0" baseline="3000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8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78" name="Straight Arrow Connector 84">
            <a:extLst>
              <a:ext uri="{FF2B5EF4-FFF2-40B4-BE49-F238E27FC236}">
                <a16:creationId xmlns:a16="http://schemas.microsoft.com/office/drawing/2014/main" id="{4FC13EEE-9D8B-13E6-1AEC-B6A58E975E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9C94E4-8125-22A4-CBA0-774C7D4D2619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B6A9EF-53BB-DCAF-7E66-3A6D1ED0CA75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590C132-3294-1352-D972-E39F8B69F60C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6,000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B0AE587-292D-527C-66EA-30FF2A5B38D2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B7A8F70-0664-FE3B-97BE-1F0DF7F821D2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0B5F3F-6A7A-D7A0-9350-7AFFA1DCCA7E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cxnSp>
        <p:nvCxnSpPr>
          <p:cNvPr id="185" name="Straight Arrow Connector 84">
            <a:extLst>
              <a:ext uri="{FF2B5EF4-FFF2-40B4-BE49-F238E27FC236}">
                <a16:creationId xmlns:a16="http://schemas.microsoft.com/office/drawing/2014/main" id="{BF7C0687-B08D-D11E-BC8A-61891561987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21DBC0F-D7E0-B1A1-6C59-2B9876DD5C33}"/>
              </a:ext>
            </a:extLst>
          </p:cNvPr>
          <p:cNvGrpSpPr/>
          <p:nvPr userDrawn="1"/>
        </p:nvGrpSpPr>
        <p:grpSpPr>
          <a:xfrm>
            <a:off x="8207114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C906EAF-6C5B-73DF-5EF7-D3A95E8FB5AC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BDDEC8C-3907-0452-9262-460121BDE101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4,000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cxnSp>
        <p:nvCxnSpPr>
          <p:cNvPr id="189" name="Straight Arrow Connector 84">
            <a:extLst>
              <a:ext uri="{FF2B5EF4-FFF2-40B4-BE49-F238E27FC236}">
                <a16:creationId xmlns:a16="http://schemas.microsoft.com/office/drawing/2014/main" id="{ADA11AD3-E912-9A24-679D-6E2AAE6094D9}"/>
              </a:ext>
            </a:extLst>
          </p:cNvPr>
          <p:cNvCxnSpPr>
            <a:cxnSpLocks/>
            <a:stCxn id="172" idx="3"/>
            <a:endCxn id="187" idx="0"/>
          </p:cNvCxnSpPr>
          <p:nvPr userDrawn="1"/>
        </p:nvCxnSpPr>
        <p:spPr>
          <a:xfrm>
            <a:off x="7446290" y="1524537"/>
            <a:ext cx="1912824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4">
            <a:extLst>
              <a:ext uri="{FF2B5EF4-FFF2-40B4-BE49-F238E27FC236}">
                <a16:creationId xmlns:a16="http://schemas.microsoft.com/office/drawing/2014/main" id="{2C7C4623-37B5-0653-9896-5587D1593458}"/>
              </a:ext>
            </a:extLst>
          </p:cNvPr>
          <p:cNvCxnSpPr>
            <a:cxnSpLocks/>
            <a:stCxn id="175" idx="3"/>
            <a:endCxn id="187" idx="1"/>
          </p:cNvCxnSpPr>
          <p:nvPr userDrawn="1"/>
        </p:nvCxnSpPr>
        <p:spPr>
          <a:xfrm>
            <a:off x="7446290" y="2173253"/>
            <a:ext cx="760824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84">
            <a:extLst>
              <a:ext uri="{FF2B5EF4-FFF2-40B4-BE49-F238E27FC236}">
                <a16:creationId xmlns:a16="http://schemas.microsoft.com/office/drawing/2014/main" id="{2C06E2F9-B847-8A9B-F55E-B67B3F2955AE}"/>
              </a:ext>
            </a:extLst>
          </p:cNvPr>
          <p:cNvCxnSpPr>
            <a:cxnSpLocks/>
            <a:stCxn id="174" idx="1"/>
            <a:endCxn id="20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6B5A306-2182-2174-1068-3E73CFE8EEE9}"/>
              </a:ext>
            </a:extLst>
          </p:cNvPr>
          <p:cNvSpPr/>
          <p:nvPr userDrawn="1"/>
        </p:nvSpPr>
        <p:spPr>
          <a:xfrm>
            <a:off x="6749418" y="2846238"/>
            <a:ext cx="696872" cy="180494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A2740BC-98C5-4A30-B70C-1C8ABE315DDD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82F3E3B-CB02-157B-C2D5-AE82CE92689A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D74CAAE-5950-0CFA-035A-ED2EC69D8A89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(60,000)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1566288-3654-E1E6-92EA-D0CA01429FB6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6C865C7-EB27-AA77-1EA7-672EFFA35855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(45,000)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161923C-80D3-86A3-AE73-72EE2EAC1231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2C9E4F8-584D-4C53-6CD2-CF2216F69E25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200" name="Straight Arrow Connector 84">
            <a:extLst>
              <a:ext uri="{FF2B5EF4-FFF2-40B4-BE49-F238E27FC236}">
                <a16:creationId xmlns:a16="http://schemas.microsoft.com/office/drawing/2014/main" id="{5558053D-6204-6B40-EBD9-2C9C69A94591}"/>
              </a:ext>
            </a:extLst>
          </p:cNvPr>
          <p:cNvCxnSpPr>
            <a:cxnSpLocks/>
            <a:stCxn id="174" idx="2"/>
            <a:endCxn id="19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84">
            <a:extLst>
              <a:ext uri="{FF2B5EF4-FFF2-40B4-BE49-F238E27FC236}">
                <a16:creationId xmlns:a16="http://schemas.microsoft.com/office/drawing/2014/main" id="{DBFFCBBB-E3EC-EB53-CDB3-A030B5F577D5}"/>
              </a:ext>
            </a:extLst>
          </p:cNvPr>
          <p:cNvCxnSpPr>
            <a:cxnSpLocks/>
            <a:stCxn id="174" idx="2"/>
            <a:endCxn id="19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92A01A43-6096-09CA-CD4C-716A81AB233A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6C3796-1FC7-B88E-6B3C-E5A8BA7C478D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  <a:r>
              <a:rPr kumimoji="1" lang="en-US" sz="1000" baseline="30000"/>
              <a:t>2</a:t>
            </a:r>
            <a:endParaRPr kumimoji="1" lang="en-US" sz="10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5D3FCD-13FA-0AA8-D8DE-B32ADF70C832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E4D25FA-9201-A1E5-0595-A1F8A0BFB368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420383-2629-F6B7-72EE-52C744A0B121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7DADD5-F7FA-1C5E-E9CE-E88CF64C0FBA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CE3354B-2322-D378-C2A4-57E0339E7718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16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1066F9-DF19-36D7-DF60-DBF28365AAA4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BE02EFA-8EDC-3037-C3B9-EC558EF72283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49057E4-AE14-786C-533C-254019D31E8F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9k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353E953-D52F-DA01-BAAF-CA85EFF9BF63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A156612-FB25-AB43-D21E-63FF15DEE2ED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537C834-3A8E-4FC1-1031-424806F8AFDB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20k</a:t>
              </a:r>
            </a:p>
          </p:txBody>
        </p:sp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E10DC8C4-2B3D-0E04-6BEC-B116983A15EC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239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5F7230D-8155-08F8-2B21-88C525E3E535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cxnSp>
        <p:nvCxnSpPr>
          <p:cNvPr id="217" name="Straight Arrow Connector 84">
            <a:extLst>
              <a:ext uri="{FF2B5EF4-FFF2-40B4-BE49-F238E27FC236}">
                <a16:creationId xmlns:a16="http://schemas.microsoft.com/office/drawing/2014/main" id="{1891796E-5853-458C-7D4A-1A49C8706AB6}"/>
              </a:ext>
            </a:extLst>
          </p:cNvPr>
          <p:cNvCxnSpPr>
            <a:cxnSpLocks/>
            <a:stCxn id="205" idx="3"/>
            <a:endCxn id="21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84">
            <a:extLst>
              <a:ext uri="{FF2B5EF4-FFF2-40B4-BE49-F238E27FC236}">
                <a16:creationId xmlns:a16="http://schemas.microsoft.com/office/drawing/2014/main" id="{ABC45ED7-0CB6-0170-46F4-4EF726F6DBAF}"/>
              </a:ext>
            </a:extLst>
          </p:cNvPr>
          <p:cNvCxnSpPr>
            <a:cxnSpLocks/>
            <a:stCxn id="216" idx="3"/>
            <a:endCxn id="22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84">
            <a:extLst>
              <a:ext uri="{FF2B5EF4-FFF2-40B4-BE49-F238E27FC236}">
                <a16:creationId xmlns:a16="http://schemas.microsoft.com/office/drawing/2014/main" id="{A5E900DF-4D1E-1232-0884-1DF1CC835434}"/>
              </a:ext>
            </a:extLst>
          </p:cNvPr>
          <p:cNvCxnSpPr>
            <a:cxnSpLocks/>
            <a:stCxn id="21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7958EA0-B554-FCD5-8A12-D2B4C0BEEFC5}"/>
              </a:ext>
            </a:extLst>
          </p:cNvPr>
          <p:cNvCxnSpPr>
            <a:cxnSpLocks/>
            <a:stCxn id="157" idx="2"/>
            <a:endCxn id="171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7F72F891-3DA3-49F7-5E74-A36C60B9841D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763EF2AA-758A-0A15-FA6F-F16EDB92F307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3" name="Straight Arrow Connector 84">
            <a:extLst>
              <a:ext uri="{FF2B5EF4-FFF2-40B4-BE49-F238E27FC236}">
                <a16:creationId xmlns:a16="http://schemas.microsoft.com/office/drawing/2014/main" id="{8BF1C94E-4F37-CB8C-D2C2-583CB4E7C00E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3C8FA01D-2ECC-8A92-594D-54BF7B104D02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2EC5D78-C84D-3163-6E05-3BF026B9CB43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6" name="Straight Arrow Connector 84">
            <a:extLst>
              <a:ext uri="{FF2B5EF4-FFF2-40B4-BE49-F238E27FC236}">
                <a16:creationId xmlns:a16="http://schemas.microsoft.com/office/drawing/2014/main" id="{29802D44-F27D-C2BD-0376-760825862B96}"/>
              </a:ext>
            </a:extLst>
          </p:cNvPr>
          <p:cNvCxnSpPr>
            <a:cxnSpLocks/>
            <a:stCxn id="205" idx="4"/>
            <a:endCxn id="224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84">
            <a:extLst>
              <a:ext uri="{FF2B5EF4-FFF2-40B4-BE49-F238E27FC236}">
                <a16:creationId xmlns:a16="http://schemas.microsoft.com/office/drawing/2014/main" id="{E86842FF-BF83-EA40-2140-E32E375F9603}"/>
              </a:ext>
            </a:extLst>
          </p:cNvPr>
          <p:cNvCxnSpPr>
            <a:cxnSpLocks/>
            <a:stCxn id="216" idx="4"/>
            <a:endCxn id="225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84">
            <a:extLst>
              <a:ext uri="{FF2B5EF4-FFF2-40B4-BE49-F238E27FC236}">
                <a16:creationId xmlns:a16="http://schemas.microsoft.com/office/drawing/2014/main" id="{8CCE45F5-B68D-0369-5E07-4C2CE487B738}"/>
              </a:ext>
            </a:extLst>
          </p:cNvPr>
          <p:cNvCxnSpPr>
            <a:cxnSpLocks/>
            <a:stCxn id="224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84">
            <a:extLst>
              <a:ext uri="{FF2B5EF4-FFF2-40B4-BE49-F238E27FC236}">
                <a16:creationId xmlns:a16="http://schemas.microsoft.com/office/drawing/2014/main" id="{A6C737A6-4A77-BBFD-C527-D6FDA63D3598}"/>
              </a:ext>
            </a:extLst>
          </p:cNvPr>
          <p:cNvCxnSpPr>
            <a:cxnSpLocks/>
            <a:stCxn id="225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BE4F9F02-D830-58C5-19B8-9528F7E20CBD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298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B1B623A-EE40-C628-C4EA-9E407469BDEC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B749D4-18C6-893B-0107-D6C269820415}"/>
              </a:ext>
            </a:extLst>
          </p:cNvPr>
          <p:cNvCxnSpPr>
            <a:cxnSpLocks/>
            <a:stCxn id="230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84">
            <a:extLst>
              <a:ext uri="{FF2B5EF4-FFF2-40B4-BE49-F238E27FC236}">
                <a16:creationId xmlns:a16="http://schemas.microsoft.com/office/drawing/2014/main" id="{773F8C71-156C-C6DD-D2D8-4DB8000C9189}"/>
              </a:ext>
            </a:extLst>
          </p:cNvPr>
          <p:cNvCxnSpPr>
            <a:cxnSpLocks/>
            <a:stCxn id="231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84">
            <a:extLst>
              <a:ext uri="{FF2B5EF4-FFF2-40B4-BE49-F238E27FC236}">
                <a16:creationId xmlns:a16="http://schemas.microsoft.com/office/drawing/2014/main" id="{E866EEB6-5D89-06C9-CA5C-EBA90127308D}"/>
              </a:ext>
            </a:extLst>
          </p:cNvPr>
          <p:cNvCxnSpPr>
            <a:cxnSpLocks/>
            <a:stCxn id="216" idx="5"/>
            <a:endCxn id="231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84">
            <a:extLst>
              <a:ext uri="{FF2B5EF4-FFF2-40B4-BE49-F238E27FC236}">
                <a16:creationId xmlns:a16="http://schemas.microsoft.com/office/drawing/2014/main" id="{F3915D0B-B661-BB11-9928-0E548E30D8D3}"/>
              </a:ext>
            </a:extLst>
          </p:cNvPr>
          <p:cNvCxnSpPr>
            <a:cxnSpLocks/>
            <a:stCxn id="205" idx="5"/>
            <a:endCxn id="230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84">
            <a:extLst>
              <a:ext uri="{FF2B5EF4-FFF2-40B4-BE49-F238E27FC236}">
                <a16:creationId xmlns:a16="http://schemas.microsoft.com/office/drawing/2014/main" id="{BF4867D1-EA80-6E4E-B118-C8821014D731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84">
            <a:extLst>
              <a:ext uri="{FF2B5EF4-FFF2-40B4-BE49-F238E27FC236}">
                <a16:creationId xmlns:a16="http://schemas.microsoft.com/office/drawing/2014/main" id="{03E5B821-E68B-FAF9-5C87-01DFE5DAC5D8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3DBEA673-554E-E827-0D90-4FDCDAF8DEE1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553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FCB70BD-A1D0-D867-5723-66AE0CBB22D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266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0" name="Straight Arrow Connector 84">
            <a:extLst>
              <a:ext uri="{FF2B5EF4-FFF2-40B4-BE49-F238E27FC236}">
                <a16:creationId xmlns:a16="http://schemas.microsoft.com/office/drawing/2014/main" id="{1D7A83F4-4FD4-AD44-7535-36CD1900CE5B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84">
            <a:extLst>
              <a:ext uri="{FF2B5EF4-FFF2-40B4-BE49-F238E27FC236}">
                <a16:creationId xmlns:a16="http://schemas.microsoft.com/office/drawing/2014/main" id="{201FC289-EB74-21BB-E3D3-5F968FF37BD5}"/>
              </a:ext>
            </a:extLst>
          </p:cNvPr>
          <p:cNvCxnSpPr>
            <a:cxnSpLocks/>
            <a:stCxn id="275" idx="2"/>
            <a:endCxn id="21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30F19C1B-07CC-AF8C-E0A3-33BA5C571915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3" name="Straight Arrow Connector 84">
            <a:extLst>
              <a:ext uri="{FF2B5EF4-FFF2-40B4-BE49-F238E27FC236}">
                <a16:creationId xmlns:a16="http://schemas.microsoft.com/office/drawing/2014/main" id="{E91F2394-186B-DB2E-DD92-1DF563F5A4ED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61D10B09-070D-8894-0987-CD1D75580E5F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5" name="Straight Arrow Connector 84">
            <a:extLst>
              <a:ext uri="{FF2B5EF4-FFF2-40B4-BE49-F238E27FC236}">
                <a16:creationId xmlns:a16="http://schemas.microsoft.com/office/drawing/2014/main" id="{A0063E0C-2882-6BBA-578B-20B901BEEF70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18D8CB25-8415-9257-9694-A206F8C5BD5D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7" name="Straight Arrow Connector 84">
            <a:extLst>
              <a:ext uri="{FF2B5EF4-FFF2-40B4-BE49-F238E27FC236}">
                <a16:creationId xmlns:a16="http://schemas.microsoft.com/office/drawing/2014/main" id="{48656806-BCA5-5C6A-8B33-7A19A1428B69}"/>
              </a:ext>
            </a:extLst>
          </p:cNvPr>
          <p:cNvCxnSpPr>
            <a:cxnSpLocks/>
            <a:stCxn id="198" idx="3"/>
            <a:endCxn id="265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DF84C36D-F1BD-6C79-3F84-53B472CA3509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49" name="Straight Arrow Connector 84">
            <a:extLst>
              <a:ext uri="{FF2B5EF4-FFF2-40B4-BE49-F238E27FC236}">
                <a16:creationId xmlns:a16="http://schemas.microsoft.com/office/drawing/2014/main" id="{C99494FD-9360-79D8-5F3F-786E612CAE88}"/>
              </a:ext>
            </a:extLst>
          </p:cNvPr>
          <p:cNvCxnSpPr>
            <a:cxnSpLocks/>
            <a:stCxn id="199" idx="4"/>
            <a:endCxn id="264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9EBB2381-272A-A7A4-A4E9-B928E3FF3631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51" name="Straight Arrow Connector 84">
            <a:extLst>
              <a:ext uri="{FF2B5EF4-FFF2-40B4-BE49-F238E27FC236}">
                <a16:creationId xmlns:a16="http://schemas.microsoft.com/office/drawing/2014/main" id="{FE205137-F290-8BF9-5424-3C9B3E51EE09}"/>
              </a:ext>
            </a:extLst>
          </p:cNvPr>
          <p:cNvCxnSpPr>
            <a:cxnSpLocks/>
            <a:stCxn id="198" idx="4"/>
            <a:endCxn id="20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84">
            <a:extLst>
              <a:ext uri="{FF2B5EF4-FFF2-40B4-BE49-F238E27FC236}">
                <a16:creationId xmlns:a16="http://schemas.microsoft.com/office/drawing/2014/main" id="{37CBBEB5-9695-69CA-F493-8B30F2514E89}"/>
              </a:ext>
            </a:extLst>
          </p:cNvPr>
          <p:cNvCxnSpPr>
            <a:cxnSpLocks/>
            <a:stCxn id="199" idx="6"/>
            <a:endCxn id="275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EA78ACDC-3C73-01D5-4FF4-499E5E498333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4" name="Straight Arrow Connector 84">
            <a:extLst>
              <a:ext uri="{FF2B5EF4-FFF2-40B4-BE49-F238E27FC236}">
                <a16:creationId xmlns:a16="http://schemas.microsoft.com/office/drawing/2014/main" id="{BC9F90CA-8036-A91E-44D3-16C4DC3D5FF2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10E5E399-9994-154A-6F49-AA29C485FA87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164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6" name="Straight Arrow Connector 84">
            <a:extLst>
              <a:ext uri="{FF2B5EF4-FFF2-40B4-BE49-F238E27FC236}">
                <a16:creationId xmlns:a16="http://schemas.microsoft.com/office/drawing/2014/main" id="{95B157AD-B0CA-5255-4B37-13F272B8C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7DD13581-05B7-3DFF-7C7D-A872BA5D678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16A1495-AAF1-2D83-A2DD-ED2669CD185D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EE63E31-9121-39C5-A192-4BDC4F06E61A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F16B95-DDC2-CFCC-B480-1303F61FEE5C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BEA6439-3E88-E66E-4CF4-02C0738E977E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753C869-1C7A-0099-6378-FC2A12B36883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D982CE6-0314-6277-94C3-F34DD895650A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D6484ED-1495-089E-0252-4A526DADD42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3A29F51-EDC9-CB73-B93F-BED79D443D09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29E6426-7CE0-FD19-464E-53683DD6DFB0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52B0AC4-D019-4DCA-1E9B-EAC21C453855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38EDFF0-816A-1160-59BA-F8EE7609A98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441ED3-4A5F-D877-1F85-7E5CEFB82963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8,700</a:t>
              </a:r>
            </a:p>
          </p:txBody>
        </p:sp>
      </p:grpSp>
      <p:cxnSp>
        <p:nvCxnSpPr>
          <p:cNvPr id="270" name="Straight Arrow Connector 84">
            <a:extLst>
              <a:ext uri="{FF2B5EF4-FFF2-40B4-BE49-F238E27FC236}">
                <a16:creationId xmlns:a16="http://schemas.microsoft.com/office/drawing/2014/main" id="{E7032498-43B9-B46B-FD5D-E94742E51061}"/>
              </a:ext>
            </a:extLst>
          </p:cNvPr>
          <p:cNvCxnSpPr>
            <a:cxnSpLocks/>
            <a:stCxn id="266" idx="2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B05D0F7-46E1-19C9-43B8-EEB254475777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  <a:r>
              <a:rPr kumimoji="1" lang="en-US" sz="1000" baseline="30000"/>
              <a:t>3</a:t>
            </a:r>
            <a:endParaRPr kumimoji="1" lang="en-US" sz="10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21FB59D-8DD5-833B-3C96-8F7ED3ED796C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6136B9-E8D6-0025-20CF-52921ACED25C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34B4643-3E00-2AE0-F7A2-68840E71AAC4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43F0778-0054-3A79-309D-3885304A0AA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AB55BB4-1128-FB6D-F739-AAC206F73B8C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  <p:sp>
        <p:nvSpPr>
          <p:cNvPr id="277" name="Oval 276">
            <a:extLst>
              <a:ext uri="{FF2B5EF4-FFF2-40B4-BE49-F238E27FC236}">
                <a16:creationId xmlns:a16="http://schemas.microsoft.com/office/drawing/2014/main" id="{F7DB9794-A9D1-C27F-1B11-121C159B1BF8}"/>
              </a:ext>
            </a:extLst>
          </p:cNvPr>
          <p:cNvSpPr/>
          <p:nvPr userDrawn="1"/>
        </p:nvSpPr>
        <p:spPr>
          <a:xfrm>
            <a:off x="9163890" y="144729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3188565-29F5-9F93-D05A-10D2A3F3B32A}"/>
              </a:ext>
            </a:extLst>
          </p:cNvPr>
          <p:cNvSpPr/>
          <p:nvPr userDrawn="1"/>
        </p:nvSpPr>
        <p:spPr>
          <a:xfrm>
            <a:off x="7622275" y="207772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197B8-267B-7199-764F-6943F92A20F5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Gx</a:t>
            </a:r>
            <a:r>
              <a:rPr lang="en-US" sz="800">
                <a:solidFill>
                  <a:srgbClr val="000000"/>
                </a:solidFill>
              </a:rPr>
              <a:t> – Generics,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NT2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Narcolepsy Type II.,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</p:spTree>
    <p:extLst>
      <p:ext uri="{BB962C8B-B14F-4D97-AF65-F5344CB8AC3E}">
        <p14:creationId xmlns:p14="http://schemas.microsoft.com/office/powerpoint/2010/main" val="2773470024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CDC64A6D-7AE6-0397-C17C-396B73867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773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64A6D-7AE6-0397-C17C-396B73867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C022A18-5462-AC3C-DD98-CFB0722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BF0A6-4265-3814-81CC-BE940016A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C380-35AB-AF08-4BA9-83BED54E4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2955B9-92D4-FE08-08DD-42B88C17FC8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pic>
        <p:nvPicPr>
          <p:cNvPr id="135" name="Picture 134" descr="Takeda">
            <a:extLst>
              <a:ext uri="{FF2B5EF4-FFF2-40B4-BE49-F238E27FC236}">
                <a16:creationId xmlns:a16="http://schemas.microsoft.com/office/drawing/2014/main" id="{D49897E7-CF0B-C737-F656-B7B89D875F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4E761CF8-36B6-B6D7-1350-ED1B216C3F8F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STOCKS HAVE BEEN ROUNDED TO NEAREST 100 OR 1,000 TO ALIGN WITH WATERFALL OVERVIEW 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1E811C4-98A4-F078-9F2F-FD480A1B56B4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6C72DF9-DB58-FA8B-85B8-9C131F1C2CB6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10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D93D56-C15E-D652-89AA-4CCF4B98D980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298DF8E-9E1E-2707-306B-04BC33C0A6EF}"/>
              </a:ext>
            </a:extLst>
          </p:cNvPr>
          <p:cNvCxnSpPr>
            <a:cxnSpLocks/>
            <a:stCxn id="171" idx="2"/>
            <a:endCxn id="174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0E2B547-2453-33FD-1BF4-86114A81B5FE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  <a:r>
              <a:rPr lang="en-US" sz="1100" i="1" baseline="30000" noProof="0"/>
              <a:t>3</a:t>
            </a:r>
            <a:endParaRPr lang="en-US" sz="1100" i="1" noProof="0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4AD4D8F-BED2-75E7-894E-EFE6C06BFF35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6E73F590-A579-D75E-1AA9-0D3B6A8E8FD8}"/>
              </a:ext>
            </a:extLst>
          </p:cNvPr>
          <p:cNvSpPr txBox="1"/>
          <p:nvPr userDrawn="1"/>
        </p:nvSpPr>
        <p:spPr>
          <a:xfrm rot="16200000">
            <a:off x="-281173" y="2191212"/>
            <a:ext cx="1587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(60,000)</a:t>
            </a:r>
            <a:r>
              <a:rPr kumimoji="1" lang="en-US" sz="1050" baseline="30000" noProof="0"/>
              <a:t>1,2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43395AB-EA28-5976-8241-AFE82A819B11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(60,000)</a:t>
            </a:r>
            <a:r>
              <a:rPr kumimoji="1" lang="en-US" sz="1050" baseline="30000" noProof="0"/>
              <a:t>1,2</a:t>
            </a:r>
            <a:endParaRPr kumimoji="1" lang="en-US" sz="1050" noProof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0AB0265-3BB4-ECA3-A8B5-0A5115325B80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FAACDF8-F033-6F4B-502B-57F11DD3BBED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0EA26E9-B29C-EBC2-2DD3-1C5B308F7045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</a:t>
            </a:r>
            <a:r>
              <a:rPr kumimoji="1" lang="en-US" sz="1050" baseline="30000" noProof="0"/>
              <a:t>7</a:t>
            </a:r>
            <a:r>
              <a:rPr kumimoji="1" lang="en-US" sz="1050" noProof="0"/>
              <a:t> (14,000)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3BC065D-434A-F4EE-03C1-3FE0EBF3EB7A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16F1559-ED3F-8E5F-0C9D-DE833E2E4F11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</a:t>
            </a:r>
            <a:r>
              <a:rPr kumimoji="1" lang="en-US" sz="1050" baseline="30000" noProof="0"/>
              <a:t>6</a:t>
            </a:r>
            <a:r>
              <a:rPr kumimoji="1" lang="en-US" sz="1050" noProof="0"/>
              <a:t> (42,000)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A85089-A8A6-DE40-985E-784000345F19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1037C31-1136-4A40-4D40-71B213585E2E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88DC9CE-39A4-7C1A-890A-87183F269ADE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(15,000)</a:t>
            </a:r>
            <a:r>
              <a:rPr kumimoji="1" lang="en-US" sz="1050" baseline="30000" noProof="0"/>
              <a:t>11</a:t>
            </a:r>
            <a:endParaRPr kumimoji="1" lang="en-US" sz="1050" noProof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89AD02E-EB25-7F89-93AE-499151854970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9E929F-0758-FAA7-7A1A-8BBFAEB4B0EE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C8403B9-525F-9475-273F-4F4672466A0A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Not yet seeking Dx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at sleep specialist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F648D92-4692-55F0-C467-83F9CE81C635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42,000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6C4F5C-35AD-C158-FBC7-DC6DCD61DBD5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30370D2-7E98-7C4A-079D-A7CCB1DDBA52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7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FC15AF-6920-4FA8-8AFD-29D0730AFA82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14,000</a:t>
              </a:r>
            </a:p>
          </p:txBody>
        </p:sp>
      </p:grpSp>
      <p:sp>
        <p:nvSpPr>
          <p:cNvPr id="176" name="Oval 175">
            <a:extLst>
              <a:ext uri="{FF2B5EF4-FFF2-40B4-BE49-F238E27FC236}">
                <a16:creationId xmlns:a16="http://schemas.microsoft.com/office/drawing/2014/main" id="{737A4D51-AA44-BD64-1E15-EEBCCEA5C7CC}"/>
              </a:ext>
            </a:extLst>
          </p:cNvPr>
          <p:cNvSpPr/>
          <p:nvPr userDrawn="1"/>
        </p:nvSpPr>
        <p:spPr>
          <a:xfrm>
            <a:off x="5800269" y="1739135"/>
            <a:ext cx="576868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1,077</a:t>
            </a:r>
            <a:r>
              <a:rPr kumimoji="1" lang="en-US" sz="1000" baseline="30000" noProof="0"/>
              <a:t>4-7</a:t>
            </a:r>
            <a:endParaRPr kumimoji="1" lang="en-US" sz="1000" noProof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43C82D-714F-89E1-07E0-5C9D6685D59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  <a:r>
              <a:rPr lang="en-US" sz="1200" kern="0" baseline="3000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8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cxnSp>
        <p:nvCxnSpPr>
          <p:cNvPr id="178" name="Straight Arrow Connector 84">
            <a:extLst>
              <a:ext uri="{FF2B5EF4-FFF2-40B4-BE49-F238E27FC236}">
                <a16:creationId xmlns:a16="http://schemas.microsoft.com/office/drawing/2014/main" id="{4FC13EEE-9D8B-13E6-1AEC-B6A58E975E1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99C94E4-8125-22A4-CBA0-774C7D4D2619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B6A9EF-53BB-DCAF-7E66-3A6D1ED0CA75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590C132-3294-1352-D972-E39F8B69F60C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6,000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B0AE587-292D-527C-66EA-30FF2A5B38D2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B7A8F70-0664-FE3B-97BE-1F0DF7F821D2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40B5F3F-6A7A-D7A0-9350-7AFFA1DCCA7E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cxnSp>
        <p:nvCxnSpPr>
          <p:cNvPr id="185" name="Straight Arrow Connector 84">
            <a:extLst>
              <a:ext uri="{FF2B5EF4-FFF2-40B4-BE49-F238E27FC236}">
                <a16:creationId xmlns:a16="http://schemas.microsoft.com/office/drawing/2014/main" id="{BF7C0687-B08D-D11E-BC8A-61891561987B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21DBC0F-D7E0-B1A1-6C59-2B9876DD5C33}"/>
              </a:ext>
            </a:extLst>
          </p:cNvPr>
          <p:cNvGrpSpPr/>
          <p:nvPr userDrawn="1"/>
        </p:nvGrpSpPr>
        <p:grpSpPr>
          <a:xfrm>
            <a:off x="8207114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C906EAF-6C5B-73DF-5EF7-D3A95E8FB5AC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BDDEC8C-3907-0452-9262-460121BDE101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4,000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cxnSp>
        <p:nvCxnSpPr>
          <p:cNvPr id="189" name="Straight Arrow Connector 84">
            <a:extLst>
              <a:ext uri="{FF2B5EF4-FFF2-40B4-BE49-F238E27FC236}">
                <a16:creationId xmlns:a16="http://schemas.microsoft.com/office/drawing/2014/main" id="{ADA11AD3-E912-9A24-679D-6E2AAE6094D9}"/>
              </a:ext>
            </a:extLst>
          </p:cNvPr>
          <p:cNvCxnSpPr>
            <a:cxnSpLocks/>
            <a:stCxn id="172" idx="3"/>
            <a:endCxn id="187" idx="0"/>
          </p:cNvCxnSpPr>
          <p:nvPr userDrawn="1"/>
        </p:nvCxnSpPr>
        <p:spPr>
          <a:xfrm>
            <a:off x="7446290" y="1524537"/>
            <a:ext cx="1912824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4">
            <a:extLst>
              <a:ext uri="{FF2B5EF4-FFF2-40B4-BE49-F238E27FC236}">
                <a16:creationId xmlns:a16="http://schemas.microsoft.com/office/drawing/2014/main" id="{2C7C4623-37B5-0653-9896-5587D1593458}"/>
              </a:ext>
            </a:extLst>
          </p:cNvPr>
          <p:cNvCxnSpPr>
            <a:cxnSpLocks/>
            <a:stCxn id="175" idx="3"/>
            <a:endCxn id="187" idx="1"/>
          </p:cNvCxnSpPr>
          <p:nvPr userDrawn="1"/>
        </p:nvCxnSpPr>
        <p:spPr>
          <a:xfrm>
            <a:off x="7446290" y="2173253"/>
            <a:ext cx="760824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84">
            <a:extLst>
              <a:ext uri="{FF2B5EF4-FFF2-40B4-BE49-F238E27FC236}">
                <a16:creationId xmlns:a16="http://schemas.microsoft.com/office/drawing/2014/main" id="{2C06E2F9-B847-8A9B-F55E-B67B3F2955AE}"/>
              </a:ext>
            </a:extLst>
          </p:cNvPr>
          <p:cNvCxnSpPr>
            <a:cxnSpLocks/>
            <a:stCxn id="174" idx="1"/>
            <a:endCxn id="20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6B5A306-2182-2174-1068-3E73CFE8EEE9}"/>
              </a:ext>
            </a:extLst>
          </p:cNvPr>
          <p:cNvSpPr/>
          <p:nvPr userDrawn="1"/>
        </p:nvSpPr>
        <p:spPr>
          <a:xfrm>
            <a:off x="6749418" y="2846238"/>
            <a:ext cx="696872" cy="180494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A2740BC-98C5-4A30-B70C-1C8ABE315DDD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r>
              <a:rPr lang="en-US" sz="1200" kern="0" baseline="3000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9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82F3E3B-CB02-157B-C2D5-AE82CE92689A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D74CAAE-5950-0CFA-035A-ED2EC69D8A89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(60,000)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1566288-3654-E1E6-92EA-D0CA01429FB6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(15,000)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6C865C7-EB27-AA77-1EA7-672EFFA35855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(45,000)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161923C-80D3-86A3-AE73-72EE2EAC1231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2C9E4F8-584D-4C53-6CD2-CF2216F69E25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200" name="Straight Arrow Connector 84">
            <a:extLst>
              <a:ext uri="{FF2B5EF4-FFF2-40B4-BE49-F238E27FC236}">
                <a16:creationId xmlns:a16="http://schemas.microsoft.com/office/drawing/2014/main" id="{5558053D-6204-6B40-EBD9-2C9C69A94591}"/>
              </a:ext>
            </a:extLst>
          </p:cNvPr>
          <p:cNvCxnSpPr>
            <a:cxnSpLocks/>
            <a:stCxn id="174" idx="2"/>
            <a:endCxn id="19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84">
            <a:extLst>
              <a:ext uri="{FF2B5EF4-FFF2-40B4-BE49-F238E27FC236}">
                <a16:creationId xmlns:a16="http://schemas.microsoft.com/office/drawing/2014/main" id="{DBFFCBBB-E3EC-EB53-CDB3-A030B5F577D5}"/>
              </a:ext>
            </a:extLst>
          </p:cNvPr>
          <p:cNvCxnSpPr>
            <a:cxnSpLocks/>
            <a:stCxn id="174" idx="2"/>
            <a:endCxn id="19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92A01A43-6096-09CA-CD4C-716A81AB233A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6C3796-1FC7-B88E-6B3C-E5A8BA7C478D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  <a:r>
              <a:rPr kumimoji="1" lang="en-US" sz="1000" baseline="30000"/>
              <a:t>2</a:t>
            </a:r>
            <a:endParaRPr kumimoji="1" lang="en-US" sz="10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5D3FCD-13FA-0AA8-D8DE-B32ADF70C832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  <a:r>
              <a:rPr kumimoji="0" lang="en-US" sz="12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E4D25FA-9201-A1E5-0595-A1F8A0BFB368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420383-2629-F6B7-72EE-52C744A0B121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7DADD5-F7FA-1C5E-E9CE-E88CF64C0FBA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CE3354B-2322-D378-C2A4-57E0339E7718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16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E1066F9-DF19-36D7-DF60-DBF28365AAA4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BE02EFA-8EDC-3037-C3B9-EC558EF72283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49057E4-AE14-786C-533C-254019D31E8F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9k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353E953-D52F-DA01-BAAF-CA85EFF9BF63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A156612-FB25-AB43-D21E-63FF15DEE2ED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  <a:r>
                <a:rPr lang="en-US" sz="10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537C834-3A8E-4FC1-1031-424806F8AFDB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20k</a:t>
              </a:r>
            </a:p>
          </p:txBody>
        </p:sp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E10DC8C4-2B3D-0E04-6BEC-B116983A15EC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239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5F7230D-8155-08F8-2B21-88C525E3E535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11</a:t>
            </a:r>
            <a:endParaRPr kumimoji="1" lang="en-US" sz="1000"/>
          </a:p>
        </p:txBody>
      </p:sp>
      <p:cxnSp>
        <p:nvCxnSpPr>
          <p:cNvPr id="217" name="Straight Arrow Connector 84">
            <a:extLst>
              <a:ext uri="{FF2B5EF4-FFF2-40B4-BE49-F238E27FC236}">
                <a16:creationId xmlns:a16="http://schemas.microsoft.com/office/drawing/2014/main" id="{1891796E-5853-458C-7D4A-1A49C8706AB6}"/>
              </a:ext>
            </a:extLst>
          </p:cNvPr>
          <p:cNvCxnSpPr>
            <a:cxnSpLocks/>
            <a:stCxn id="205" idx="3"/>
            <a:endCxn id="21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84">
            <a:extLst>
              <a:ext uri="{FF2B5EF4-FFF2-40B4-BE49-F238E27FC236}">
                <a16:creationId xmlns:a16="http://schemas.microsoft.com/office/drawing/2014/main" id="{ABC45ED7-0CB6-0170-46F4-4EF726F6DBAF}"/>
              </a:ext>
            </a:extLst>
          </p:cNvPr>
          <p:cNvCxnSpPr>
            <a:cxnSpLocks/>
            <a:stCxn id="216" idx="3"/>
            <a:endCxn id="22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84">
            <a:extLst>
              <a:ext uri="{FF2B5EF4-FFF2-40B4-BE49-F238E27FC236}">
                <a16:creationId xmlns:a16="http://schemas.microsoft.com/office/drawing/2014/main" id="{A5E900DF-4D1E-1232-0884-1DF1CC835434}"/>
              </a:ext>
            </a:extLst>
          </p:cNvPr>
          <p:cNvCxnSpPr>
            <a:cxnSpLocks/>
            <a:stCxn id="21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7958EA0-B554-FCD5-8A12-D2B4C0BEEFC5}"/>
              </a:ext>
            </a:extLst>
          </p:cNvPr>
          <p:cNvCxnSpPr>
            <a:cxnSpLocks/>
            <a:stCxn id="157" idx="2"/>
            <a:endCxn id="171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7F72F891-3DA3-49F7-5E74-A36C60B9841D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763EF2AA-758A-0A15-FA6F-F16EDB92F307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3" name="Straight Arrow Connector 84">
            <a:extLst>
              <a:ext uri="{FF2B5EF4-FFF2-40B4-BE49-F238E27FC236}">
                <a16:creationId xmlns:a16="http://schemas.microsoft.com/office/drawing/2014/main" id="{8BF1C94E-4F37-CB8C-D2C2-583CB4E7C00E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3C8FA01D-2ECC-8A92-594D-54BF7B104D02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42EC5D78-C84D-3163-6E05-3BF026B9CB43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26" name="Straight Arrow Connector 84">
            <a:extLst>
              <a:ext uri="{FF2B5EF4-FFF2-40B4-BE49-F238E27FC236}">
                <a16:creationId xmlns:a16="http://schemas.microsoft.com/office/drawing/2014/main" id="{29802D44-F27D-C2BD-0376-760825862B96}"/>
              </a:ext>
            </a:extLst>
          </p:cNvPr>
          <p:cNvCxnSpPr>
            <a:cxnSpLocks/>
            <a:stCxn id="205" idx="4"/>
            <a:endCxn id="224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84">
            <a:extLst>
              <a:ext uri="{FF2B5EF4-FFF2-40B4-BE49-F238E27FC236}">
                <a16:creationId xmlns:a16="http://schemas.microsoft.com/office/drawing/2014/main" id="{E86842FF-BF83-EA40-2140-E32E375F9603}"/>
              </a:ext>
            </a:extLst>
          </p:cNvPr>
          <p:cNvCxnSpPr>
            <a:cxnSpLocks/>
            <a:stCxn id="216" idx="4"/>
            <a:endCxn id="225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84">
            <a:extLst>
              <a:ext uri="{FF2B5EF4-FFF2-40B4-BE49-F238E27FC236}">
                <a16:creationId xmlns:a16="http://schemas.microsoft.com/office/drawing/2014/main" id="{8CCE45F5-B68D-0369-5E07-4C2CE487B738}"/>
              </a:ext>
            </a:extLst>
          </p:cNvPr>
          <p:cNvCxnSpPr>
            <a:cxnSpLocks/>
            <a:stCxn id="224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84">
            <a:extLst>
              <a:ext uri="{FF2B5EF4-FFF2-40B4-BE49-F238E27FC236}">
                <a16:creationId xmlns:a16="http://schemas.microsoft.com/office/drawing/2014/main" id="{A6C737A6-4A77-BBFD-C527-D6FDA63D3598}"/>
              </a:ext>
            </a:extLst>
          </p:cNvPr>
          <p:cNvCxnSpPr>
            <a:cxnSpLocks/>
            <a:stCxn id="225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BE4F9F02-D830-58C5-19B8-9528F7E20CBD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298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B1B623A-EE40-C628-C4EA-9E407469BDEC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110</a:t>
            </a:r>
            <a:r>
              <a:rPr kumimoji="1" lang="en-US" sz="1000" baseline="30000"/>
              <a:t>12</a:t>
            </a:r>
            <a:endParaRPr kumimoji="1" lang="en-US" sz="100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9B749D4-18C6-893B-0107-D6C269820415}"/>
              </a:ext>
            </a:extLst>
          </p:cNvPr>
          <p:cNvCxnSpPr>
            <a:cxnSpLocks/>
            <a:stCxn id="230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84">
            <a:extLst>
              <a:ext uri="{FF2B5EF4-FFF2-40B4-BE49-F238E27FC236}">
                <a16:creationId xmlns:a16="http://schemas.microsoft.com/office/drawing/2014/main" id="{773F8C71-156C-C6DD-D2D8-4DB8000C9189}"/>
              </a:ext>
            </a:extLst>
          </p:cNvPr>
          <p:cNvCxnSpPr>
            <a:cxnSpLocks/>
            <a:stCxn id="231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84">
            <a:extLst>
              <a:ext uri="{FF2B5EF4-FFF2-40B4-BE49-F238E27FC236}">
                <a16:creationId xmlns:a16="http://schemas.microsoft.com/office/drawing/2014/main" id="{E866EEB6-5D89-06C9-CA5C-EBA90127308D}"/>
              </a:ext>
            </a:extLst>
          </p:cNvPr>
          <p:cNvCxnSpPr>
            <a:cxnSpLocks/>
            <a:stCxn id="216" idx="5"/>
            <a:endCxn id="231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84">
            <a:extLst>
              <a:ext uri="{FF2B5EF4-FFF2-40B4-BE49-F238E27FC236}">
                <a16:creationId xmlns:a16="http://schemas.microsoft.com/office/drawing/2014/main" id="{F3915D0B-B661-BB11-9928-0E548E30D8D3}"/>
              </a:ext>
            </a:extLst>
          </p:cNvPr>
          <p:cNvCxnSpPr>
            <a:cxnSpLocks/>
            <a:stCxn id="205" idx="5"/>
            <a:endCxn id="230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84">
            <a:extLst>
              <a:ext uri="{FF2B5EF4-FFF2-40B4-BE49-F238E27FC236}">
                <a16:creationId xmlns:a16="http://schemas.microsoft.com/office/drawing/2014/main" id="{BF4867D1-EA80-6E4E-B118-C8821014D731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84">
            <a:extLst>
              <a:ext uri="{FF2B5EF4-FFF2-40B4-BE49-F238E27FC236}">
                <a16:creationId xmlns:a16="http://schemas.microsoft.com/office/drawing/2014/main" id="{03E5B821-E68B-FAF9-5C87-01DFE5DAC5D8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237">
            <a:extLst>
              <a:ext uri="{FF2B5EF4-FFF2-40B4-BE49-F238E27FC236}">
                <a16:creationId xmlns:a16="http://schemas.microsoft.com/office/drawing/2014/main" id="{3DBEA673-554E-E827-0D90-4FDCDAF8DEE1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553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FCB70BD-A1D0-D867-5723-66AE0CBB22D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266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0" name="Straight Arrow Connector 84">
            <a:extLst>
              <a:ext uri="{FF2B5EF4-FFF2-40B4-BE49-F238E27FC236}">
                <a16:creationId xmlns:a16="http://schemas.microsoft.com/office/drawing/2014/main" id="{1D7A83F4-4FD4-AD44-7535-36CD1900CE5B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84">
            <a:extLst>
              <a:ext uri="{FF2B5EF4-FFF2-40B4-BE49-F238E27FC236}">
                <a16:creationId xmlns:a16="http://schemas.microsoft.com/office/drawing/2014/main" id="{201FC289-EB74-21BB-E3D3-5F968FF37BD5}"/>
              </a:ext>
            </a:extLst>
          </p:cNvPr>
          <p:cNvCxnSpPr>
            <a:cxnSpLocks/>
            <a:stCxn id="275" idx="2"/>
            <a:endCxn id="21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30F19C1B-07CC-AF8C-E0A3-33BA5C571915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3" name="Straight Arrow Connector 84">
            <a:extLst>
              <a:ext uri="{FF2B5EF4-FFF2-40B4-BE49-F238E27FC236}">
                <a16:creationId xmlns:a16="http://schemas.microsoft.com/office/drawing/2014/main" id="{E91F2394-186B-DB2E-DD92-1DF563F5A4ED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>
            <a:extLst>
              <a:ext uri="{FF2B5EF4-FFF2-40B4-BE49-F238E27FC236}">
                <a16:creationId xmlns:a16="http://schemas.microsoft.com/office/drawing/2014/main" id="{61D10B09-070D-8894-0987-CD1D75580E5F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5" name="Straight Arrow Connector 84">
            <a:extLst>
              <a:ext uri="{FF2B5EF4-FFF2-40B4-BE49-F238E27FC236}">
                <a16:creationId xmlns:a16="http://schemas.microsoft.com/office/drawing/2014/main" id="{A0063E0C-2882-6BBA-578B-20B901BEEF70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18D8CB25-8415-9257-9694-A206F8C5BD5D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307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47" name="Straight Arrow Connector 84">
            <a:extLst>
              <a:ext uri="{FF2B5EF4-FFF2-40B4-BE49-F238E27FC236}">
                <a16:creationId xmlns:a16="http://schemas.microsoft.com/office/drawing/2014/main" id="{48656806-BCA5-5C6A-8B33-7A19A1428B69}"/>
              </a:ext>
            </a:extLst>
          </p:cNvPr>
          <p:cNvCxnSpPr>
            <a:cxnSpLocks/>
            <a:stCxn id="198" idx="3"/>
            <a:endCxn id="265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247">
            <a:extLst>
              <a:ext uri="{FF2B5EF4-FFF2-40B4-BE49-F238E27FC236}">
                <a16:creationId xmlns:a16="http://schemas.microsoft.com/office/drawing/2014/main" id="{DF84C36D-F1BD-6C79-3F84-53B472CA3509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49" name="Straight Arrow Connector 84">
            <a:extLst>
              <a:ext uri="{FF2B5EF4-FFF2-40B4-BE49-F238E27FC236}">
                <a16:creationId xmlns:a16="http://schemas.microsoft.com/office/drawing/2014/main" id="{C99494FD-9360-79D8-5F3F-786E612CAE88}"/>
              </a:ext>
            </a:extLst>
          </p:cNvPr>
          <p:cNvCxnSpPr>
            <a:cxnSpLocks/>
            <a:stCxn id="199" idx="4"/>
            <a:endCxn id="264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9EBB2381-272A-A7A4-A4E9-B928E3FF3631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cxnSp>
        <p:nvCxnSpPr>
          <p:cNvPr id="251" name="Straight Arrow Connector 84">
            <a:extLst>
              <a:ext uri="{FF2B5EF4-FFF2-40B4-BE49-F238E27FC236}">
                <a16:creationId xmlns:a16="http://schemas.microsoft.com/office/drawing/2014/main" id="{FE205137-F290-8BF9-5424-3C9B3E51EE09}"/>
              </a:ext>
            </a:extLst>
          </p:cNvPr>
          <p:cNvCxnSpPr>
            <a:cxnSpLocks/>
            <a:stCxn id="198" idx="4"/>
            <a:endCxn id="20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84">
            <a:extLst>
              <a:ext uri="{FF2B5EF4-FFF2-40B4-BE49-F238E27FC236}">
                <a16:creationId xmlns:a16="http://schemas.microsoft.com/office/drawing/2014/main" id="{37CBBEB5-9695-69CA-F493-8B30F2514E89}"/>
              </a:ext>
            </a:extLst>
          </p:cNvPr>
          <p:cNvCxnSpPr>
            <a:cxnSpLocks/>
            <a:stCxn id="199" idx="6"/>
            <a:endCxn id="275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>
            <a:extLst>
              <a:ext uri="{FF2B5EF4-FFF2-40B4-BE49-F238E27FC236}">
                <a16:creationId xmlns:a16="http://schemas.microsoft.com/office/drawing/2014/main" id="{EA78ACDC-3C73-01D5-4FF4-499E5E498333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4" name="Straight Arrow Connector 84">
            <a:extLst>
              <a:ext uri="{FF2B5EF4-FFF2-40B4-BE49-F238E27FC236}">
                <a16:creationId xmlns:a16="http://schemas.microsoft.com/office/drawing/2014/main" id="{BC9F90CA-8036-A91E-44D3-16C4DC3D5FF2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10E5E399-9994-154A-6F49-AA29C485FA87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164</a:t>
            </a:r>
            <a:r>
              <a:rPr kumimoji="1" lang="en-US" sz="1000" baseline="30000"/>
              <a:t>9</a:t>
            </a:r>
            <a:endParaRPr kumimoji="1" lang="en-US" sz="1000"/>
          </a:p>
        </p:txBody>
      </p:sp>
      <p:cxnSp>
        <p:nvCxnSpPr>
          <p:cNvPr id="256" name="Straight Arrow Connector 84">
            <a:extLst>
              <a:ext uri="{FF2B5EF4-FFF2-40B4-BE49-F238E27FC236}">
                <a16:creationId xmlns:a16="http://schemas.microsoft.com/office/drawing/2014/main" id="{95B157AD-B0CA-5255-4B37-13F272B8CB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Oval 256">
            <a:extLst>
              <a:ext uri="{FF2B5EF4-FFF2-40B4-BE49-F238E27FC236}">
                <a16:creationId xmlns:a16="http://schemas.microsoft.com/office/drawing/2014/main" id="{7DD13581-05B7-3DFF-7C7D-A872BA5D678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  <a:r>
              <a:rPr kumimoji="1" lang="en-US" sz="1000" baseline="30000"/>
              <a:t>10</a:t>
            </a:r>
            <a:endParaRPr kumimoji="1" lang="en-US" sz="10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16A1495-AAF1-2D83-A2DD-ED2669CD185D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EE63E31-9121-39C5-A192-4BDC4F06E61A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F16B95-DDC2-CFCC-B480-1303F61FEE5C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BEA6439-3E88-E66E-4CF4-02C0738E977E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36%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753C869-1C7A-0099-6378-FC2A12B36883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20%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D982CE6-0314-6277-94C3-F34DD895650A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D6484ED-1495-089E-0252-4A526DADD42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3A29F51-EDC9-CB73-B93F-BED79D443D09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29E6426-7CE0-FD19-464E-53683DD6DFB0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52B0AC4-D019-4DCA-1E9B-EAC21C453855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38EDFF0-816A-1160-59BA-F8EE7609A98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441ED3-4A5F-D877-1F85-7E5CEFB82963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8,700</a:t>
              </a:r>
            </a:p>
          </p:txBody>
        </p:sp>
      </p:grpSp>
      <p:cxnSp>
        <p:nvCxnSpPr>
          <p:cNvPr id="270" name="Straight Arrow Connector 84">
            <a:extLst>
              <a:ext uri="{FF2B5EF4-FFF2-40B4-BE49-F238E27FC236}">
                <a16:creationId xmlns:a16="http://schemas.microsoft.com/office/drawing/2014/main" id="{E7032498-43B9-B46B-FD5D-E94742E51061}"/>
              </a:ext>
            </a:extLst>
          </p:cNvPr>
          <p:cNvCxnSpPr>
            <a:cxnSpLocks/>
            <a:stCxn id="266" idx="2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>
            <a:extLst>
              <a:ext uri="{FF2B5EF4-FFF2-40B4-BE49-F238E27FC236}">
                <a16:creationId xmlns:a16="http://schemas.microsoft.com/office/drawing/2014/main" id="{AB05D0F7-46E1-19C9-43B8-EEB254475777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  <a:r>
              <a:rPr kumimoji="1" lang="en-US" sz="1000" baseline="30000"/>
              <a:t>3</a:t>
            </a:r>
            <a:endParaRPr kumimoji="1" lang="en-US" sz="10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21FB59D-8DD5-833B-3C96-8F7ED3ED796C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6136B9-E8D6-0025-20CF-52921ACED25C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A34B4643-3E00-2AE0-F7A2-68840E71AAC4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143F0778-0054-3A79-309D-3885304A0AA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  <a:r>
                <a:rPr lang="en-US" sz="1200" kern="0" baseline="3000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</a:t>
              </a:r>
              <a:endPara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AB55BB4-1128-FB6D-F739-AAC206F73B8C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  <p:sp>
        <p:nvSpPr>
          <p:cNvPr id="277" name="Oval 276">
            <a:extLst>
              <a:ext uri="{FF2B5EF4-FFF2-40B4-BE49-F238E27FC236}">
                <a16:creationId xmlns:a16="http://schemas.microsoft.com/office/drawing/2014/main" id="{F7DB9794-A9D1-C27F-1B11-121C159B1BF8}"/>
              </a:ext>
            </a:extLst>
          </p:cNvPr>
          <p:cNvSpPr/>
          <p:nvPr userDrawn="1"/>
        </p:nvSpPr>
        <p:spPr>
          <a:xfrm>
            <a:off x="9163890" y="144729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3188565-29F5-9F93-D05A-10D2A3F3B32A}"/>
              </a:ext>
            </a:extLst>
          </p:cNvPr>
          <p:cNvSpPr/>
          <p:nvPr userDrawn="1"/>
        </p:nvSpPr>
        <p:spPr>
          <a:xfrm>
            <a:off x="7622275" y="207772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37</a:t>
            </a:r>
            <a:r>
              <a:rPr kumimoji="1" lang="en-US" sz="1000" baseline="30000" noProof="0"/>
              <a:t>9</a:t>
            </a:r>
            <a:endParaRPr kumimoji="1" lang="en-US" sz="10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197B8-267B-7199-764F-6943F92A20F5}"/>
              </a:ext>
            </a:extLst>
          </p:cNvPr>
          <p:cNvSpPr/>
          <p:nvPr userDrawn="1"/>
        </p:nvSpPr>
        <p:spPr>
          <a:xfrm>
            <a:off x="555034" y="6457223"/>
            <a:ext cx="10348595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Gx</a:t>
            </a:r>
            <a:r>
              <a:rPr lang="en-US" sz="800">
                <a:solidFill>
                  <a:srgbClr val="000000"/>
                </a:solidFill>
              </a:rPr>
              <a:t> – Generics,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NT2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Narcolepsy Type II.,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</p:spTree>
    <p:extLst>
      <p:ext uri="{BB962C8B-B14F-4D97-AF65-F5344CB8AC3E}">
        <p14:creationId xmlns:p14="http://schemas.microsoft.com/office/powerpoint/2010/main" val="243119346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 S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hink-cell data - do not delete" hidden="1">
            <a:extLst>
              <a:ext uri="{FF2B5EF4-FFF2-40B4-BE49-F238E27FC236}">
                <a16:creationId xmlns:a16="http://schemas.microsoft.com/office/drawing/2014/main" id="{927F255D-FB7A-5FCA-4E1F-BFB2B3DFC2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3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7F255D-FB7A-5FCA-4E1F-BFB2B3DFC2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8AAD61-DB92-1D41-BAEE-2135D81E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39AD6-D18D-09E5-B2B5-C03D9B7E6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279001-FA1A-1A36-254E-42888ED8D075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8E559A-DF21-A077-CA8F-7BED84AC67D0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NUMBERS HAVE BEEN ROUNDED TO NEAREST 100 OR 1,000 TO PREVENT FALSE PRECISION</a:t>
            </a:r>
          </a:p>
        </p:txBody>
      </p:sp>
      <p:pic>
        <p:nvPicPr>
          <p:cNvPr id="59" name="Picture 58" descr="Takeda">
            <a:extLst>
              <a:ext uri="{FF2B5EF4-FFF2-40B4-BE49-F238E27FC236}">
                <a16:creationId xmlns:a16="http://schemas.microsoft.com/office/drawing/2014/main" id="{064B450C-984E-E158-0082-7E68A6F56B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8D1C0F11-E89D-4288-6BC8-3464E038AB3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725335069"/>
              </p:ext>
            </p:extLst>
          </p:nvPr>
        </p:nvGraphicFramePr>
        <p:xfrm>
          <a:off x="282854" y="1745338"/>
          <a:ext cx="11626291" cy="4805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490AC6AA-00DF-E4C1-52FE-E574CAD1DA0B}"/>
              </a:ext>
            </a:extLst>
          </p:cNvPr>
          <p:cNvSpPr/>
          <p:nvPr userDrawn="1"/>
        </p:nvSpPr>
        <p:spPr>
          <a:xfrm>
            <a:off x="4029076" y="1216140"/>
            <a:ext cx="4021488" cy="219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small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Current US NT1 Prevalent Population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1540C6-4A43-6BBD-FD86-6072070DAAFE}"/>
              </a:ext>
            </a:extLst>
          </p:cNvPr>
          <p:cNvSpPr txBox="1"/>
          <p:nvPr userDrawn="1"/>
        </p:nvSpPr>
        <p:spPr>
          <a:xfrm>
            <a:off x="10378173" y="1611135"/>
            <a:ext cx="1127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Total: ~45,000</a:t>
            </a:r>
            <a:endParaRPr lang="en-NL" sz="1100" b="1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0F126D-8918-B6BB-8F74-9316A5F5CCEF}"/>
              </a:ext>
            </a:extLst>
          </p:cNvPr>
          <p:cNvSpPr/>
          <p:nvPr/>
        </p:nvSpPr>
        <p:spPr>
          <a:xfrm>
            <a:off x="1278469" y="500769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D8D2B9E-9323-85B3-A389-705FB22D2D58}"/>
              </a:ext>
            </a:extLst>
          </p:cNvPr>
          <p:cNvSpPr/>
          <p:nvPr/>
        </p:nvSpPr>
        <p:spPr>
          <a:xfrm>
            <a:off x="1275343" y="3083893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CF83B2-7343-C5C8-C3BC-D6715F8E736C}"/>
              </a:ext>
            </a:extLst>
          </p:cNvPr>
          <p:cNvSpPr>
            <a:spLocks/>
          </p:cNvSpPr>
          <p:nvPr/>
        </p:nvSpPr>
        <p:spPr>
          <a:xfrm>
            <a:off x="2598117" y="2927337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endParaRPr kumimoji="1" lang="en-US" sz="1150">
              <a:solidFill>
                <a:srgbClr val="000000"/>
              </a:solidFill>
            </a:endParaRPr>
          </a:p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Not yet seeking diagnosis at sleep specialist</a:t>
            </a:r>
            <a:r>
              <a:rPr kumimoji="1" lang="en-US" sz="1150" baseline="30000">
                <a:solidFill>
                  <a:srgbClr val="000000"/>
                </a:solidFill>
              </a:rPr>
              <a:t>4</a:t>
            </a:r>
            <a:endParaRPr kumimoji="1" lang="en-US" sz="1150" baseline="30000" noProof="0">
              <a:solidFill>
                <a:srgbClr val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CC0037F-3311-36A5-001B-1395B151704A}"/>
              </a:ext>
            </a:extLst>
          </p:cNvPr>
          <p:cNvSpPr>
            <a:spLocks/>
          </p:cNvSpPr>
          <p:nvPr/>
        </p:nvSpPr>
        <p:spPr>
          <a:xfrm>
            <a:off x="2387600" y="4037348"/>
            <a:ext cx="181710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rgbClr val="000000"/>
                </a:solidFill>
              </a:rPr>
              <a:t>Actively seeking Dx due to sleep-related symptoms</a:t>
            </a:r>
            <a:r>
              <a:rPr kumimoji="1" lang="en-US" sz="1150" baseline="30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5C8A98-B201-A886-5CAC-ACC06436E104}"/>
              </a:ext>
            </a:extLst>
          </p:cNvPr>
          <p:cNvSpPr>
            <a:spLocks/>
          </p:cNvSpPr>
          <p:nvPr/>
        </p:nvSpPr>
        <p:spPr>
          <a:xfrm>
            <a:off x="2422730" y="1614976"/>
            <a:ext cx="1746839" cy="14813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Misdiagnosed or Undiagnosed Indefinitely</a:t>
            </a:r>
            <a:r>
              <a:rPr kumimoji="1" lang="en-US" sz="1150" baseline="30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683DB1A-DA6F-4FCA-623C-BA6F090918DF}"/>
              </a:ext>
            </a:extLst>
          </p:cNvPr>
          <p:cNvSpPr>
            <a:spLocks/>
          </p:cNvSpPr>
          <p:nvPr/>
        </p:nvSpPr>
        <p:spPr>
          <a:xfrm>
            <a:off x="4379121" y="5212140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noProof="0">
                <a:solidFill>
                  <a:schemeClr val="bg1"/>
                </a:solidFill>
              </a:rPr>
              <a:t>Treated</a:t>
            </a:r>
            <a:r>
              <a:rPr kumimoji="1" lang="en-US" sz="1200" baseline="30000" noProof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ECE1852-0990-9C62-53B3-CA9D74C7385A}"/>
              </a:ext>
            </a:extLst>
          </p:cNvPr>
          <p:cNvSpPr/>
          <p:nvPr/>
        </p:nvSpPr>
        <p:spPr>
          <a:xfrm>
            <a:off x="7001470" y="3811109"/>
            <a:ext cx="1320764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r>
              <a:rPr kumimoji="1" lang="en-US" sz="1150" noProof="0"/>
              <a:t>Previously Tx and Discontinued</a:t>
            </a:r>
            <a:r>
              <a:rPr kumimoji="1" lang="en-US" sz="1150" baseline="30000" noProof="0"/>
              <a:t>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59AA8D-3458-D4EF-9D10-375BE7119424}"/>
              </a:ext>
            </a:extLst>
          </p:cNvPr>
          <p:cNvSpPr>
            <a:spLocks/>
          </p:cNvSpPr>
          <p:nvPr/>
        </p:nvSpPr>
        <p:spPr>
          <a:xfrm>
            <a:off x="4363940" y="340805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3E40AD-9C4A-338B-5F91-55ED286211A9}"/>
              </a:ext>
            </a:extLst>
          </p:cNvPr>
          <p:cNvSpPr/>
          <p:nvPr/>
        </p:nvSpPr>
        <p:spPr>
          <a:xfrm>
            <a:off x="5716126" y="4461525"/>
            <a:ext cx="1335962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Never Treated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2324A0-B659-D435-956F-AA0B3C1CDC10}"/>
              </a:ext>
            </a:extLst>
          </p:cNvPr>
          <p:cNvSpPr/>
          <p:nvPr/>
        </p:nvSpPr>
        <p:spPr>
          <a:xfrm>
            <a:off x="5528388" y="3473487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Pending Tx Initiation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26D3C79-F250-E47F-9EE3-1EBF8316A758}"/>
              </a:ext>
            </a:extLst>
          </p:cNvPr>
          <p:cNvSpPr/>
          <p:nvPr/>
        </p:nvSpPr>
        <p:spPr>
          <a:xfrm>
            <a:off x="7059407" y="5439895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Monotherapy</a:t>
            </a:r>
            <a:r>
              <a:rPr kumimoji="1" lang="en-US" sz="1150" baseline="30000" noProof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406E9F9-8F04-DDEE-C823-CE079E6A1AE8}"/>
              </a:ext>
            </a:extLst>
          </p:cNvPr>
          <p:cNvSpPr/>
          <p:nvPr/>
        </p:nvSpPr>
        <p:spPr>
          <a:xfrm>
            <a:off x="7059407" y="4707086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Polytherapy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FC72895-1B4D-C104-D560-793E10572ADA}"/>
              </a:ext>
            </a:extLst>
          </p:cNvPr>
          <p:cNvSpPr/>
          <p:nvPr/>
        </p:nvSpPr>
        <p:spPr>
          <a:xfrm>
            <a:off x="1275343" y="294271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36AC22-88BB-BBDC-1913-675F6DDB19EA}"/>
              </a:ext>
            </a:extLst>
          </p:cNvPr>
          <p:cNvSpPr/>
          <p:nvPr/>
        </p:nvSpPr>
        <p:spPr>
          <a:xfrm>
            <a:off x="1283360" y="486390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D3B0C7-1724-7A1B-C87F-2CD5060DD039}"/>
              </a:ext>
            </a:extLst>
          </p:cNvPr>
          <p:cNvSpPr>
            <a:spLocks/>
          </p:cNvSpPr>
          <p:nvPr/>
        </p:nvSpPr>
        <p:spPr>
          <a:xfrm>
            <a:off x="2598117" y="2715514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(71%)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90581D7-16AD-9D8B-715F-F894F108AAA2}"/>
              </a:ext>
            </a:extLst>
          </p:cNvPr>
          <p:cNvSpPr>
            <a:spLocks/>
          </p:cNvSpPr>
          <p:nvPr/>
        </p:nvSpPr>
        <p:spPr>
          <a:xfrm>
            <a:off x="2502824" y="3811109"/>
            <a:ext cx="1553368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/>
              <a:t>(23%)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5F710C8-5834-6838-2FF7-E1286EE28D68}"/>
              </a:ext>
            </a:extLst>
          </p:cNvPr>
          <p:cNvSpPr>
            <a:spLocks/>
          </p:cNvSpPr>
          <p:nvPr/>
        </p:nvSpPr>
        <p:spPr>
          <a:xfrm>
            <a:off x="3383119" y="1879168"/>
            <a:ext cx="5578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(6%)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28FE4EB-4FC8-1198-117E-FB6D3A4A1A61}"/>
              </a:ext>
            </a:extLst>
          </p:cNvPr>
          <p:cNvSpPr/>
          <p:nvPr/>
        </p:nvSpPr>
        <p:spPr>
          <a:xfrm>
            <a:off x="4379121" y="508630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75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7F36E4C-F7BE-4379-8111-EA47BD354CCF}"/>
              </a:ext>
            </a:extLst>
          </p:cNvPr>
          <p:cNvSpPr>
            <a:spLocks/>
          </p:cNvSpPr>
          <p:nvPr/>
        </p:nvSpPr>
        <p:spPr>
          <a:xfrm>
            <a:off x="4363940" y="329539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(25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18196FB-782D-CFD9-7BFA-F2CDDF567935}"/>
              </a:ext>
            </a:extLst>
          </p:cNvPr>
          <p:cNvSpPr>
            <a:spLocks/>
          </p:cNvSpPr>
          <p:nvPr/>
        </p:nvSpPr>
        <p:spPr>
          <a:xfrm>
            <a:off x="5833016" y="4296836"/>
            <a:ext cx="109498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(58%)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B962CB0-95CD-30E1-FE87-122E1FD3F67B}"/>
              </a:ext>
            </a:extLst>
          </p:cNvPr>
          <p:cNvSpPr>
            <a:spLocks/>
          </p:cNvSpPr>
          <p:nvPr/>
        </p:nvSpPr>
        <p:spPr>
          <a:xfrm>
            <a:off x="6491228" y="3841119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(40%)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8F3101-0C66-AB53-7348-3FE061D56ECF}"/>
              </a:ext>
            </a:extLst>
          </p:cNvPr>
          <p:cNvSpPr>
            <a:spLocks/>
          </p:cNvSpPr>
          <p:nvPr/>
        </p:nvSpPr>
        <p:spPr>
          <a:xfrm>
            <a:off x="6376648" y="3618449"/>
            <a:ext cx="572941" cy="17104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(2%)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215C99-1392-8571-F81F-2BD8232004C2}"/>
              </a:ext>
            </a:extLst>
          </p:cNvPr>
          <p:cNvSpPr/>
          <p:nvPr/>
        </p:nvSpPr>
        <p:spPr>
          <a:xfrm>
            <a:off x="7474882" y="529501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48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5607C19-C7EE-F7FA-5836-BEE4F486D7D1}"/>
              </a:ext>
            </a:extLst>
          </p:cNvPr>
          <p:cNvSpPr>
            <a:spLocks/>
          </p:cNvSpPr>
          <p:nvPr/>
        </p:nvSpPr>
        <p:spPr>
          <a:xfrm>
            <a:off x="7626577" y="4551983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(52%)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87F0EFD-68DF-2CB5-3FA6-3466259DB0EE}"/>
              </a:ext>
            </a:extLst>
          </p:cNvPr>
          <p:cNvSpPr/>
          <p:nvPr/>
        </p:nvSpPr>
        <p:spPr>
          <a:xfrm>
            <a:off x="4379121" y="3978939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</a:t>
            </a:r>
            <a:r>
              <a:rPr kumimoji="1" lang="en-US" sz="1000">
                <a:solidFill>
                  <a:schemeClr val="bg1"/>
                </a:solidFill>
              </a:rPr>
              <a:t>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F471757-F8A1-DD4A-2DA5-8FF983F4F419}"/>
              </a:ext>
            </a:extLst>
          </p:cNvPr>
          <p:cNvSpPr>
            <a:spLocks/>
          </p:cNvSpPr>
          <p:nvPr userDrawn="1"/>
        </p:nvSpPr>
        <p:spPr>
          <a:xfrm>
            <a:off x="4363940" y="412458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  <a:r>
              <a:rPr kumimoji="1" lang="en-US" sz="1150" baseline="30000" noProof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3FE0A-395E-D7B4-F1E1-F2B80A34F4A1}"/>
              </a:ext>
            </a:extLst>
          </p:cNvPr>
          <p:cNvSpPr>
            <a:spLocks/>
          </p:cNvSpPr>
          <p:nvPr userDrawn="1"/>
        </p:nvSpPr>
        <p:spPr>
          <a:xfrm>
            <a:off x="6088380" y="3855031"/>
            <a:ext cx="528321" cy="150234"/>
          </a:xfrm>
          <a:prstGeom prst="rect">
            <a:avLst/>
          </a:prstGeom>
          <a:solidFill>
            <a:srgbClr val="A6A6A6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bg1"/>
                </a:solidFill>
              </a:rPr>
              <a:t>6,000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4BB7A-85A2-9439-8EBD-E3A6E37D150F}"/>
              </a:ext>
            </a:extLst>
          </p:cNvPr>
          <p:cNvSpPr/>
          <p:nvPr userDrawn="1"/>
        </p:nvSpPr>
        <p:spPr>
          <a:xfrm>
            <a:off x="2852555" y="2518699"/>
            <a:ext cx="853906" cy="22769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b="1">
                <a:solidFill>
                  <a:schemeClr val="tx1">
                    <a:lumMod val="50000"/>
                  </a:schemeClr>
                </a:solidFill>
              </a:rPr>
              <a:t>42,000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D35705-0E17-09C9-A1F8-582149E35BEA}"/>
              </a:ext>
            </a:extLst>
          </p:cNvPr>
          <p:cNvSpPr/>
          <p:nvPr userDrawn="1"/>
        </p:nvSpPr>
        <p:spPr>
          <a:xfrm>
            <a:off x="555035" y="6457223"/>
            <a:ext cx="6919848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02EF060-EEFA-F4F9-2704-5BC9EE4E4CA1}"/>
              </a:ext>
            </a:extLst>
          </p:cNvPr>
          <p:cNvSpPr/>
          <p:nvPr userDrawn="1"/>
        </p:nvSpPr>
        <p:spPr>
          <a:xfrm>
            <a:off x="8586269" y="1903400"/>
            <a:ext cx="1691287" cy="3830174"/>
          </a:xfrm>
          <a:custGeom>
            <a:avLst/>
            <a:gdLst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499360 h 3962400"/>
              <a:gd name="connsiteX4" fmla="*/ 7620 w 319278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24503 w 3209663"/>
              <a:gd name="connsiteY0" fmla="*/ 3962400 h 3962400"/>
              <a:gd name="connsiteX1" fmla="*/ 3209663 w 3209663"/>
              <a:gd name="connsiteY1" fmla="*/ 3954780 h 3962400"/>
              <a:gd name="connsiteX2" fmla="*/ 3209663 w 3209663"/>
              <a:gd name="connsiteY2" fmla="*/ 0 h 3962400"/>
              <a:gd name="connsiteX3" fmla="*/ 0 w 3209663"/>
              <a:gd name="connsiteY3" fmla="*/ 2471057 h 3962400"/>
              <a:gd name="connsiteX4" fmla="*/ 24503 w 3209663"/>
              <a:gd name="connsiteY4" fmla="*/ 3962400 h 3962400"/>
              <a:gd name="connsiteX0" fmla="*/ 137346 w 3322506"/>
              <a:gd name="connsiteY0" fmla="*/ 3962400 h 3962400"/>
              <a:gd name="connsiteX1" fmla="*/ 3322506 w 3322506"/>
              <a:gd name="connsiteY1" fmla="*/ 3954780 h 3962400"/>
              <a:gd name="connsiteX2" fmla="*/ 3322506 w 3322506"/>
              <a:gd name="connsiteY2" fmla="*/ 0 h 3962400"/>
              <a:gd name="connsiteX3" fmla="*/ 112843 w 3322506"/>
              <a:gd name="connsiteY3" fmla="*/ 2471057 h 3962400"/>
              <a:gd name="connsiteX4" fmla="*/ 137346 w 3322506"/>
              <a:gd name="connsiteY4" fmla="*/ 3962400 h 3962400"/>
              <a:gd name="connsiteX0" fmla="*/ 133258 w 3470371"/>
              <a:gd name="connsiteY0" fmla="*/ 3970564 h 3970564"/>
              <a:gd name="connsiteX1" fmla="*/ 3318418 w 3470371"/>
              <a:gd name="connsiteY1" fmla="*/ 3962944 h 3970564"/>
              <a:gd name="connsiteX2" fmla="*/ 3470372 w 3470371"/>
              <a:gd name="connsiteY2" fmla="*/ 0 h 3970564"/>
              <a:gd name="connsiteX3" fmla="*/ 108755 w 3470371"/>
              <a:gd name="connsiteY3" fmla="*/ 2479221 h 3970564"/>
              <a:gd name="connsiteX4" fmla="*/ 133258 w 3470371"/>
              <a:gd name="connsiteY4" fmla="*/ 3970564 h 3970564"/>
              <a:gd name="connsiteX0" fmla="*/ 133258 w 3470371"/>
              <a:gd name="connsiteY0" fmla="*/ 3970564 h 3979273"/>
              <a:gd name="connsiteX1" fmla="*/ 3453488 w 3470371"/>
              <a:gd name="connsiteY1" fmla="*/ 3979273 h 3979273"/>
              <a:gd name="connsiteX2" fmla="*/ 3470372 w 3470371"/>
              <a:gd name="connsiteY2" fmla="*/ 0 h 3979273"/>
              <a:gd name="connsiteX3" fmla="*/ 108755 w 3470371"/>
              <a:gd name="connsiteY3" fmla="*/ 2479221 h 3979273"/>
              <a:gd name="connsiteX4" fmla="*/ 133258 w 3470371"/>
              <a:gd name="connsiteY4" fmla="*/ 3970564 h 3979273"/>
              <a:gd name="connsiteX0" fmla="*/ 154861 w 3491974"/>
              <a:gd name="connsiteY0" fmla="*/ 3970564 h 3979273"/>
              <a:gd name="connsiteX1" fmla="*/ 3475091 w 3491974"/>
              <a:gd name="connsiteY1" fmla="*/ 3979273 h 3979273"/>
              <a:gd name="connsiteX2" fmla="*/ 3491975 w 3491974"/>
              <a:gd name="connsiteY2" fmla="*/ 0 h 3979273"/>
              <a:gd name="connsiteX3" fmla="*/ 130358 w 3491974"/>
              <a:gd name="connsiteY3" fmla="*/ 2479221 h 3979273"/>
              <a:gd name="connsiteX4" fmla="*/ 154861 w 3491974"/>
              <a:gd name="connsiteY4" fmla="*/ 3970564 h 3979273"/>
              <a:gd name="connsiteX0" fmla="*/ 154861 w 3495082"/>
              <a:gd name="connsiteY0" fmla="*/ 3970564 h 3979273"/>
              <a:gd name="connsiteX1" fmla="*/ 3475091 w 3495082"/>
              <a:gd name="connsiteY1" fmla="*/ 3979273 h 3979273"/>
              <a:gd name="connsiteX2" fmla="*/ 3491975 w 3495082"/>
              <a:gd name="connsiteY2" fmla="*/ 0 h 3979273"/>
              <a:gd name="connsiteX3" fmla="*/ 130358 w 3495082"/>
              <a:gd name="connsiteY3" fmla="*/ 2479221 h 3979273"/>
              <a:gd name="connsiteX4" fmla="*/ 154861 w 3495082"/>
              <a:gd name="connsiteY4" fmla="*/ 3970564 h 3979273"/>
              <a:gd name="connsiteX0" fmla="*/ 154861 w 3495082"/>
              <a:gd name="connsiteY0" fmla="*/ 3970564 h 3970564"/>
              <a:gd name="connsiteX1" fmla="*/ 3475090 w 3495082"/>
              <a:gd name="connsiteY1" fmla="*/ 3956413 h 3970564"/>
              <a:gd name="connsiteX2" fmla="*/ 3491975 w 3495082"/>
              <a:gd name="connsiteY2" fmla="*/ 0 h 3970564"/>
              <a:gd name="connsiteX3" fmla="*/ 130358 w 3495082"/>
              <a:gd name="connsiteY3" fmla="*/ 2479221 h 3970564"/>
              <a:gd name="connsiteX4" fmla="*/ 154861 w 3495082"/>
              <a:gd name="connsiteY4" fmla="*/ 3970564 h 3970564"/>
              <a:gd name="connsiteX0" fmla="*/ 36674 w 3495082"/>
              <a:gd name="connsiteY0" fmla="*/ 3964093 h 3964093"/>
              <a:gd name="connsiteX1" fmla="*/ 3475090 w 3495082"/>
              <a:gd name="connsiteY1" fmla="*/ 3956413 h 3964093"/>
              <a:gd name="connsiteX2" fmla="*/ 3491975 w 3495082"/>
              <a:gd name="connsiteY2" fmla="*/ 0 h 3964093"/>
              <a:gd name="connsiteX3" fmla="*/ 130358 w 3495082"/>
              <a:gd name="connsiteY3" fmla="*/ 2479221 h 3964093"/>
              <a:gd name="connsiteX4" fmla="*/ 36674 w 3495082"/>
              <a:gd name="connsiteY4" fmla="*/ 3964093 h 3964093"/>
              <a:gd name="connsiteX0" fmla="*/ 137972 w 3596380"/>
              <a:gd name="connsiteY0" fmla="*/ 3964093 h 3964093"/>
              <a:gd name="connsiteX1" fmla="*/ 3576388 w 3596380"/>
              <a:gd name="connsiteY1" fmla="*/ 3956413 h 3964093"/>
              <a:gd name="connsiteX2" fmla="*/ 3593273 w 3596380"/>
              <a:gd name="connsiteY2" fmla="*/ 0 h 3964093"/>
              <a:gd name="connsiteX3" fmla="*/ 126600 w 3596380"/>
              <a:gd name="connsiteY3" fmla="*/ 2479221 h 3964093"/>
              <a:gd name="connsiteX4" fmla="*/ 137972 w 3596380"/>
              <a:gd name="connsiteY4" fmla="*/ 3964093 h 3964093"/>
              <a:gd name="connsiteX0" fmla="*/ 11372 w 3469780"/>
              <a:gd name="connsiteY0" fmla="*/ 3964093 h 3964093"/>
              <a:gd name="connsiteX1" fmla="*/ 3449788 w 3469780"/>
              <a:gd name="connsiteY1" fmla="*/ 3956413 h 3964093"/>
              <a:gd name="connsiteX2" fmla="*/ 3466673 w 3469780"/>
              <a:gd name="connsiteY2" fmla="*/ 0 h 3964093"/>
              <a:gd name="connsiteX3" fmla="*/ 0 w 3469780"/>
              <a:gd name="connsiteY3" fmla="*/ 2479221 h 3964093"/>
              <a:gd name="connsiteX4" fmla="*/ 11372 w 3469780"/>
              <a:gd name="connsiteY4" fmla="*/ 3964093 h 3964093"/>
              <a:gd name="connsiteX0" fmla="*/ 283 w 3498087"/>
              <a:gd name="connsiteY0" fmla="*/ 3951151 h 3956413"/>
              <a:gd name="connsiteX1" fmla="*/ 3478095 w 3498087"/>
              <a:gd name="connsiteY1" fmla="*/ 3956413 h 3956413"/>
              <a:gd name="connsiteX2" fmla="*/ 3494980 w 3498087"/>
              <a:gd name="connsiteY2" fmla="*/ 0 h 3956413"/>
              <a:gd name="connsiteX3" fmla="*/ 28307 w 3498087"/>
              <a:gd name="connsiteY3" fmla="*/ 2479221 h 3956413"/>
              <a:gd name="connsiteX4" fmla="*/ 283 w 3498087"/>
              <a:gd name="connsiteY4" fmla="*/ 3951151 h 3956413"/>
              <a:gd name="connsiteX0" fmla="*/ 10617 w 3508421"/>
              <a:gd name="connsiteY0" fmla="*/ 3951151 h 3956413"/>
              <a:gd name="connsiteX1" fmla="*/ 3488429 w 3508421"/>
              <a:gd name="connsiteY1" fmla="*/ 3956413 h 3956413"/>
              <a:gd name="connsiteX2" fmla="*/ 3505314 w 3508421"/>
              <a:gd name="connsiteY2" fmla="*/ 0 h 3956413"/>
              <a:gd name="connsiteX3" fmla="*/ 38641 w 3508421"/>
              <a:gd name="connsiteY3" fmla="*/ 2479221 h 3956413"/>
              <a:gd name="connsiteX4" fmla="*/ 10617 w 3508421"/>
              <a:gd name="connsiteY4" fmla="*/ 3951151 h 3956413"/>
              <a:gd name="connsiteX0" fmla="*/ 47422 w 3492698"/>
              <a:gd name="connsiteY0" fmla="*/ 3951152 h 3956413"/>
              <a:gd name="connsiteX1" fmla="*/ 3472706 w 3492698"/>
              <a:gd name="connsiteY1" fmla="*/ 3956413 h 3956413"/>
              <a:gd name="connsiteX2" fmla="*/ 3489591 w 3492698"/>
              <a:gd name="connsiteY2" fmla="*/ 0 h 3956413"/>
              <a:gd name="connsiteX3" fmla="*/ 22918 w 3492698"/>
              <a:gd name="connsiteY3" fmla="*/ 2479221 h 3956413"/>
              <a:gd name="connsiteX4" fmla="*/ 47422 w 3492698"/>
              <a:gd name="connsiteY4" fmla="*/ 3951152 h 3956413"/>
              <a:gd name="connsiteX0" fmla="*/ 52336 w 3497612"/>
              <a:gd name="connsiteY0" fmla="*/ 3951152 h 3956413"/>
              <a:gd name="connsiteX1" fmla="*/ 3477620 w 3497612"/>
              <a:gd name="connsiteY1" fmla="*/ 3956413 h 3956413"/>
              <a:gd name="connsiteX2" fmla="*/ 3494505 w 3497612"/>
              <a:gd name="connsiteY2" fmla="*/ 0 h 3956413"/>
              <a:gd name="connsiteX3" fmla="*/ 27832 w 3497612"/>
              <a:gd name="connsiteY3" fmla="*/ 2479221 h 3956413"/>
              <a:gd name="connsiteX4" fmla="*/ 52336 w 3497612"/>
              <a:gd name="connsiteY4" fmla="*/ 3951152 h 39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7612" h="3956413">
                <a:moveTo>
                  <a:pt x="52336" y="3951152"/>
                </a:moveTo>
                <a:lnTo>
                  <a:pt x="3477620" y="3956413"/>
                </a:lnTo>
                <a:cubicBezTo>
                  <a:pt x="3483248" y="2629989"/>
                  <a:pt x="3505760" y="1310096"/>
                  <a:pt x="3494505" y="0"/>
                </a:cubicBezTo>
                <a:cubicBezTo>
                  <a:pt x="2257958" y="1167311"/>
                  <a:pt x="813044" y="2006712"/>
                  <a:pt x="27832" y="2479221"/>
                </a:cubicBezTo>
                <a:cubicBezTo>
                  <a:pt x="-34037" y="2974178"/>
                  <a:pt x="22281" y="2479070"/>
                  <a:pt x="52336" y="395115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5">
                  <a:lumMod val="90000"/>
                </a:schemeClr>
              </a:gs>
              <a:gs pos="42000">
                <a:srgbClr val="EFF3F5"/>
              </a:gs>
              <a:gs pos="0">
                <a:srgbClr val="FFFFFF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sz="1200">
              <a:solidFill>
                <a:srgbClr val="000000">
                  <a:lumMod val="75000"/>
                </a:srgbClr>
              </a:solidFill>
              <a:latin typeface="Century Gothic" panose="020F0302020204030204"/>
              <a:cs typeface="Calibri" panose="020F0502020204030204" pitchFamily="34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C401FD8-F5D9-BF42-9B63-B0C5B67AEDD6}"/>
              </a:ext>
            </a:extLst>
          </p:cNvPr>
          <p:cNvSpPr/>
          <p:nvPr userDrawn="1"/>
        </p:nvSpPr>
        <p:spPr>
          <a:xfrm flipH="1">
            <a:off x="10045642" y="4033000"/>
            <a:ext cx="213519" cy="1700573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A0C31F6-D018-CB7D-AF35-2D0362D85E4B}"/>
              </a:ext>
            </a:extLst>
          </p:cNvPr>
          <p:cNvSpPr/>
          <p:nvPr userDrawn="1"/>
        </p:nvSpPr>
        <p:spPr>
          <a:xfrm flipH="1">
            <a:off x="10045644" y="1903401"/>
            <a:ext cx="213519" cy="2129598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382248-A455-AEFA-3FC4-1188C8F2E0C2}"/>
              </a:ext>
            </a:extLst>
          </p:cNvPr>
          <p:cNvSpPr>
            <a:spLocks/>
          </p:cNvSpPr>
          <p:nvPr userDrawn="1"/>
        </p:nvSpPr>
        <p:spPr>
          <a:xfrm>
            <a:off x="10312000" y="2550707"/>
            <a:ext cx="1368718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Stimulants / Antidepressants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3DBA9-9D8B-1109-DD52-AEBDAB34D8F1}"/>
              </a:ext>
            </a:extLst>
          </p:cNvPr>
          <p:cNvSpPr>
            <a:spLocks/>
          </p:cNvSpPr>
          <p:nvPr userDrawn="1"/>
        </p:nvSpPr>
        <p:spPr>
          <a:xfrm>
            <a:off x="10327489" y="5014814"/>
            <a:ext cx="1337741" cy="159404"/>
          </a:xfrm>
          <a:prstGeom prst="rect">
            <a:avLst/>
          </a:prstGeom>
          <a:solidFill>
            <a:srgbClr val="121B1E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chemeClr val="bg1"/>
                </a:solidFill>
              </a:rPr>
              <a:t>Oxybates</a:t>
            </a:r>
            <a:r>
              <a:rPr kumimoji="1" lang="en-US" sz="1150" baseline="3000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77055-1B64-3031-D1BF-9A1937A76E74}"/>
              </a:ext>
            </a:extLst>
          </p:cNvPr>
          <p:cNvSpPr>
            <a:spLocks/>
          </p:cNvSpPr>
          <p:nvPr userDrawn="1"/>
        </p:nvSpPr>
        <p:spPr>
          <a:xfrm>
            <a:off x="10635000" y="2286229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kumimoji="1" lang="en-US" sz="1000">
                <a:solidFill>
                  <a:schemeClr val="tx1">
                    <a:lumMod val="50000"/>
                  </a:schemeClr>
                </a:solidFill>
              </a:rPr>
              <a:t>36</a:t>
            </a:r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A1C62C-FB55-EB83-3FD5-13213ACC8FD3}"/>
              </a:ext>
            </a:extLst>
          </p:cNvPr>
          <p:cNvSpPr>
            <a:spLocks/>
          </p:cNvSpPr>
          <p:nvPr userDrawn="1"/>
        </p:nvSpPr>
        <p:spPr>
          <a:xfrm>
            <a:off x="10605606" y="5170249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~12,000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0CA832-994B-4243-51DE-E76719E6C991}"/>
              </a:ext>
            </a:extLst>
          </p:cNvPr>
          <p:cNvSpPr>
            <a:spLocks/>
          </p:cNvSpPr>
          <p:nvPr userDrawn="1"/>
        </p:nvSpPr>
        <p:spPr>
          <a:xfrm>
            <a:off x="10403606" y="3715327"/>
            <a:ext cx="1185506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Modafinil</a:t>
            </a:r>
            <a:r>
              <a:rPr kumimoji="1" lang="en-US" sz="1150" baseline="30000" noProof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21695-72EB-96BF-50D6-C7E6A532E7CE}"/>
              </a:ext>
            </a:extLst>
          </p:cNvPr>
          <p:cNvSpPr>
            <a:spLocks/>
          </p:cNvSpPr>
          <p:nvPr userDrawn="1"/>
        </p:nvSpPr>
        <p:spPr>
          <a:xfrm>
            <a:off x="9196650" y="4804356"/>
            <a:ext cx="8217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Advanced Therapies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D4F922-FE6C-AC58-0F0B-2CA3123A6E82}"/>
              </a:ext>
            </a:extLst>
          </p:cNvPr>
          <p:cNvSpPr>
            <a:spLocks/>
          </p:cNvSpPr>
          <p:nvPr userDrawn="1"/>
        </p:nvSpPr>
        <p:spPr>
          <a:xfrm>
            <a:off x="9043988" y="2897329"/>
            <a:ext cx="97441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Generic Mix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EBCE00-88C3-D335-D8E7-35BB6152154B}"/>
              </a:ext>
            </a:extLst>
          </p:cNvPr>
          <p:cNvSpPr>
            <a:spLocks/>
          </p:cNvSpPr>
          <p:nvPr userDrawn="1"/>
        </p:nvSpPr>
        <p:spPr>
          <a:xfrm>
            <a:off x="10195019" y="4581136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Wakix</a:t>
            </a:r>
            <a:r>
              <a:rPr kumimoji="1" lang="en-US" sz="1150" baseline="30000">
                <a:solidFill>
                  <a:schemeClr val="bg1"/>
                </a:solidFill>
              </a:rPr>
              <a:t>16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E7AB09-D985-DA40-2A89-A59AEB245B77}"/>
              </a:ext>
            </a:extLst>
          </p:cNvPr>
          <p:cNvSpPr>
            <a:spLocks/>
          </p:cNvSpPr>
          <p:nvPr userDrawn="1"/>
        </p:nvSpPr>
        <p:spPr>
          <a:xfrm>
            <a:off x="10605606" y="5319781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EB4481-C794-CC4D-C354-1DEB98BC43F6}"/>
              </a:ext>
            </a:extLst>
          </p:cNvPr>
          <p:cNvSpPr>
            <a:spLocks/>
          </p:cNvSpPr>
          <p:nvPr userDrawn="1"/>
        </p:nvSpPr>
        <p:spPr>
          <a:xfrm>
            <a:off x="10638935" y="3416931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~9,000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58B11E-2DE4-2E56-33DD-21606AE5D51E}"/>
              </a:ext>
            </a:extLst>
          </p:cNvPr>
          <p:cNvSpPr>
            <a:spLocks/>
          </p:cNvSpPr>
          <p:nvPr userDrawn="1"/>
        </p:nvSpPr>
        <p:spPr>
          <a:xfrm>
            <a:off x="10638935" y="3566129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B3BDB-0AD8-1BDA-974C-B428B9BD1B28}"/>
              </a:ext>
            </a:extLst>
          </p:cNvPr>
          <p:cNvSpPr>
            <a:spLocks/>
          </p:cNvSpPr>
          <p:nvPr userDrawn="1"/>
        </p:nvSpPr>
        <p:spPr>
          <a:xfrm>
            <a:off x="10635000" y="2114978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tx1">
                    <a:lumMod val="50000"/>
                  </a:schemeClr>
                </a:solidFill>
              </a:rPr>
              <a:t>~16,000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7A1226-67C2-EEC5-2897-21D4F5406BF7}"/>
              </a:ext>
            </a:extLst>
          </p:cNvPr>
          <p:cNvSpPr>
            <a:spLocks/>
          </p:cNvSpPr>
          <p:nvPr userDrawn="1"/>
        </p:nvSpPr>
        <p:spPr>
          <a:xfrm>
            <a:off x="10638935" y="4269519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~5,400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E8CFCC-8F4A-5216-0CE6-AE1621336B4D}"/>
              </a:ext>
            </a:extLst>
          </p:cNvPr>
          <p:cNvSpPr>
            <a:spLocks/>
          </p:cNvSpPr>
          <p:nvPr userDrawn="1"/>
        </p:nvSpPr>
        <p:spPr>
          <a:xfrm>
            <a:off x="10638935" y="4418171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(12%)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3FE18A-F514-8C4D-640A-9DAC41744423}"/>
              </a:ext>
            </a:extLst>
          </p:cNvPr>
          <p:cNvSpPr>
            <a:spLocks/>
          </p:cNvSpPr>
          <p:nvPr userDrawn="1"/>
        </p:nvSpPr>
        <p:spPr>
          <a:xfrm>
            <a:off x="10587190" y="3963012"/>
            <a:ext cx="818339" cy="150234"/>
          </a:xfrm>
          <a:prstGeom prst="rect">
            <a:avLst/>
          </a:prstGeom>
          <a:solidFill>
            <a:srgbClr val="34373F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~2,600 </a:t>
            </a:r>
            <a:r>
              <a:rPr kumimoji="1" lang="en-US" sz="1000" b="0" noProof="0">
                <a:solidFill>
                  <a:schemeClr val="bg1"/>
                </a:solidFill>
              </a:rPr>
              <a:t>(6%)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A6A791-EA4D-F100-0F44-F6E43298D21D}"/>
              </a:ext>
            </a:extLst>
          </p:cNvPr>
          <p:cNvSpPr>
            <a:spLocks/>
          </p:cNvSpPr>
          <p:nvPr userDrawn="1"/>
        </p:nvSpPr>
        <p:spPr>
          <a:xfrm>
            <a:off x="10195019" y="4114090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Sunosi</a:t>
            </a:r>
            <a:r>
              <a:rPr kumimoji="1" lang="en-US" sz="1150" baseline="30000">
                <a:solidFill>
                  <a:schemeClr val="bg1"/>
                </a:solidFill>
              </a:rPr>
              <a:t>15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9F5F9E-6F78-3044-FF31-A9970701220F}"/>
              </a:ext>
            </a:extLst>
          </p:cNvPr>
          <p:cNvSpPr txBox="1"/>
          <p:nvPr userDrawn="1"/>
        </p:nvSpPr>
        <p:spPr>
          <a:xfrm>
            <a:off x="7766050" y="6488596"/>
            <a:ext cx="4122420" cy="30925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ts val="800"/>
              </a:lnSpc>
            </a:pPr>
            <a:r>
              <a:rPr lang="en-US" sz="800" spc="-70" baseline="0"/>
              <a:t>‘’Undiagnosed’’ &amp; ‘’Untreated’’ breakdowns are derived from Ambit Veeva claims analysis (Jan 2017 – Apr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‘’Diagnosed’’ breakdown is derived from 2023 Veeva Patient Pathway claims analysis (Jan 2023 – Dec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‘’On Treatment Indicated for NT1’’ breakdown is derived from H2 2023 Veeva APLD Rx claims analysis (Jul 2023 – Dec 2023)</a:t>
            </a:r>
            <a:endParaRPr lang="en-NL" sz="800" spc="-70" baseline="0"/>
          </a:p>
        </p:txBody>
      </p:sp>
    </p:spTree>
    <p:extLst>
      <p:ext uri="{BB962C8B-B14F-4D97-AF65-F5344CB8AC3E}">
        <p14:creationId xmlns:p14="http://schemas.microsoft.com/office/powerpoint/2010/main" val="124121729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f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hink-cell data - do not delete" hidden="1">
            <a:extLst>
              <a:ext uri="{FF2B5EF4-FFF2-40B4-BE49-F238E27FC236}">
                <a16:creationId xmlns:a16="http://schemas.microsoft.com/office/drawing/2014/main" id="{927F255D-FB7A-5FCA-4E1F-BFB2B3DFC2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3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7F255D-FB7A-5FCA-4E1F-BFB2B3DFC2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8AAD61-DB92-1D41-BAEE-2135D81E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39AD6-D18D-09E5-B2B5-C03D9B7E6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279001-FA1A-1A36-254E-42888ED8D075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8E559A-DF21-A077-CA8F-7BED84AC67D0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NUMBERS HAVE BEEN ROUNDED TO NEAREST 100 OR 1,000 TO PREVENT FALSE PRECISION</a:t>
            </a:r>
          </a:p>
        </p:txBody>
      </p:sp>
      <p:pic>
        <p:nvPicPr>
          <p:cNvPr id="59" name="Picture 58" descr="Takeda">
            <a:extLst>
              <a:ext uri="{FF2B5EF4-FFF2-40B4-BE49-F238E27FC236}">
                <a16:creationId xmlns:a16="http://schemas.microsoft.com/office/drawing/2014/main" id="{064B450C-984E-E158-0082-7E68A6F56B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8D1C0F11-E89D-4288-6BC8-3464E038AB3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664410010"/>
              </p:ext>
            </p:extLst>
          </p:nvPr>
        </p:nvGraphicFramePr>
        <p:xfrm>
          <a:off x="282854" y="1745338"/>
          <a:ext cx="11626291" cy="4805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490AC6AA-00DF-E4C1-52FE-E574CAD1DA0B}"/>
              </a:ext>
            </a:extLst>
          </p:cNvPr>
          <p:cNvSpPr/>
          <p:nvPr userDrawn="1"/>
        </p:nvSpPr>
        <p:spPr>
          <a:xfrm>
            <a:off x="4029076" y="1216140"/>
            <a:ext cx="4021488" cy="219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small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Current US NT1 Prevalent Population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1540C6-4A43-6BBD-FD86-6072070DAAFE}"/>
              </a:ext>
            </a:extLst>
          </p:cNvPr>
          <p:cNvSpPr txBox="1"/>
          <p:nvPr userDrawn="1"/>
        </p:nvSpPr>
        <p:spPr>
          <a:xfrm>
            <a:off x="10378173" y="1611135"/>
            <a:ext cx="1127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Total: ~45,000</a:t>
            </a:r>
            <a:endParaRPr lang="en-NL" sz="1100" b="1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0F126D-8918-B6BB-8F74-9316A5F5CCEF}"/>
              </a:ext>
            </a:extLst>
          </p:cNvPr>
          <p:cNvSpPr/>
          <p:nvPr/>
        </p:nvSpPr>
        <p:spPr>
          <a:xfrm>
            <a:off x="1278469" y="500769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D8D2B9E-9323-85B3-A389-705FB22D2D58}"/>
              </a:ext>
            </a:extLst>
          </p:cNvPr>
          <p:cNvSpPr/>
          <p:nvPr/>
        </p:nvSpPr>
        <p:spPr>
          <a:xfrm>
            <a:off x="1275343" y="3083893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CF83B2-7343-C5C8-C3BC-D6715F8E736C}"/>
              </a:ext>
            </a:extLst>
          </p:cNvPr>
          <p:cNvSpPr>
            <a:spLocks/>
          </p:cNvSpPr>
          <p:nvPr/>
        </p:nvSpPr>
        <p:spPr>
          <a:xfrm>
            <a:off x="2598117" y="2927337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endParaRPr kumimoji="1" lang="en-US" sz="1150">
              <a:solidFill>
                <a:srgbClr val="000000"/>
              </a:solidFill>
            </a:endParaRPr>
          </a:p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Not yet seeking diagnosis at sleep specialist</a:t>
            </a:r>
            <a:r>
              <a:rPr kumimoji="1" lang="en-US" sz="1150" baseline="30000">
                <a:solidFill>
                  <a:srgbClr val="000000"/>
                </a:solidFill>
              </a:rPr>
              <a:t>4</a:t>
            </a:r>
            <a:endParaRPr kumimoji="1" lang="en-US" sz="1150" baseline="30000" noProof="0">
              <a:solidFill>
                <a:srgbClr val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CC0037F-3311-36A5-001B-1395B151704A}"/>
              </a:ext>
            </a:extLst>
          </p:cNvPr>
          <p:cNvSpPr>
            <a:spLocks/>
          </p:cNvSpPr>
          <p:nvPr/>
        </p:nvSpPr>
        <p:spPr>
          <a:xfrm>
            <a:off x="2387600" y="4037348"/>
            <a:ext cx="181710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rgbClr val="000000"/>
                </a:solidFill>
              </a:rPr>
              <a:t>Actively seeking Dx due to sleep-related symptoms</a:t>
            </a:r>
            <a:r>
              <a:rPr kumimoji="1" lang="en-US" sz="1150" baseline="30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5C8A98-B201-A886-5CAC-ACC06436E104}"/>
              </a:ext>
            </a:extLst>
          </p:cNvPr>
          <p:cNvSpPr>
            <a:spLocks/>
          </p:cNvSpPr>
          <p:nvPr/>
        </p:nvSpPr>
        <p:spPr>
          <a:xfrm>
            <a:off x="2422730" y="1614976"/>
            <a:ext cx="1746839" cy="14813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Misdiagnosed or Undiagnosed Indefinitely</a:t>
            </a:r>
            <a:r>
              <a:rPr kumimoji="1" lang="en-US" sz="1150" baseline="30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683DB1A-DA6F-4FCA-623C-BA6F090918DF}"/>
              </a:ext>
            </a:extLst>
          </p:cNvPr>
          <p:cNvSpPr>
            <a:spLocks/>
          </p:cNvSpPr>
          <p:nvPr/>
        </p:nvSpPr>
        <p:spPr>
          <a:xfrm>
            <a:off x="4379121" y="5212140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noProof="0">
                <a:solidFill>
                  <a:schemeClr val="bg1"/>
                </a:solidFill>
              </a:rPr>
              <a:t>Treated</a:t>
            </a:r>
            <a:r>
              <a:rPr kumimoji="1" lang="en-US" sz="1200" baseline="30000" noProof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ECE1852-0990-9C62-53B3-CA9D74C7385A}"/>
              </a:ext>
            </a:extLst>
          </p:cNvPr>
          <p:cNvSpPr/>
          <p:nvPr/>
        </p:nvSpPr>
        <p:spPr>
          <a:xfrm>
            <a:off x="7001470" y="3811109"/>
            <a:ext cx="1320764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r>
              <a:rPr kumimoji="1" lang="en-US" sz="1150" noProof="0"/>
              <a:t>Previously Tx and Discontinued</a:t>
            </a:r>
            <a:r>
              <a:rPr kumimoji="1" lang="en-US" sz="1150" baseline="30000" noProof="0"/>
              <a:t>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59AA8D-3458-D4EF-9D10-375BE7119424}"/>
              </a:ext>
            </a:extLst>
          </p:cNvPr>
          <p:cNvSpPr>
            <a:spLocks/>
          </p:cNvSpPr>
          <p:nvPr/>
        </p:nvSpPr>
        <p:spPr>
          <a:xfrm>
            <a:off x="4363940" y="340805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3E40AD-9C4A-338B-5F91-55ED286211A9}"/>
              </a:ext>
            </a:extLst>
          </p:cNvPr>
          <p:cNvSpPr/>
          <p:nvPr/>
        </p:nvSpPr>
        <p:spPr>
          <a:xfrm>
            <a:off x="5716126" y="4461525"/>
            <a:ext cx="1335962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Never Treated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2324A0-B659-D435-956F-AA0B3C1CDC10}"/>
              </a:ext>
            </a:extLst>
          </p:cNvPr>
          <p:cNvSpPr/>
          <p:nvPr/>
        </p:nvSpPr>
        <p:spPr>
          <a:xfrm>
            <a:off x="5528388" y="3473487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Pending Tx Initiation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26D3C79-F250-E47F-9EE3-1EBF8316A758}"/>
              </a:ext>
            </a:extLst>
          </p:cNvPr>
          <p:cNvSpPr/>
          <p:nvPr/>
        </p:nvSpPr>
        <p:spPr>
          <a:xfrm>
            <a:off x="7059407" y="5439895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Monotherapy</a:t>
            </a:r>
            <a:r>
              <a:rPr kumimoji="1" lang="en-US" sz="1150" baseline="30000" noProof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406E9F9-8F04-DDEE-C823-CE079E6A1AE8}"/>
              </a:ext>
            </a:extLst>
          </p:cNvPr>
          <p:cNvSpPr/>
          <p:nvPr/>
        </p:nvSpPr>
        <p:spPr>
          <a:xfrm>
            <a:off x="7059407" y="4707086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Polytherapy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FC72895-1B4D-C104-D560-793E10572ADA}"/>
              </a:ext>
            </a:extLst>
          </p:cNvPr>
          <p:cNvSpPr/>
          <p:nvPr/>
        </p:nvSpPr>
        <p:spPr>
          <a:xfrm>
            <a:off x="1275343" y="294271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36AC22-88BB-BBDC-1913-675F6DDB19EA}"/>
              </a:ext>
            </a:extLst>
          </p:cNvPr>
          <p:cNvSpPr/>
          <p:nvPr/>
        </p:nvSpPr>
        <p:spPr>
          <a:xfrm>
            <a:off x="1283360" y="486390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D3B0C7-1724-7A1B-C87F-2CD5060DD039}"/>
              </a:ext>
            </a:extLst>
          </p:cNvPr>
          <p:cNvSpPr>
            <a:spLocks/>
          </p:cNvSpPr>
          <p:nvPr/>
        </p:nvSpPr>
        <p:spPr>
          <a:xfrm>
            <a:off x="2598117" y="2715514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(71%)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90581D7-16AD-9D8B-715F-F894F108AAA2}"/>
              </a:ext>
            </a:extLst>
          </p:cNvPr>
          <p:cNvSpPr>
            <a:spLocks/>
          </p:cNvSpPr>
          <p:nvPr/>
        </p:nvSpPr>
        <p:spPr>
          <a:xfrm>
            <a:off x="2502824" y="3811109"/>
            <a:ext cx="1553368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/>
              <a:t>(23%)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5F710C8-5834-6838-2FF7-E1286EE28D68}"/>
              </a:ext>
            </a:extLst>
          </p:cNvPr>
          <p:cNvSpPr>
            <a:spLocks/>
          </p:cNvSpPr>
          <p:nvPr/>
        </p:nvSpPr>
        <p:spPr>
          <a:xfrm>
            <a:off x="3383119" y="1879168"/>
            <a:ext cx="5578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(6%)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28FE4EB-4FC8-1198-117E-FB6D3A4A1A61}"/>
              </a:ext>
            </a:extLst>
          </p:cNvPr>
          <p:cNvSpPr/>
          <p:nvPr/>
        </p:nvSpPr>
        <p:spPr>
          <a:xfrm>
            <a:off x="4379121" y="508630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75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7F36E4C-F7BE-4379-8111-EA47BD354CCF}"/>
              </a:ext>
            </a:extLst>
          </p:cNvPr>
          <p:cNvSpPr>
            <a:spLocks/>
          </p:cNvSpPr>
          <p:nvPr/>
        </p:nvSpPr>
        <p:spPr>
          <a:xfrm>
            <a:off x="4363940" y="329539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(25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18196FB-782D-CFD9-7BFA-F2CDDF567935}"/>
              </a:ext>
            </a:extLst>
          </p:cNvPr>
          <p:cNvSpPr>
            <a:spLocks/>
          </p:cNvSpPr>
          <p:nvPr/>
        </p:nvSpPr>
        <p:spPr>
          <a:xfrm>
            <a:off x="5833016" y="4296836"/>
            <a:ext cx="109498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(58%)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B962CB0-95CD-30E1-FE87-122E1FD3F67B}"/>
              </a:ext>
            </a:extLst>
          </p:cNvPr>
          <p:cNvSpPr>
            <a:spLocks/>
          </p:cNvSpPr>
          <p:nvPr/>
        </p:nvSpPr>
        <p:spPr>
          <a:xfrm>
            <a:off x="6491228" y="3841119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(40%)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8F3101-0C66-AB53-7348-3FE061D56ECF}"/>
              </a:ext>
            </a:extLst>
          </p:cNvPr>
          <p:cNvSpPr>
            <a:spLocks/>
          </p:cNvSpPr>
          <p:nvPr/>
        </p:nvSpPr>
        <p:spPr>
          <a:xfrm>
            <a:off x="6376648" y="3618449"/>
            <a:ext cx="572941" cy="17104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(2%)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215C99-1392-8571-F81F-2BD8232004C2}"/>
              </a:ext>
            </a:extLst>
          </p:cNvPr>
          <p:cNvSpPr/>
          <p:nvPr/>
        </p:nvSpPr>
        <p:spPr>
          <a:xfrm>
            <a:off x="7474882" y="529501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48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5607C19-C7EE-F7FA-5836-BEE4F486D7D1}"/>
              </a:ext>
            </a:extLst>
          </p:cNvPr>
          <p:cNvSpPr>
            <a:spLocks/>
          </p:cNvSpPr>
          <p:nvPr/>
        </p:nvSpPr>
        <p:spPr>
          <a:xfrm>
            <a:off x="7626577" y="4551983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(52%)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87F0EFD-68DF-2CB5-3FA6-3466259DB0EE}"/>
              </a:ext>
            </a:extLst>
          </p:cNvPr>
          <p:cNvSpPr/>
          <p:nvPr/>
        </p:nvSpPr>
        <p:spPr>
          <a:xfrm>
            <a:off x="4379121" y="3978939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</a:t>
            </a:r>
            <a:r>
              <a:rPr kumimoji="1" lang="en-US" sz="1000">
                <a:solidFill>
                  <a:schemeClr val="bg1"/>
                </a:solidFill>
              </a:rPr>
              <a:t>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F471757-F8A1-DD4A-2DA5-8FF983F4F419}"/>
              </a:ext>
            </a:extLst>
          </p:cNvPr>
          <p:cNvSpPr>
            <a:spLocks/>
          </p:cNvSpPr>
          <p:nvPr userDrawn="1"/>
        </p:nvSpPr>
        <p:spPr>
          <a:xfrm>
            <a:off x="4363940" y="412458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  <a:r>
              <a:rPr kumimoji="1" lang="en-US" sz="1150" baseline="30000" noProof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3FE0A-395E-D7B4-F1E1-F2B80A34F4A1}"/>
              </a:ext>
            </a:extLst>
          </p:cNvPr>
          <p:cNvSpPr>
            <a:spLocks/>
          </p:cNvSpPr>
          <p:nvPr userDrawn="1"/>
        </p:nvSpPr>
        <p:spPr>
          <a:xfrm>
            <a:off x="6088380" y="3855031"/>
            <a:ext cx="528321" cy="150234"/>
          </a:xfrm>
          <a:prstGeom prst="rect">
            <a:avLst/>
          </a:prstGeom>
          <a:solidFill>
            <a:srgbClr val="A6A6A6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bg1"/>
                </a:solidFill>
              </a:rPr>
              <a:t>6,000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4BB7A-85A2-9439-8EBD-E3A6E37D150F}"/>
              </a:ext>
            </a:extLst>
          </p:cNvPr>
          <p:cNvSpPr/>
          <p:nvPr userDrawn="1"/>
        </p:nvSpPr>
        <p:spPr>
          <a:xfrm>
            <a:off x="2852555" y="2518699"/>
            <a:ext cx="853906" cy="22769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b="1">
                <a:solidFill>
                  <a:schemeClr val="tx1">
                    <a:lumMod val="50000"/>
                  </a:schemeClr>
                </a:solidFill>
              </a:rPr>
              <a:t>42,000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D35705-0E17-09C9-A1F8-582149E35BEA}"/>
              </a:ext>
            </a:extLst>
          </p:cNvPr>
          <p:cNvSpPr/>
          <p:nvPr userDrawn="1"/>
        </p:nvSpPr>
        <p:spPr>
          <a:xfrm>
            <a:off x="555035" y="6457223"/>
            <a:ext cx="6919848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Note</a:t>
            </a:r>
            <a:r>
              <a:rPr lang="en-US" sz="800">
                <a:solidFill>
                  <a:srgbClr val="000000"/>
                </a:solidFill>
              </a:rPr>
              <a:t>: The confidence tracker is based on the sources utilized during the triangulation process to align on the datapoint;</a:t>
            </a:r>
          </a:p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40D1AE-16DB-FF1C-EA69-4CC588C3A1ED}"/>
              </a:ext>
            </a:extLst>
          </p:cNvPr>
          <p:cNvGrpSpPr/>
          <p:nvPr userDrawn="1"/>
        </p:nvGrpSpPr>
        <p:grpSpPr>
          <a:xfrm>
            <a:off x="6096000" y="6416757"/>
            <a:ext cx="1110876" cy="251268"/>
            <a:chOff x="5985754" y="6379126"/>
            <a:chExt cx="1110876" cy="2512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116B47-1EB9-EA35-DC8B-52EA9A3292F7}"/>
                </a:ext>
              </a:extLst>
            </p:cNvPr>
            <p:cNvSpPr>
              <a:spLocks/>
            </p:cNvSpPr>
            <p:nvPr/>
          </p:nvSpPr>
          <p:spPr>
            <a:xfrm>
              <a:off x="5985754" y="6379126"/>
              <a:ext cx="116018" cy="10514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80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  <a:sym typeface="+mn-lt"/>
                </a:rPr>
                <a:t>High Confidence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15BCDF-237A-40D6-BD7C-62C27E42A6BA}"/>
                </a:ext>
              </a:extLst>
            </p:cNvPr>
            <p:cNvSpPr>
              <a:spLocks/>
            </p:cNvSpPr>
            <p:nvPr/>
          </p:nvSpPr>
          <p:spPr>
            <a:xfrm>
              <a:off x="5985754" y="6525253"/>
              <a:ext cx="116018" cy="10514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80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  <a:sym typeface="+mn-lt"/>
                </a:rPr>
                <a:t>Medium Confidence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03423-8EA7-B019-C3FA-1ED65C5CEE0B}"/>
                </a:ext>
              </a:extLst>
            </p:cNvPr>
            <p:cNvSpPr>
              <a:spLocks/>
            </p:cNvSpPr>
            <p:nvPr/>
          </p:nvSpPr>
          <p:spPr>
            <a:xfrm>
              <a:off x="6980612" y="6379126"/>
              <a:ext cx="116018" cy="10514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80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  <a:sym typeface="+mn-lt"/>
                </a:rPr>
                <a:t>Low Confidence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4BBE776-70D6-AB22-A122-DC1A8D5284A2}"/>
                </a:ext>
              </a:extLst>
            </p:cNvPr>
            <p:cNvSpPr>
              <a:spLocks/>
            </p:cNvSpPr>
            <p:nvPr/>
          </p:nvSpPr>
          <p:spPr>
            <a:xfrm>
              <a:off x="6980612" y="6525253"/>
              <a:ext cx="116018" cy="10514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80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  <a:sym typeface="+mn-lt"/>
                </a:rPr>
                <a:t>KOL Validated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+mn-lt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5FCDC42-9466-7F1D-20C0-77136830511C}"/>
              </a:ext>
            </a:extLst>
          </p:cNvPr>
          <p:cNvSpPr/>
          <p:nvPr userDrawn="1"/>
        </p:nvSpPr>
        <p:spPr>
          <a:xfrm>
            <a:off x="8586269" y="1903400"/>
            <a:ext cx="1691287" cy="3830174"/>
          </a:xfrm>
          <a:custGeom>
            <a:avLst/>
            <a:gdLst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499360 h 3962400"/>
              <a:gd name="connsiteX4" fmla="*/ 7620 w 319278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24503 w 3209663"/>
              <a:gd name="connsiteY0" fmla="*/ 3962400 h 3962400"/>
              <a:gd name="connsiteX1" fmla="*/ 3209663 w 3209663"/>
              <a:gd name="connsiteY1" fmla="*/ 3954780 h 3962400"/>
              <a:gd name="connsiteX2" fmla="*/ 3209663 w 3209663"/>
              <a:gd name="connsiteY2" fmla="*/ 0 h 3962400"/>
              <a:gd name="connsiteX3" fmla="*/ 0 w 3209663"/>
              <a:gd name="connsiteY3" fmla="*/ 2471057 h 3962400"/>
              <a:gd name="connsiteX4" fmla="*/ 24503 w 3209663"/>
              <a:gd name="connsiteY4" fmla="*/ 3962400 h 3962400"/>
              <a:gd name="connsiteX0" fmla="*/ 137346 w 3322506"/>
              <a:gd name="connsiteY0" fmla="*/ 3962400 h 3962400"/>
              <a:gd name="connsiteX1" fmla="*/ 3322506 w 3322506"/>
              <a:gd name="connsiteY1" fmla="*/ 3954780 h 3962400"/>
              <a:gd name="connsiteX2" fmla="*/ 3322506 w 3322506"/>
              <a:gd name="connsiteY2" fmla="*/ 0 h 3962400"/>
              <a:gd name="connsiteX3" fmla="*/ 112843 w 3322506"/>
              <a:gd name="connsiteY3" fmla="*/ 2471057 h 3962400"/>
              <a:gd name="connsiteX4" fmla="*/ 137346 w 3322506"/>
              <a:gd name="connsiteY4" fmla="*/ 3962400 h 3962400"/>
              <a:gd name="connsiteX0" fmla="*/ 133258 w 3470371"/>
              <a:gd name="connsiteY0" fmla="*/ 3970564 h 3970564"/>
              <a:gd name="connsiteX1" fmla="*/ 3318418 w 3470371"/>
              <a:gd name="connsiteY1" fmla="*/ 3962944 h 3970564"/>
              <a:gd name="connsiteX2" fmla="*/ 3470372 w 3470371"/>
              <a:gd name="connsiteY2" fmla="*/ 0 h 3970564"/>
              <a:gd name="connsiteX3" fmla="*/ 108755 w 3470371"/>
              <a:gd name="connsiteY3" fmla="*/ 2479221 h 3970564"/>
              <a:gd name="connsiteX4" fmla="*/ 133258 w 3470371"/>
              <a:gd name="connsiteY4" fmla="*/ 3970564 h 3970564"/>
              <a:gd name="connsiteX0" fmla="*/ 133258 w 3470371"/>
              <a:gd name="connsiteY0" fmla="*/ 3970564 h 3979273"/>
              <a:gd name="connsiteX1" fmla="*/ 3453488 w 3470371"/>
              <a:gd name="connsiteY1" fmla="*/ 3979273 h 3979273"/>
              <a:gd name="connsiteX2" fmla="*/ 3470372 w 3470371"/>
              <a:gd name="connsiteY2" fmla="*/ 0 h 3979273"/>
              <a:gd name="connsiteX3" fmla="*/ 108755 w 3470371"/>
              <a:gd name="connsiteY3" fmla="*/ 2479221 h 3979273"/>
              <a:gd name="connsiteX4" fmla="*/ 133258 w 3470371"/>
              <a:gd name="connsiteY4" fmla="*/ 3970564 h 3979273"/>
              <a:gd name="connsiteX0" fmla="*/ 154861 w 3491974"/>
              <a:gd name="connsiteY0" fmla="*/ 3970564 h 3979273"/>
              <a:gd name="connsiteX1" fmla="*/ 3475091 w 3491974"/>
              <a:gd name="connsiteY1" fmla="*/ 3979273 h 3979273"/>
              <a:gd name="connsiteX2" fmla="*/ 3491975 w 3491974"/>
              <a:gd name="connsiteY2" fmla="*/ 0 h 3979273"/>
              <a:gd name="connsiteX3" fmla="*/ 130358 w 3491974"/>
              <a:gd name="connsiteY3" fmla="*/ 2479221 h 3979273"/>
              <a:gd name="connsiteX4" fmla="*/ 154861 w 3491974"/>
              <a:gd name="connsiteY4" fmla="*/ 3970564 h 3979273"/>
              <a:gd name="connsiteX0" fmla="*/ 154861 w 3495082"/>
              <a:gd name="connsiteY0" fmla="*/ 3970564 h 3979273"/>
              <a:gd name="connsiteX1" fmla="*/ 3475091 w 3495082"/>
              <a:gd name="connsiteY1" fmla="*/ 3979273 h 3979273"/>
              <a:gd name="connsiteX2" fmla="*/ 3491975 w 3495082"/>
              <a:gd name="connsiteY2" fmla="*/ 0 h 3979273"/>
              <a:gd name="connsiteX3" fmla="*/ 130358 w 3495082"/>
              <a:gd name="connsiteY3" fmla="*/ 2479221 h 3979273"/>
              <a:gd name="connsiteX4" fmla="*/ 154861 w 3495082"/>
              <a:gd name="connsiteY4" fmla="*/ 3970564 h 3979273"/>
              <a:gd name="connsiteX0" fmla="*/ 154861 w 3495082"/>
              <a:gd name="connsiteY0" fmla="*/ 3970564 h 3970564"/>
              <a:gd name="connsiteX1" fmla="*/ 3475090 w 3495082"/>
              <a:gd name="connsiteY1" fmla="*/ 3956413 h 3970564"/>
              <a:gd name="connsiteX2" fmla="*/ 3491975 w 3495082"/>
              <a:gd name="connsiteY2" fmla="*/ 0 h 3970564"/>
              <a:gd name="connsiteX3" fmla="*/ 130358 w 3495082"/>
              <a:gd name="connsiteY3" fmla="*/ 2479221 h 3970564"/>
              <a:gd name="connsiteX4" fmla="*/ 154861 w 3495082"/>
              <a:gd name="connsiteY4" fmla="*/ 3970564 h 3970564"/>
              <a:gd name="connsiteX0" fmla="*/ 36674 w 3495082"/>
              <a:gd name="connsiteY0" fmla="*/ 3964093 h 3964093"/>
              <a:gd name="connsiteX1" fmla="*/ 3475090 w 3495082"/>
              <a:gd name="connsiteY1" fmla="*/ 3956413 h 3964093"/>
              <a:gd name="connsiteX2" fmla="*/ 3491975 w 3495082"/>
              <a:gd name="connsiteY2" fmla="*/ 0 h 3964093"/>
              <a:gd name="connsiteX3" fmla="*/ 130358 w 3495082"/>
              <a:gd name="connsiteY3" fmla="*/ 2479221 h 3964093"/>
              <a:gd name="connsiteX4" fmla="*/ 36674 w 3495082"/>
              <a:gd name="connsiteY4" fmla="*/ 3964093 h 3964093"/>
              <a:gd name="connsiteX0" fmla="*/ 137972 w 3596380"/>
              <a:gd name="connsiteY0" fmla="*/ 3964093 h 3964093"/>
              <a:gd name="connsiteX1" fmla="*/ 3576388 w 3596380"/>
              <a:gd name="connsiteY1" fmla="*/ 3956413 h 3964093"/>
              <a:gd name="connsiteX2" fmla="*/ 3593273 w 3596380"/>
              <a:gd name="connsiteY2" fmla="*/ 0 h 3964093"/>
              <a:gd name="connsiteX3" fmla="*/ 126600 w 3596380"/>
              <a:gd name="connsiteY3" fmla="*/ 2479221 h 3964093"/>
              <a:gd name="connsiteX4" fmla="*/ 137972 w 3596380"/>
              <a:gd name="connsiteY4" fmla="*/ 3964093 h 3964093"/>
              <a:gd name="connsiteX0" fmla="*/ 11372 w 3469780"/>
              <a:gd name="connsiteY0" fmla="*/ 3964093 h 3964093"/>
              <a:gd name="connsiteX1" fmla="*/ 3449788 w 3469780"/>
              <a:gd name="connsiteY1" fmla="*/ 3956413 h 3964093"/>
              <a:gd name="connsiteX2" fmla="*/ 3466673 w 3469780"/>
              <a:gd name="connsiteY2" fmla="*/ 0 h 3964093"/>
              <a:gd name="connsiteX3" fmla="*/ 0 w 3469780"/>
              <a:gd name="connsiteY3" fmla="*/ 2479221 h 3964093"/>
              <a:gd name="connsiteX4" fmla="*/ 11372 w 3469780"/>
              <a:gd name="connsiteY4" fmla="*/ 3964093 h 3964093"/>
              <a:gd name="connsiteX0" fmla="*/ 283 w 3498087"/>
              <a:gd name="connsiteY0" fmla="*/ 3951151 h 3956413"/>
              <a:gd name="connsiteX1" fmla="*/ 3478095 w 3498087"/>
              <a:gd name="connsiteY1" fmla="*/ 3956413 h 3956413"/>
              <a:gd name="connsiteX2" fmla="*/ 3494980 w 3498087"/>
              <a:gd name="connsiteY2" fmla="*/ 0 h 3956413"/>
              <a:gd name="connsiteX3" fmla="*/ 28307 w 3498087"/>
              <a:gd name="connsiteY3" fmla="*/ 2479221 h 3956413"/>
              <a:gd name="connsiteX4" fmla="*/ 283 w 3498087"/>
              <a:gd name="connsiteY4" fmla="*/ 3951151 h 3956413"/>
              <a:gd name="connsiteX0" fmla="*/ 10617 w 3508421"/>
              <a:gd name="connsiteY0" fmla="*/ 3951151 h 3956413"/>
              <a:gd name="connsiteX1" fmla="*/ 3488429 w 3508421"/>
              <a:gd name="connsiteY1" fmla="*/ 3956413 h 3956413"/>
              <a:gd name="connsiteX2" fmla="*/ 3505314 w 3508421"/>
              <a:gd name="connsiteY2" fmla="*/ 0 h 3956413"/>
              <a:gd name="connsiteX3" fmla="*/ 38641 w 3508421"/>
              <a:gd name="connsiteY3" fmla="*/ 2479221 h 3956413"/>
              <a:gd name="connsiteX4" fmla="*/ 10617 w 3508421"/>
              <a:gd name="connsiteY4" fmla="*/ 3951151 h 3956413"/>
              <a:gd name="connsiteX0" fmla="*/ 47422 w 3492698"/>
              <a:gd name="connsiteY0" fmla="*/ 3951152 h 3956413"/>
              <a:gd name="connsiteX1" fmla="*/ 3472706 w 3492698"/>
              <a:gd name="connsiteY1" fmla="*/ 3956413 h 3956413"/>
              <a:gd name="connsiteX2" fmla="*/ 3489591 w 3492698"/>
              <a:gd name="connsiteY2" fmla="*/ 0 h 3956413"/>
              <a:gd name="connsiteX3" fmla="*/ 22918 w 3492698"/>
              <a:gd name="connsiteY3" fmla="*/ 2479221 h 3956413"/>
              <a:gd name="connsiteX4" fmla="*/ 47422 w 3492698"/>
              <a:gd name="connsiteY4" fmla="*/ 3951152 h 3956413"/>
              <a:gd name="connsiteX0" fmla="*/ 52336 w 3497612"/>
              <a:gd name="connsiteY0" fmla="*/ 3951152 h 3956413"/>
              <a:gd name="connsiteX1" fmla="*/ 3477620 w 3497612"/>
              <a:gd name="connsiteY1" fmla="*/ 3956413 h 3956413"/>
              <a:gd name="connsiteX2" fmla="*/ 3494505 w 3497612"/>
              <a:gd name="connsiteY2" fmla="*/ 0 h 3956413"/>
              <a:gd name="connsiteX3" fmla="*/ 27832 w 3497612"/>
              <a:gd name="connsiteY3" fmla="*/ 2479221 h 3956413"/>
              <a:gd name="connsiteX4" fmla="*/ 52336 w 3497612"/>
              <a:gd name="connsiteY4" fmla="*/ 3951152 h 39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7612" h="3956413">
                <a:moveTo>
                  <a:pt x="52336" y="3951152"/>
                </a:moveTo>
                <a:lnTo>
                  <a:pt x="3477620" y="3956413"/>
                </a:lnTo>
                <a:cubicBezTo>
                  <a:pt x="3483248" y="2629989"/>
                  <a:pt x="3505760" y="1310096"/>
                  <a:pt x="3494505" y="0"/>
                </a:cubicBezTo>
                <a:cubicBezTo>
                  <a:pt x="2257958" y="1167311"/>
                  <a:pt x="813044" y="2006712"/>
                  <a:pt x="27832" y="2479221"/>
                </a:cubicBezTo>
                <a:cubicBezTo>
                  <a:pt x="-34037" y="2974178"/>
                  <a:pt x="22281" y="2479070"/>
                  <a:pt x="52336" y="395115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5">
                  <a:lumMod val="90000"/>
                </a:schemeClr>
              </a:gs>
              <a:gs pos="42000">
                <a:srgbClr val="EFF3F5"/>
              </a:gs>
              <a:gs pos="0">
                <a:srgbClr val="FFFFFF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sz="1200">
              <a:solidFill>
                <a:srgbClr val="000000">
                  <a:lumMod val="75000"/>
                </a:srgbClr>
              </a:solidFill>
              <a:latin typeface="Century Gothic" panose="020F0302020204030204"/>
              <a:cs typeface="Calibri" panose="020F0502020204030204" pitchFamily="34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38C4B9B-22A3-8EB3-2A11-99209B3C17CB}"/>
              </a:ext>
            </a:extLst>
          </p:cNvPr>
          <p:cNvSpPr/>
          <p:nvPr userDrawn="1"/>
        </p:nvSpPr>
        <p:spPr>
          <a:xfrm flipH="1">
            <a:off x="10045642" y="4033000"/>
            <a:ext cx="213519" cy="1700573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DF61A79-59D2-3450-5137-277760399819}"/>
              </a:ext>
            </a:extLst>
          </p:cNvPr>
          <p:cNvSpPr/>
          <p:nvPr userDrawn="1"/>
        </p:nvSpPr>
        <p:spPr>
          <a:xfrm flipH="1">
            <a:off x="10045644" y="1903401"/>
            <a:ext cx="213519" cy="2129598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8C65FC-6B6A-5E86-EC66-41D1F6B0528A}"/>
              </a:ext>
            </a:extLst>
          </p:cNvPr>
          <p:cNvSpPr>
            <a:spLocks/>
          </p:cNvSpPr>
          <p:nvPr userDrawn="1"/>
        </p:nvSpPr>
        <p:spPr>
          <a:xfrm>
            <a:off x="10312000" y="2550707"/>
            <a:ext cx="1368718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Stimulants / Antidepressants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A7DD43-AF96-1519-B0CD-989144B5D03E}"/>
              </a:ext>
            </a:extLst>
          </p:cNvPr>
          <p:cNvSpPr>
            <a:spLocks/>
          </p:cNvSpPr>
          <p:nvPr userDrawn="1"/>
        </p:nvSpPr>
        <p:spPr>
          <a:xfrm>
            <a:off x="10327489" y="5014814"/>
            <a:ext cx="1337741" cy="159404"/>
          </a:xfrm>
          <a:prstGeom prst="rect">
            <a:avLst/>
          </a:prstGeom>
          <a:solidFill>
            <a:srgbClr val="121B1E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chemeClr val="bg1"/>
                </a:solidFill>
              </a:rPr>
              <a:t>Oxybates</a:t>
            </a:r>
            <a:r>
              <a:rPr kumimoji="1" lang="en-US" sz="1150" baseline="3000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065DED-5430-F292-D421-1B99DBC7B151}"/>
              </a:ext>
            </a:extLst>
          </p:cNvPr>
          <p:cNvSpPr>
            <a:spLocks/>
          </p:cNvSpPr>
          <p:nvPr userDrawn="1"/>
        </p:nvSpPr>
        <p:spPr>
          <a:xfrm>
            <a:off x="10635000" y="2286229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kumimoji="1" lang="en-US" sz="1000">
                <a:solidFill>
                  <a:schemeClr val="tx1">
                    <a:lumMod val="50000"/>
                  </a:schemeClr>
                </a:solidFill>
              </a:rPr>
              <a:t>36</a:t>
            </a:r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%)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9ECF61-E39B-F3E3-B1AF-9F9FCCCDFDD2}"/>
              </a:ext>
            </a:extLst>
          </p:cNvPr>
          <p:cNvSpPr>
            <a:spLocks/>
          </p:cNvSpPr>
          <p:nvPr userDrawn="1"/>
        </p:nvSpPr>
        <p:spPr>
          <a:xfrm>
            <a:off x="10605606" y="5170249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~12,000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BE1140-C915-BF4C-CE53-2E7034DA31E7}"/>
              </a:ext>
            </a:extLst>
          </p:cNvPr>
          <p:cNvSpPr>
            <a:spLocks/>
          </p:cNvSpPr>
          <p:nvPr userDrawn="1"/>
        </p:nvSpPr>
        <p:spPr>
          <a:xfrm>
            <a:off x="10403606" y="3715327"/>
            <a:ext cx="1185506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Modafinil</a:t>
            </a:r>
            <a:r>
              <a:rPr kumimoji="1" lang="en-US" sz="1150" baseline="30000" noProof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32794D-0E30-D466-AC76-2DED69B7A43E}"/>
              </a:ext>
            </a:extLst>
          </p:cNvPr>
          <p:cNvSpPr>
            <a:spLocks/>
          </p:cNvSpPr>
          <p:nvPr userDrawn="1"/>
        </p:nvSpPr>
        <p:spPr>
          <a:xfrm>
            <a:off x="9196650" y="4804356"/>
            <a:ext cx="8217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Advanced Therapies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38EA1B-89CE-2781-F9D0-FC01747F49FD}"/>
              </a:ext>
            </a:extLst>
          </p:cNvPr>
          <p:cNvSpPr>
            <a:spLocks/>
          </p:cNvSpPr>
          <p:nvPr userDrawn="1"/>
        </p:nvSpPr>
        <p:spPr>
          <a:xfrm>
            <a:off x="9043988" y="2897329"/>
            <a:ext cx="97441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Generic Mix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01E0C8-4379-DBBE-4C1C-D9864146BA11}"/>
              </a:ext>
            </a:extLst>
          </p:cNvPr>
          <p:cNvSpPr>
            <a:spLocks/>
          </p:cNvSpPr>
          <p:nvPr userDrawn="1"/>
        </p:nvSpPr>
        <p:spPr>
          <a:xfrm>
            <a:off x="10195019" y="4581136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Wakix</a:t>
            </a:r>
            <a:r>
              <a:rPr kumimoji="1" lang="en-US" sz="1150" baseline="30000">
                <a:solidFill>
                  <a:schemeClr val="bg1"/>
                </a:solidFill>
              </a:rPr>
              <a:t>16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C72233-F847-65D1-3A24-628A8E93806A}"/>
              </a:ext>
            </a:extLst>
          </p:cNvPr>
          <p:cNvSpPr>
            <a:spLocks/>
          </p:cNvSpPr>
          <p:nvPr userDrawn="1"/>
        </p:nvSpPr>
        <p:spPr>
          <a:xfrm>
            <a:off x="10605606" y="5319781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5910FC-36B9-52AA-62AA-6EECC6B12106}"/>
              </a:ext>
            </a:extLst>
          </p:cNvPr>
          <p:cNvSpPr>
            <a:spLocks/>
          </p:cNvSpPr>
          <p:nvPr userDrawn="1"/>
        </p:nvSpPr>
        <p:spPr>
          <a:xfrm>
            <a:off x="10638935" y="3416931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~9,000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910F27-DF72-7D16-C7E6-6BC64692B77B}"/>
              </a:ext>
            </a:extLst>
          </p:cNvPr>
          <p:cNvSpPr>
            <a:spLocks/>
          </p:cNvSpPr>
          <p:nvPr userDrawn="1"/>
        </p:nvSpPr>
        <p:spPr>
          <a:xfrm>
            <a:off x="10638935" y="3566129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E3F10C-314B-2DD1-EFD0-1F77EAF3B42A}"/>
              </a:ext>
            </a:extLst>
          </p:cNvPr>
          <p:cNvSpPr>
            <a:spLocks/>
          </p:cNvSpPr>
          <p:nvPr userDrawn="1"/>
        </p:nvSpPr>
        <p:spPr>
          <a:xfrm>
            <a:off x="10635000" y="2114978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tx1">
                    <a:lumMod val="50000"/>
                  </a:schemeClr>
                </a:solidFill>
              </a:rPr>
              <a:t>~16,000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730A05-BE73-14B7-5BF5-99D457F77F07}"/>
              </a:ext>
            </a:extLst>
          </p:cNvPr>
          <p:cNvSpPr>
            <a:spLocks/>
          </p:cNvSpPr>
          <p:nvPr userDrawn="1"/>
        </p:nvSpPr>
        <p:spPr>
          <a:xfrm>
            <a:off x="10638935" y="4269519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~5,400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E4CA75-157D-D18E-4412-986232C11870}"/>
              </a:ext>
            </a:extLst>
          </p:cNvPr>
          <p:cNvSpPr>
            <a:spLocks/>
          </p:cNvSpPr>
          <p:nvPr userDrawn="1"/>
        </p:nvSpPr>
        <p:spPr>
          <a:xfrm>
            <a:off x="10638935" y="4418171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(12%)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981E31-58FD-221F-6585-97BA9A8EEE23}"/>
              </a:ext>
            </a:extLst>
          </p:cNvPr>
          <p:cNvSpPr>
            <a:spLocks/>
          </p:cNvSpPr>
          <p:nvPr userDrawn="1"/>
        </p:nvSpPr>
        <p:spPr>
          <a:xfrm>
            <a:off x="10587190" y="3963012"/>
            <a:ext cx="818339" cy="150234"/>
          </a:xfrm>
          <a:prstGeom prst="rect">
            <a:avLst/>
          </a:prstGeom>
          <a:solidFill>
            <a:srgbClr val="34373F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~2,600 </a:t>
            </a:r>
            <a:r>
              <a:rPr kumimoji="1" lang="en-US" sz="1000" b="0" noProof="0">
                <a:solidFill>
                  <a:schemeClr val="bg1"/>
                </a:solidFill>
              </a:rPr>
              <a:t>(6%)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CE9F9-154E-8DFD-E4B5-EBD779A7E362}"/>
              </a:ext>
            </a:extLst>
          </p:cNvPr>
          <p:cNvSpPr>
            <a:spLocks/>
          </p:cNvSpPr>
          <p:nvPr userDrawn="1"/>
        </p:nvSpPr>
        <p:spPr>
          <a:xfrm>
            <a:off x="10195019" y="4114090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Sunosi</a:t>
            </a:r>
            <a:r>
              <a:rPr kumimoji="1" lang="en-US" sz="1150" baseline="30000">
                <a:solidFill>
                  <a:schemeClr val="bg1"/>
                </a:solidFill>
              </a:rPr>
              <a:t>15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E1C23-B087-4AD3-DBAD-4FEF64736D2D}"/>
              </a:ext>
            </a:extLst>
          </p:cNvPr>
          <p:cNvSpPr txBox="1"/>
          <p:nvPr userDrawn="1"/>
        </p:nvSpPr>
        <p:spPr>
          <a:xfrm>
            <a:off x="7766050" y="6488596"/>
            <a:ext cx="4122420" cy="30925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ts val="800"/>
              </a:lnSpc>
            </a:pPr>
            <a:r>
              <a:rPr lang="en-US" sz="800" spc="-70" baseline="0"/>
              <a:t>‘’Undiagnosed’’ &amp; ‘’Untreated’’ breakdowns are derived from Ambit Veeva claims analysis (Jan 2017 – Apr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‘’Diagnosed’’ breakdown is derived from 2023 Veeva Patient Pathway claims analysis (Jan 2023 – Dec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‘’On Treatment Indicated for NT1’’ breakdown is derived from H2 2023 Veeva APLD Rx claims analysis (Jul 2023 – Dec 2023)</a:t>
            </a:r>
            <a:endParaRPr lang="en-NL" sz="800" spc="-70" baseline="0"/>
          </a:p>
        </p:txBody>
      </p:sp>
    </p:spTree>
    <p:extLst>
      <p:ext uri="{BB962C8B-B14F-4D97-AF65-F5344CB8AC3E}">
        <p14:creationId xmlns:p14="http://schemas.microsoft.com/office/powerpoint/2010/main" val="3365508265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hink-cell data - do not delete" hidden="1">
            <a:extLst>
              <a:ext uri="{FF2B5EF4-FFF2-40B4-BE49-F238E27FC236}">
                <a16:creationId xmlns:a16="http://schemas.microsoft.com/office/drawing/2014/main" id="{927F255D-FB7A-5FCA-4E1F-BFB2B3DFC2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3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7F255D-FB7A-5FCA-4E1F-BFB2B3DFC2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8AAD61-DB92-1D41-BAEE-2135D81E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39AD6-D18D-09E5-B2B5-C03D9B7E6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279001-FA1A-1A36-254E-42888ED8D075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8E559A-DF21-A077-CA8F-7BED84AC67D0}"/>
              </a:ext>
            </a:extLst>
          </p:cNvPr>
          <p:cNvSpPr/>
          <p:nvPr userDrawn="1"/>
        </p:nvSpPr>
        <p:spPr>
          <a:xfrm>
            <a:off x="2577068" y="-1615"/>
            <a:ext cx="7037865" cy="15000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0" marR="0" lvl="0" indent="0" algn="ctr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>
                <a:ln>
                  <a:noFill/>
                </a:ln>
                <a:solidFill>
                  <a:srgbClr val="E1242A"/>
                </a:solidFill>
                <a:effectLst/>
                <a:uLnTx/>
                <a:uFillTx/>
                <a:latin typeface="Calibri" panose="020F0502020204030204" pitchFamily="34" charset="0"/>
                <a:ea typeface="メイリオ" pitchFamily="50" charset="-128"/>
                <a:cs typeface="Calibri" pitchFamily="34" charset="0"/>
              </a:rPr>
              <a:t>PATIENT NUMBERS HAVE BEEN ROUNDED TO NEAREST 100 OR 1,000 TO PREVENT FALSE PRECISION</a:t>
            </a:r>
          </a:p>
        </p:txBody>
      </p:sp>
      <p:pic>
        <p:nvPicPr>
          <p:cNvPr id="59" name="Picture 58" descr="Takeda">
            <a:extLst>
              <a:ext uri="{FF2B5EF4-FFF2-40B4-BE49-F238E27FC236}">
                <a16:creationId xmlns:a16="http://schemas.microsoft.com/office/drawing/2014/main" id="{064B450C-984E-E158-0082-7E68A6F56B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251437"/>
            <a:ext cx="1696232" cy="940780"/>
          </a:xfrm>
          <a:prstGeom prst="rect">
            <a:avLst/>
          </a:prstGeom>
        </p:spPr>
      </p:pic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8D1C0F11-E89D-4288-6BC8-3464E038AB3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70374127"/>
              </p:ext>
            </p:extLst>
          </p:nvPr>
        </p:nvGraphicFramePr>
        <p:xfrm>
          <a:off x="282854" y="1745338"/>
          <a:ext cx="11626291" cy="4805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490AC6AA-00DF-E4C1-52FE-E574CAD1DA0B}"/>
              </a:ext>
            </a:extLst>
          </p:cNvPr>
          <p:cNvSpPr/>
          <p:nvPr userDrawn="1"/>
        </p:nvSpPr>
        <p:spPr>
          <a:xfrm>
            <a:off x="4029076" y="1216140"/>
            <a:ext cx="4021488" cy="219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small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Current US NT1 Prevalent Population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1540C6-4A43-6BBD-FD86-6072070DAAFE}"/>
              </a:ext>
            </a:extLst>
          </p:cNvPr>
          <p:cNvSpPr txBox="1"/>
          <p:nvPr userDrawn="1"/>
        </p:nvSpPr>
        <p:spPr>
          <a:xfrm>
            <a:off x="10378173" y="1611135"/>
            <a:ext cx="1127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Total: ~45,000</a:t>
            </a:r>
            <a:endParaRPr lang="en-NL" sz="1100" b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80153445-A88A-D7FD-D3F5-76F559853B7B}"/>
              </a:ext>
            </a:extLst>
          </p:cNvPr>
          <p:cNvSpPr/>
          <p:nvPr userDrawn="1"/>
        </p:nvSpPr>
        <p:spPr>
          <a:xfrm>
            <a:off x="8586269" y="1903400"/>
            <a:ext cx="1691287" cy="3830174"/>
          </a:xfrm>
          <a:custGeom>
            <a:avLst/>
            <a:gdLst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499360 h 3962400"/>
              <a:gd name="connsiteX4" fmla="*/ 7620 w 319278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15240 w 3200400"/>
              <a:gd name="connsiteY0" fmla="*/ 3962400 h 3962400"/>
              <a:gd name="connsiteX1" fmla="*/ 3200400 w 3200400"/>
              <a:gd name="connsiteY1" fmla="*/ 3954780 h 3962400"/>
              <a:gd name="connsiteX2" fmla="*/ 3200400 w 3200400"/>
              <a:gd name="connsiteY2" fmla="*/ 0 h 3962400"/>
              <a:gd name="connsiteX3" fmla="*/ 0 w 3200400"/>
              <a:gd name="connsiteY3" fmla="*/ 2499360 h 3962400"/>
              <a:gd name="connsiteX4" fmla="*/ 15240 w 320040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7620 w 3192780"/>
              <a:gd name="connsiteY0" fmla="*/ 3962400 h 3962400"/>
              <a:gd name="connsiteX1" fmla="*/ 3192780 w 3192780"/>
              <a:gd name="connsiteY1" fmla="*/ 3954780 h 3962400"/>
              <a:gd name="connsiteX2" fmla="*/ 3192780 w 3192780"/>
              <a:gd name="connsiteY2" fmla="*/ 0 h 3962400"/>
              <a:gd name="connsiteX3" fmla="*/ 0 w 3192780"/>
              <a:gd name="connsiteY3" fmla="*/ 2552700 h 3962400"/>
              <a:gd name="connsiteX4" fmla="*/ 7620 w 3192780"/>
              <a:gd name="connsiteY4" fmla="*/ 3962400 h 3962400"/>
              <a:gd name="connsiteX0" fmla="*/ 24503 w 3209663"/>
              <a:gd name="connsiteY0" fmla="*/ 3962400 h 3962400"/>
              <a:gd name="connsiteX1" fmla="*/ 3209663 w 3209663"/>
              <a:gd name="connsiteY1" fmla="*/ 3954780 h 3962400"/>
              <a:gd name="connsiteX2" fmla="*/ 3209663 w 3209663"/>
              <a:gd name="connsiteY2" fmla="*/ 0 h 3962400"/>
              <a:gd name="connsiteX3" fmla="*/ 0 w 3209663"/>
              <a:gd name="connsiteY3" fmla="*/ 2471057 h 3962400"/>
              <a:gd name="connsiteX4" fmla="*/ 24503 w 3209663"/>
              <a:gd name="connsiteY4" fmla="*/ 3962400 h 3962400"/>
              <a:gd name="connsiteX0" fmla="*/ 137346 w 3322506"/>
              <a:gd name="connsiteY0" fmla="*/ 3962400 h 3962400"/>
              <a:gd name="connsiteX1" fmla="*/ 3322506 w 3322506"/>
              <a:gd name="connsiteY1" fmla="*/ 3954780 h 3962400"/>
              <a:gd name="connsiteX2" fmla="*/ 3322506 w 3322506"/>
              <a:gd name="connsiteY2" fmla="*/ 0 h 3962400"/>
              <a:gd name="connsiteX3" fmla="*/ 112843 w 3322506"/>
              <a:gd name="connsiteY3" fmla="*/ 2471057 h 3962400"/>
              <a:gd name="connsiteX4" fmla="*/ 137346 w 3322506"/>
              <a:gd name="connsiteY4" fmla="*/ 3962400 h 3962400"/>
              <a:gd name="connsiteX0" fmla="*/ 133258 w 3470371"/>
              <a:gd name="connsiteY0" fmla="*/ 3970564 h 3970564"/>
              <a:gd name="connsiteX1" fmla="*/ 3318418 w 3470371"/>
              <a:gd name="connsiteY1" fmla="*/ 3962944 h 3970564"/>
              <a:gd name="connsiteX2" fmla="*/ 3470372 w 3470371"/>
              <a:gd name="connsiteY2" fmla="*/ 0 h 3970564"/>
              <a:gd name="connsiteX3" fmla="*/ 108755 w 3470371"/>
              <a:gd name="connsiteY3" fmla="*/ 2479221 h 3970564"/>
              <a:gd name="connsiteX4" fmla="*/ 133258 w 3470371"/>
              <a:gd name="connsiteY4" fmla="*/ 3970564 h 3970564"/>
              <a:gd name="connsiteX0" fmla="*/ 133258 w 3470371"/>
              <a:gd name="connsiteY0" fmla="*/ 3970564 h 3979273"/>
              <a:gd name="connsiteX1" fmla="*/ 3453488 w 3470371"/>
              <a:gd name="connsiteY1" fmla="*/ 3979273 h 3979273"/>
              <a:gd name="connsiteX2" fmla="*/ 3470372 w 3470371"/>
              <a:gd name="connsiteY2" fmla="*/ 0 h 3979273"/>
              <a:gd name="connsiteX3" fmla="*/ 108755 w 3470371"/>
              <a:gd name="connsiteY3" fmla="*/ 2479221 h 3979273"/>
              <a:gd name="connsiteX4" fmla="*/ 133258 w 3470371"/>
              <a:gd name="connsiteY4" fmla="*/ 3970564 h 3979273"/>
              <a:gd name="connsiteX0" fmla="*/ 154861 w 3491974"/>
              <a:gd name="connsiteY0" fmla="*/ 3970564 h 3979273"/>
              <a:gd name="connsiteX1" fmla="*/ 3475091 w 3491974"/>
              <a:gd name="connsiteY1" fmla="*/ 3979273 h 3979273"/>
              <a:gd name="connsiteX2" fmla="*/ 3491975 w 3491974"/>
              <a:gd name="connsiteY2" fmla="*/ 0 h 3979273"/>
              <a:gd name="connsiteX3" fmla="*/ 130358 w 3491974"/>
              <a:gd name="connsiteY3" fmla="*/ 2479221 h 3979273"/>
              <a:gd name="connsiteX4" fmla="*/ 154861 w 3491974"/>
              <a:gd name="connsiteY4" fmla="*/ 3970564 h 3979273"/>
              <a:gd name="connsiteX0" fmla="*/ 154861 w 3495082"/>
              <a:gd name="connsiteY0" fmla="*/ 3970564 h 3979273"/>
              <a:gd name="connsiteX1" fmla="*/ 3475091 w 3495082"/>
              <a:gd name="connsiteY1" fmla="*/ 3979273 h 3979273"/>
              <a:gd name="connsiteX2" fmla="*/ 3491975 w 3495082"/>
              <a:gd name="connsiteY2" fmla="*/ 0 h 3979273"/>
              <a:gd name="connsiteX3" fmla="*/ 130358 w 3495082"/>
              <a:gd name="connsiteY3" fmla="*/ 2479221 h 3979273"/>
              <a:gd name="connsiteX4" fmla="*/ 154861 w 3495082"/>
              <a:gd name="connsiteY4" fmla="*/ 3970564 h 3979273"/>
              <a:gd name="connsiteX0" fmla="*/ 154861 w 3495082"/>
              <a:gd name="connsiteY0" fmla="*/ 3970564 h 3970564"/>
              <a:gd name="connsiteX1" fmla="*/ 3475090 w 3495082"/>
              <a:gd name="connsiteY1" fmla="*/ 3956413 h 3970564"/>
              <a:gd name="connsiteX2" fmla="*/ 3491975 w 3495082"/>
              <a:gd name="connsiteY2" fmla="*/ 0 h 3970564"/>
              <a:gd name="connsiteX3" fmla="*/ 130358 w 3495082"/>
              <a:gd name="connsiteY3" fmla="*/ 2479221 h 3970564"/>
              <a:gd name="connsiteX4" fmla="*/ 154861 w 3495082"/>
              <a:gd name="connsiteY4" fmla="*/ 3970564 h 3970564"/>
              <a:gd name="connsiteX0" fmla="*/ 36674 w 3495082"/>
              <a:gd name="connsiteY0" fmla="*/ 3964093 h 3964093"/>
              <a:gd name="connsiteX1" fmla="*/ 3475090 w 3495082"/>
              <a:gd name="connsiteY1" fmla="*/ 3956413 h 3964093"/>
              <a:gd name="connsiteX2" fmla="*/ 3491975 w 3495082"/>
              <a:gd name="connsiteY2" fmla="*/ 0 h 3964093"/>
              <a:gd name="connsiteX3" fmla="*/ 130358 w 3495082"/>
              <a:gd name="connsiteY3" fmla="*/ 2479221 h 3964093"/>
              <a:gd name="connsiteX4" fmla="*/ 36674 w 3495082"/>
              <a:gd name="connsiteY4" fmla="*/ 3964093 h 3964093"/>
              <a:gd name="connsiteX0" fmla="*/ 137972 w 3596380"/>
              <a:gd name="connsiteY0" fmla="*/ 3964093 h 3964093"/>
              <a:gd name="connsiteX1" fmla="*/ 3576388 w 3596380"/>
              <a:gd name="connsiteY1" fmla="*/ 3956413 h 3964093"/>
              <a:gd name="connsiteX2" fmla="*/ 3593273 w 3596380"/>
              <a:gd name="connsiteY2" fmla="*/ 0 h 3964093"/>
              <a:gd name="connsiteX3" fmla="*/ 126600 w 3596380"/>
              <a:gd name="connsiteY3" fmla="*/ 2479221 h 3964093"/>
              <a:gd name="connsiteX4" fmla="*/ 137972 w 3596380"/>
              <a:gd name="connsiteY4" fmla="*/ 3964093 h 3964093"/>
              <a:gd name="connsiteX0" fmla="*/ 11372 w 3469780"/>
              <a:gd name="connsiteY0" fmla="*/ 3964093 h 3964093"/>
              <a:gd name="connsiteX1" fmla="*/ 3449788 w 3469780"/>
              <a:gd name="connsiteY1" fmla="*/ 3956413 h 3964093"/>
              <a:gd name="connsiteX2" fmla="*/ 3466673 w 3469780"/>
              <a:gd name="connsiteY2" fmla="*/ 0 h 3964093"/>
              <a:gd name="connsiteX3" fmla="*/ 0 w 3469780"/>
              <a:gd name="connsiteY3" fmla="*/ 2479221 h 3964093"/>
              <a:gd name="connsiteX4" fmla="*/ 11372 w 3469780"/>
              <a:gd name="connsiteY4" fmla="*/ 3964093 h 3964093"/>
              <a:gd name="connsiteX0" fmla="*/ 283 w 3498087"/>
              <a:gd name="connsiteY0" fmla="*/ 3951151 h 3956413"/>
              <a:gd name="connsiteX1" fmla="*/ 3478095 w 3498087"/>
              <a:gd name="connsiteY1" fmla="*/ 3956413 h 3956413"/>
              <a:gd name="connsiteX2" fmla="*/ 3494980 w 3498087"/>
              <a:gd name="connsiteY2" fmla="*/ 0 h 3956413"/>
              <a:gd name="connsiteX3" fmla="*/ 28307 w 3498087"/>
              <a:gd name="connsiteY3" fmla="*/ 2479221 h 3956413"/>
              <a:gd name="connsiteX4" fmla="*/ 283 w 3498087"/>
              <a:gd name="connsiteY4" fmla="*/ 3951151 h 3956413"/>
              <a:gd name="connsiteX0" fmla="*/ 10617 w 3508421"/>
              <a:gd name="connsiteY0" fmla="*/ 3951151 h 3956413"/>
              <a:gd name="connsiteX1" fmla="*/ 3488429 w 3508421"/>
              <a:gd name="connsiteY1" fmla="*/ 3956413 h 3956413"/>
              <a:gd name="connsiteX2" fmla="*/ 3505314 w 3508421"/>
              <a:gd name="connsiteY2" fmla="*/ 0 h 3956413"/>
              <a:gd name="connsiteX3" fmla="*/ 38641 w 3508421"/>
              <a:gd name="connsiteY3" fmla="*/ 2479221 h 3956413"/>
              <a:gd name="connsiteX4" fmla="*/ 10617 w 3508421"/>
              <a:gd name="connsiteY4" fmla="*/ 3951151 h 3956413"/>
              <a:gd name="connsiteX0" fmla="*/ 47422 w 3492698"/>
              <a:gd name="connsiteY0" fmla="*/ 3951152 h 3956413"/>
              <a:gd name="connsiteX1" fmla="*/ 3472706 w 3492698"/>
              <a:gd name="connsiteY1" fmla="*/ 3956413 h 3956413"/>
              <a:gd name="connsiteX2" fmla="*/ 3489591 w 3492698"/>
              <a:gd name="connsiteY2" fmla="*/ 0 h 3956413"/>
              <a:gd name="connsiteX3" fmla="*/ 22918 w 3492698"/>
              <a:gd name="connsiteY3" fmla="*/ 2479221 h 3956413"/>
              <a:gd name="connsiteX4" fmla="*/ 47422 w 3492698"/>
              <a:gd name="connsiteY4" fmla="*/ 3951152 h 3956413"/>
              <a:gd name="connsiteX0" fmla="*/ 52336 w 3497612"/>
              <a:gd name="connsiteY0" fmla="*/ 3951152 h 3956413"/>
              <a:gd name="connsiteX1" fmla="*/ 3477620 w 3497612"/>
              <a:gd name="connsiteY1" fmla="*/ 3956413 h 3956413"/>
              <a:gd name="connsiteX2" fmla="*/ 3494505 w 3497612"/>
              <a:gd name="connsiteY2" fmla="*/ 0 h 3956413"/>
              <a:gd name="connsiteX3" fmla="*/ 27832 w 3497612"/>
              <a:gd name="connsiteY3" fmla="*/ 2479221 h 3956413"/>
              <a:gd name="connsiteX4" fmla="*/ 52336 w 3497612"/>
              <a:gd name="connsiteY4" fmla="*/ 3951152 h 39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7612" h="3956413">
                <a:moveTo>
                  <a:pt x="52336" y="3951152"/>
                </a:moveTo>
                <a:lnTo>
                  <a:pt x="3477620" y="3956413"/>
                </a:lnTo>
                <a:cubicBezTo>
                  <a:pt x="3483248" y="2629989"/>
                  <a:pt x="3505760" y="1310096"/>
                  <a:pt x="3494505" y="0"/>
                </a:cubicBezTo>
                <a:cubicBezTo>
                  <a:pt x="2257958" y="1167311"/>
                  <a:pt x="813044" y="2006712"/>
                  <a:pt x="27832" y="2479221"/>
                </a:cubicBezTo>
                <a:cubicBezTo>
                  <a:pt x="-34037" y="2974178"/>
                  <a:pt x="22281" y="2479070"/>
                  <a:pt x="52336" y="395115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5">
                  <a:lumMod val="90000"/>
                </a:schemeClr>
              </a:gs>
              <a:gs pos="42000">
                <a:srgbClr val="EFF3F5"/>
              </a:gs>
              <a:gs pos="0">
                <a:srgbClr val="FFFFFF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sz="1200">
              <a:solidFill>
                <a:srgbClr val="000000">
                  <a:lumMod val="75000"/>
                </a:srgbClr>
              </a:solidFill>
              <a:latin typeface="Century Gothic" panose="020F0302020204030204"/>
              <a:cs typeface="Calibri" panose="020F0502020204030204" pitchFamily="34" charset="0"/>
            </a:endParaRPr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C0635CE9-CB65-9CDF-26DD-66C74087644A}"/>
              </a:ext>
            </a:extLst>
          </p:cNvPr>
          <p:cNvSpPr/>
          <p:nvPr userDrawn="1"/>
        </p:nvSpPr>
        <p:spPr>
          <a:xfrm flipH="1">
            <a:off x="10045642" y="4033000"/>
            <a:ext cx="213519" cy="1700573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1E35EA0A-67A7-6057-A96E-61C71DB7CF62}"/>
              </a:ext>
            </a:extLst>
          </p:cNvPr>
          <p:cNvSpPr/>
          <p:nvPr userDrawn="1"/>
        </p:nvSpPr>
        <p:spPr>
          <a:xfrm flipH="1">
            <a:off x="10045644" y="1903401"/>
            <a:ext cx="213519" cy="2129598"/>
          </a:xfrm>
          <a:prstGeom prst="rightBrace">
            <a:avLst/>
          </a:prstGeom>
          <a:ln w="12700">
            <a:solidFill>
              <a:schemeClr val="accent5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0F126D-8918-B6BB-8F74-9316A5F5CCEF}"/>
              </a:ext>
            </a:extLst>
          </p:cNvPr>
          <p:cNvSpPr/>
          <p:nvPr/>
        </p:nvSpPr>
        <p:spPr>
          <a:xfrm>
            <a:off x="1278469" y="500769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D8D2B9E-9323-85B3-A389-705FB22D2D58}"/>
              </a:ext>
            </a:extLst>
          </p:cNvPr>
          <p:cNvSpPr/>
          <p:nvPr/>
        </p:nvSpPr>
        <p:spPr>
          <a:xfrm>
            <a:off x="1275343" y="3083893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Undiagnosed</a:t>
            </a:r>
            <a:r>
              <a:rPr kumimoji="1" lang="en-US" sz="1150" baseline="30000" noProof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CF83B2-7343-C5C8-C3BC-D6715F8E736C}"/>
              </a:ext>
            </a:extLst>
          </p:cNvPr>
          <p:cNvSpPr>
            <a:spLocks/>
          </p:cNvSpPr>
          <p:nvPr/>
        </p:nvSpPr>
        <p:spPr>
          <a:xfrm>
            <a:off x="2598117" y="2927337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endParaRPr kumimoji="1" lang="en-US" sz="1150">
              <a:solidFill>
                <a:srgbClr val="000000"/>
              </a:solidFill>
            </a:endParaRPr>
          </a:p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Not yet seeking diagnosis at sleep specialist</a:t>
            </a:r>
            <a:r>
              <a:rPr kumimoji="1" lang="en-US" sz="1150" baseline="30000">
                <a:solidFill>
                  <a:srgbClr val="000000"/>
                </a:solidFill>
              </a:rPr>
              <a:t>4</a:t>
            </a:r>
            <a:endParaRPr kumimoji="1" lang="en-US" sz="1150" baseline="30000" noProof="0">
              <a:solidFill>
                <a:srgbClr val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CC0037F-3311-36A5-001B-1395B151704A}"/>
              </a:ext>
            </a:extLst>
          </p:cNvPr>
          <p:cNvSpPr>
            <a:spLocks/>
          </p:cNvSpPr>
          <p:nvPr/>
        </p:nvSpPr>
        <p:spPr>
          <a:xfrm>
            <a:off x="2387600" y="4037348"/>
            <a:ext cx="181710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rgbClr val="000000"/>
                </a:solidFill>
              </a:rPr>
              <a:t>Actively seeking Dx due to sleep-related symptoms</a:t>
            </a:r>
            <a:r>
              <a:rPr kumimoji="1" lang="en-US" sz="1150" baseline="30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5C8A98-B201-A886-5CAC-ACC06436E104}"/>
              </a:ext>
            </a:extLst>
          </p:cNvPr>
          <p:cNvSpPr>
            <a:spLocks/>
          </p:cNvSpPr>
          <p:nvPr/>
        </p:nvSpPr>
        <p:spPr>
          <a:xfrm>
            <a:off x="2422730" y="1614976"/>
            <a:ext cx="1746839" cy="14813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150">
                <a:solidFill>
                  <a:srgbClr val="000000"/>
                </a:solidFill>
              </a:rPr>
              <a:t>Misdiagnosed or Undiagnosed Indefinitely</a:t>
            </a:r>
            <a:r>
              <a:rPr kumimoji="1" lang="en-US" sz="1150" baseline="30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683DB1A-DA6F-4FCA-623C-BA6F090918DF}"/>
              </a:ext>
            </a:extLst>
          </p:cNvPr>
          <p:cNvSpPr>
            <a:spLocks/>
          </p:cNvSpPr>
          <p:nvPr/>
        </p:nvSpPr>
        <p:spPr>
          <a:xfrm>
            <a:off x="4379121" y="5212140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noProof="0">
                <a:solidFill>
                  <a:schemeClr val="bg1"/>
                </a:solidFill>
              </a:rPr>
              <a:t>Treated</a:t>
            </a:r>
            <a:r>
              <a:rPr kumimoji="1" lang="en-US" sz="1200" baseline="30000" noProof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ECE1852-0990-9C62-53B3-CA9D74C7385A}"/>
              </a:ext>
            </a:extLst>
          </p:cNvPr>
          <p:cNvSpPr/>
          <p:nvPr/>
        </p:nvSpPr>
        <p:spPr>
          <a:xfrm>
            <a:off x="7001470" y="3811109"/>
            <a:ext cx="1320764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r>
              <a:rPr kumimoji="1" lang="en-US" sz="1150" noProof="0"/>
              <a:t>Previously Tx and Discontinued</a:t>
            </a:r>
            <a:r>
              <a:rPr kumimoji="1" lang="en-US" sz="1150" baseline="30000" noProof="0"/>
              <a:t>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59AA8D-3458-D4EF-9D10-375BE7119424}"/>
              </a:ext>
            </a:extLst>
          </p:cNvPr>
          <p:cNvSpPr>
            <a:spLocks/>
          </p:cNvSpPr>
          <p:nvPr/>
        </p:nvSpPr>
        <p:spPr>
          <a:xfrm>
            <a:off x="4363940" y="340805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3E40AD-9C4A-338B-5F91-55ED286211A9}"/>
              </a:ext>
            </a:extLst>
          </p:cNvPr>
          <p:cNvSpPr/>
          <p:nvPr/>
        </p:nvSpPr>
        <p:spPr>
          <a:xfrm>
            <a:off x="5716126" y="4461525"/>
            <a:ext cx="1335962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Never Treated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2324A0-B659-D435-956F-AA0B3C1CDC10}"/>
              </a:ext>
            </a:extLst>
          </p:cNvPr>
          <p:cNvSpPr/>
          <p:nvPr/>
        </p:nvSpPr>
        <p:spPr>
          <a:xfrm>
            <a:off x="5528388" y="3473487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Pending Tx Initiation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8E0DCB4-76B1-1118-E6D2-01794DCE84C9}"/>
              </a:ext>
            </a:extLst>
          </p:cNvPr>
          <p:cNvSpPr>
            <a:spLocks/>
          </p:cNvSpPr>
          <p:nvPr/>
        </p:nvSpPr>
        <p:spPr>
          <a:xfrm>
            <a:off x="10312000" y="2550707"/>
            <a:ext cx="1368718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Stimulants / Antidepressants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4F99B13-2A09-535A-EFA3-65047057255D}"/>
              </a:ext>
            </a:extLst>
          </p:cNvPr>
          <p:cNvSpPr>
            <a:spLocks/>
          </p:cNvSpPr>
          <p:nvPr/>
        </p:nvSpPr>
        <p:spPr>
          <a:xfrm>
            <a:off x="10327489" y="5014814"/>
            <a:ext cx="1337741" cy="159404"/>
          </a:xfrm>
          <a:prstGeom prst="rect">
            <a:avLst/>
          </a:prstGeom>
          <a:solidFill>
            <a:srgbClr val="121B1E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>
                <a:solidFill>
                  <a:schemeClr val="bg1"/>
                </a:solidFill>
              </a:rPr>
              <a:t>Oxybates</a:t>
            </a:r>
            <a:r>
              <a:rPr kumimoji="1" lang="en-US" sz="1150" baseline="3000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A61083B-4D2A-2EDC-996E-BE5F12C71537}"/>
              </a:ext>
            </a:extLst>
          </p:cNvPr>
          <p:cNvSpPr>
            <a:spLocks/>
          </p:cNvSpPr>
          <p:nvPr/>
        </p:nvSpPr>
        <p:spPr>
          <a:xfrm>
            <a:off x="10635000" y="2286229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kumimoji="1" lang="en-US" sz="1000">
                <a:solidFill>
                  <a:schemeClr val="tx1">
                    <a:lumMod val="50000"/>
                  </a:schemeClr>
                </a:solidFill>
              </a:rPr>
              <a:t>36</a:t>
            </a:r>
            <a:r>
              <a:rPr kumimoji="1" lang="en-US" sz="1000" noProof="0">
                <a:solidFill>
                  <a:schemeClr val="tx1">
                    <a:lumMod val="50000"/>
                  </a:schemeClr>
                </a:solidFill>
              </a:rPr>
              <a:t>%)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B4C0F17-8080-5BD2-1B5F-9CC5E03E1AA1}"/>
              </a:ext>
            </a:extLst>
          </p:cNvPr>
          <p:cNvSpPr>
            <a:spLocks/>
          </p:cNvSpPr>
          <p:nvPr/>
        </p:nvSpPr>
        <p:spPr>
          <a:xfrm>
            <a:off x="10605606" y="5170249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~12,000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26D3C79-F250-E47F-9EE3-1EBF8316A758}"/>
              </a:ext>
            </a:extLst>
          </p:cNvPr>
          <p:cNvSpPr/>
          <p:nvPr/>
        </p:nvSpPr>
        <p:spPr>
          <a:xfrm>
            <a:off x="7059407" y="5439895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Monotherapy</a:t>
            </a:r>
            <a:r>
              <a:rPr kumimoji="1" lang="en-US" sz="1150" baseline="30000" noProof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406E9F9-8F04-DDEE-C823-CE079E6A1AE8}"/>
              </a:ext>
            </a:extLst>
          </p:cNvPr>
          <p:cNvSpPr/>
          <p:nvPr/>
        </p:nvSpPr>
        <p:spPr>
          <a:xfrm>
            <a:off x="7059407" y="4707086"/>
            <a:ext cx="1711438" cy="125645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tx1">
                    <a:lumMod val="50000"/>
                  </a:schemeClr>
                </a:solidFill>
              </a:rPr>
              <a:t>Polytherapy</a:t>
            </a:r>
            <a:r>
              <a:rPr kumimoji="1" lang="en-US" sz="1150" baseline="30000" noProof="0">
                <a:solidFill>
                  <a:schemeClr val="tx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A6C58F1-A870-04C7-B178-38699058EBB8}"/>
              </a:ext>
            </a:extLst>
          </p:cNvPr>
          <p:cNvSpPr>
            <a:spLocks/>
          </p:cNvSpPr>
          <p:nvPr/>
        </p:nvSpPr>
        <p:spPr>
          <a:xfrm>
            <a:off x="10403606" y="3715327"/>
            <a:ext cx="1185506" cy="12559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Modafinil</a:t>
            </a:r>
            <a:r>
              <a:rPr kumimoji="1" lang="en-US" sz="1150" baseline="30000" noProof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D069B18-D2BB-D37A-873A-CE74F8661152}"/>
              </a:ext>
            </a:extLst>
          </p:cNvPr>
          <p:cNvSpPr>
            <a:spLocks/>
          </p:cNvSpPr>
          <p:nvPr/>
        </p:nvSpPr>
        <p:spPr>
          <a:xfrm>
            <a:off x="9196650" y="4804356"/>
            <a:ext cx="8217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Advanced Therapies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4E78C76-F516-1878-8454-9DBF0AAFE1DC}"/>
              </a:ext>
            </a:extLst>
          </p:cNvPr>
          <p:cNvSpPr>
            <a:spLocks/>
          </p:cNvSpPr>
          <p:nvPr/>
        </p:nvSpPr>
        <p:spPr>
          <a:xfrm>
            <a:off x="9043988" y="2897329"/>
            <a:ext cx="97441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r"/>
            <a:r>
              <a:rPr kumimoji="1" lang="en-US" sz="1150" b="1"/>
              <a:t>Generic Mix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DEC82CD-C4C7-D33E-1A04-444C4997C963}"/>
              </a:ext>
            </a:extLst>
          </p:cNvPr>
          <p:cNvSpPr>
            <a:spLocks/>
          </p:cNvSpPr>
          <p:nvPr/>
        </p:nvSpPr>
        <p:spPr>
          <a:xfrm>
            <a:off x="10195019" y="4581136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Wakix</a:t>
            </a:r>
            <a:r>
              <a:rPr kumimoji="1" lang="en-US" sz="1150" baseline="30000">
                <a:solidFill>
                  <a:schemeClr val="bg1"/>
                </a:solidFill>
              </a:rPr>
              <a:t>16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FC72895-1B4D-C104-D560-793E10572ADA}"/>
              </a:ext>
            </a:extLst>
          </p:cNvPr>
          <p:cNvSpPr/>
          <p:nvPr/>
        </p:nvSpPr>
        <p:spPr>
          <a:xfrm>
            <a:off x="1275343" y="294271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36AC22-88BB-BBDC-1913-675F6DDB19EA}"/>
              </a:ext>
            </a:extLst>
          </p:cNvPr>
          <p:cNvSpPr/>
          <p:nvPr/>
        </p:nvSpPr>
        <p:spPr>
          <a:xfrm>
            <a:off x="1283360" y="486390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(50%)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D3B0C7-1724-7A1B-C87F-2CD5060DD039}"/>
              </a:ext>
            </a:extLst>
          </p:cNvPr>
          <p:cNvSpPr>
            <a:spLocks/>
          </p:cNvSpPr>
          <p:nvPr/>
        </p:nvSpPr>
        <p:spPr>
          <a:xfrm>
            <a:off x="2598117" y="2715514"/>
            <a:ext cx="138920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(71%)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90581D7-16AD-9D8B-715F-F894F108AAA2}"/>
              </a:ext>
            </a:extLst>
          </p:cNvPr>
          <p:cNvSpPr>
            <a:spLocks/>
          </p:cNvSpPr>
          <p:nvPr/>
        </p:nvSpPr>
        <p:spPr>
          <a:xfrm>
            <a:off x="2502824" y="3811109"/>
            <a:ext cx="1553368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/>
              <a:t>(23%)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5F710C8-5834-6838-2FF7-E1286EE28D68}"/>
              </a:ext>
            </a:extLst>
          </p:cNvPr>
          <p:cNvSpPr>
            <a:spLocks/>
          </p:cNvSpPr>
          <p:nvPr/>
        </p:nvSpPr>
        <p:spPr>
          <a:xfrm>
            <a:off x="3383119" y="1879168"/>
            <a:ext cx="557849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>
              <a:lnSpc>
                <a:spcPts val="1100"/>
              </a:lnSpc>
            </a:pPr>
            <a:r>
              <a:rPr kumimoji="1" lang="en-US" sz="1000">
                <a:solidFill>
                  <a:srgbClr val="000000"/>
                </a:solidFill>
              </a:rPr>
              <a:t>(6%)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28FE4EB-4FC8-1198-117E-FB6D3A4A1A61}"/>
              </a:ext>
            </a:extLst>
          </p:cNvPr>
          <p:cNvSpPr/>
          <p:nvPr/>
        </p:nvSpPr>
        <p:spPr>
          <a:xfrm>
            <a:off x="4379121" y="508630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75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7F36E4C-F7BE-4379-8111-EA47BD354CCF}"/>
              </a:ext>
            </a:extLst>
          </p:cNvPr>
          <p:cNvSpPr>
            <a:spLocks/>
          </p:cNvSpPr>
          <p:nvPr/>
        </p:nvSpPr>
        <p:spPr>
          <a:xfrm>
            <a:off x="4363940" y="3295391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(25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18196FB-782D-CFD9-7BFA-F2CDDF567935}"/>
              </a:ext>
            </a:extLst>
          </p:cNvPr>
          <p:cNvSpPr>
            <a:spLocks/>
          </p:cNvSpPr>
          <p:nvPr/>
        </p:nvSpPr>
        <p:spPr>
          <a:xfrm>
            <a:off x="5833016" y="4296836"/>
            <a:ext cx="1094982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(58%)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B962CB0-95CD-30E1-FE87-122E1FD3F67B}"/>
              </a:ext>
            </a:extLst>
          </p:cNvPr>
          <p:cNvSpPr>
            <a:spLocks/>
          </p:cNvSpPr>
          <p:nvPr/>
        </p:nvSpPr>
        <p:spPr>
          <a:xfrm>
            <a:off x="6491228" y="3841119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chemeClr val="bg1"/>
                </a:solidFill>
              </a:rPr>
              <a:t>(40%)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8F3101-0C66-AB53-7348-3FE061D56ECF}"/>
              </a:ext>
            </a:extLst>
          </p:cNvPr>
          <p:cNvSpPr>
            <a:spLocks/>
          </p:cNvSpPr>
          <p:nvPr/>
        </p:nvSpPr>
        <p:spPr>
          <a:xfrm>
            <a:off x="6376648" y="3618449"/>
            <a:ext cx="572941" cy="17104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(2%)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215C99-1392-8571-F81F-2BD8232004C2}"/>
              </a:ext>
            </a:extLst>
          </p:cNvPr>
          <p:cNvSpPr/>
          <p:nvPr/>
        </p:nvSpPr>
        <p:spPr>
          <a:xfrm>
            <a:off x="7474882" y="5295012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</a:t>
            </a:r>
            <a:r>
              <a:rPr kumimoji="1" lang="en-US" sz="1000">
                <a:solidFill>
                  <a:schemeClr val="bg1"/>
                </a:solidFill>
              </a:rPr>
              <a:t>48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5607C19-C7EE-F7FA-5836-BEE4F486D7D1}"/>
              </a:ext>
            </a:extLst>
          </p:cNvPr>
          <p:cNvSpPr>
            <a:spLocks/>
          </p:cNvSpPr>
          <p:nvPr/>
        </p:nvSpPr>
        <p:spPr>
          <a:xfrm>
            <a:off x="7626577" y="4551983"/>
            <a:ext cx="572941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000">
                <a:solidFill>
                  <a:srgbClr val="000000"/>
                </a:solidFill>
              </a:rPr>
              <a:t>(52%)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C245F53-E8E1-29BD-6618-BBA416B63203}"/>
              </a:ext>
            </a:extLst>
          </p:cNvPr>
          <p:cNvSpPr>
            <a:spLocks/>
          </p:cNvSpPr>
          <p:nvPr/>
        </p:nvSpPr>
        <p:spPr>
          <a:xfrm>
            <a:off x="10605606" y="5319781"/>
            <a:ext cx="781507" cy="150233"/>
          </a:xfrm>
          <a:prstGeom prst="rect">
            <a:avLst/>
          </a:prstGeom>
          <a:solidFill>
            <a:schemeClr val="accent5">
              <a:lumMod val="1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3B860D6-CBCB-D08C-6C71-CA3FCA768E05}"/>
              </a:ext>
            </a:extLst>
          </p:cNvPr>
          <p:cNvSpPr>
            <a:spLocks/>
          </p:cNvSpPr>
          <p:nvPr/>
        </p:nvSpPr>
        <p:spPr>
          <a:xfrm>
            <a:off x="10638935" y="3416931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>
                <a:solidFill>
                  <a:schemeClr val="bg1"/>
                </a:solidFill>
              </a:rPr>
              <a:t>~9,000</a:t>
            </a:r>
            <a:endParaRPr kumimoji="1" lang="en-US" sz="1150" b="1" noProof="0">
              <a:solidFill>
                <a:schemeClr val="bg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581622E-6B59-736E-DFFD-EB1A91D78189}"/>
              </a:ext>
            </a:extLst>
          </p:cNvPr>
          <p:cNvSpPr>
            <a:spLocks/>
          </p:cNvSpPr>
          <p:nvPr/>
        </p:nvSpPr>
        <p:spPr>
          <a:xfrm>
            <a:off x="10638935" y="3566129"/>
            <a:ext cx="714849" cy="15023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44C3AAF-BA15-81EE-BE1F-2B1EC6397AF4}"/>
              </a:ext>
            </a:extLst>
          </p:cNvPr>
          <p:cNvSpPr>
            <a:spLocks/>
          </p:cNvSpPr>
          <p:nvPr/>
        </p:nvSpPr>
        <p:spPr>
          <a:xfrm>
            <a:off x="10635000" y="2114978"/>
            <a:ext cx="722718" cy="150234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tx1">
                    <a:lumMod val="50000"/>
                  </a:schemeClr>
                </a:solidFill>
              </a:rPr>
              <a:t>~16,000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6F8C89F-15AA-5673-37A5-8D19BF57957A}"/>
              </a:ext>
            </a:extLst>
          </p:cNvPr>
          <p:cNvSpPr>
            <a:spLocks/>
          </p:cNvSpPr>
          <p:nvPr/>
        </p:nvSpPr>
        <p:spPr>
          <a:xfrm>
            <a:off x="10638935" y="4269519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~5,400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87F0EFD-68DF-2CB5-3FA6-3466259DB0EE}"/>
              </a:ext>
            </a:extLst>
          </p:cNvPr>
          <p:cNvSpPr/>
          <p:nvPr/>
        </p:nvSpPr>
        <p:spPr>
          <a:xfrm>
            <a:off x="4379121" y="3978939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(2</a:t>
            </a:r>
            <a:r>
              <a:rPr kumimoji="1" lang="en-US" sz="1000">
                <a:solidFill>
                  <a:schemeClr val="bg1"/>
                </a:solidFill>
              </a:rPr>
              <a:t>5</a:t>
            </a:r>
            <a:r>
              <a:rPr kumimoji="1" lang="en-US" sz="1000" noProof="0">
                <a:solidFill>
                  <a:schemeClr val="bg1"/>
                </a:solidFill>
              </a:rPr>
              <a:t>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54FA3-EE21-FCCF-E94B-90C8E51F184E}"/>
              </a:ext>
            </a:extLst>
          </p:cNvPr>
          <p:cNvSpPr>
            <a:spLocks/>
          </p:cNvSpPr>
          <p:nvPr userDrawn="1"/>
        </p:nvSpPr>
        <p:spPr>
          <a:xfrm>
            <a:off x="10638935" y="4418171"/>
            <a:ext cx="714849" cy="150234"/>
          </a:xfrm>
          <a:prstGeom prst="rect">
            <a:avLst/>
          </a:prstGeom>
          <a:solidFill>
            <a:srgbClr val="2E424B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noProof="0">
                <a:solidFill>
                  <a:schemeClr val="bg1"/>
                </a:solidFill>
              </a:rPr>
              <a:t>(12%)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04B35-C4A9-09CB-1353-DA3780BA0B41}"/>
              </a:ext>
            </a:extLst>
          </p:cNvPr>
          <p:cNvSpPr>
            <a:spLocks/>
          </p:cNvSpPr>
          <p:nvPr userDrawn="1"/>
        </p:nvSpPr>
        <p:spPr>
          <a:xfrm>
            <a:off x="10587190" y="3963012"/>
            <a:ext cx="818339" cy="150234"/>
          </a:xfrm>
          <a:prstGeom prst="rect">
            <a:avLst/>
          </a:prstGeom>
          <a:solidFill>
            <a:srgbClr val="34373F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000" b="1" noProof="0">
                <a:solidFill>
                  <a:schemeClr val="bg1"/>
                </a:solidFill>
              </a:rPr>
              <a:t>~2,600 </a:t>
            </a:r>
            <a:r>
              <a:rPr kumimoji="1" lang="en-US" sz="1000" b="0" noProof="0">
                <a:solidFill>
                  <a:schemeClr val="bg1"/>
                </a:solidFill>
              </a:rPr>
              <a:t>(6%)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EF2E4-7996-4B6C-F8DD-A6BE4D460FB7}"/>
              </a:ext>
            </a:extLst>
          </p:cNvPr>
          <p:cNvSpPr>
            <a:spLocks/>
          </p:cNvSpPr>
          <p:nvPr userDrawn="1"/>
        </p:nvSpPr>
        <p:spPr>
          <a:xfrm>
            <a:off x="10195019" y="4114090"/>
            <a:ext cx="1602680" cy="150232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kumimoji="1" lang="en-US" sz="1150">
                <a:solidFill>
                  <a:schemeClr val="bg1"/>
                </a:solidFill>
              </a:rPr>
              <a:t>Sunosi</a:t>
            </a:r>
            <a:r>
              <a:rPr kumimoji="1" lang="en-US" sz="1150" baseline="30000">
                <a:solidFill>
                  <a:schemeClr val="bg1"/>
                </a:solidFill>
              </a:rPr>
              <a:t>15</a:t>
            </a:r>
            <a:endParaRPr kumimoji="1" lang="en-US" sz="1150" baseline="30000" noProof="0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F471757-F8A1-DD4A-2DA5-8FF983F4F419}"/>
              </a:ext>
            </a:extLst>
          </p:cNvPr>
          <p:cNvSpPr>
            <a:spLocks/>
          </p:cNvSpPr>
          <p:nvPr userDrawn="1"/>
        </p:nvSpPr>
        <p:spPr>
          <a:xfrm>
            <a:off x="4363940" y="4124588"/>
            <a:ext cx="875425" cy="15940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noProof="0">
                <a:solidFill>
                  <a:schemeClr val="bg1"/>
                </a:solidFill>
              </a:rPr>
              <a:t>Untreated</a:t>
            </a:r>
            <a:r>
              <a:rPr kumimoji="1" lang="en-US" sz="1150" baseline="30000" noProof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3FE0A-395E-D7B4-F1E1-F2B80A34F4A1}"/>
              </a:ext>
            </a:extLst>
          </p:cNvPr>
          <p:cNvSpPr>
            <a:spLocks/>
          </p:cNvSpPr>
          <p:nvPr userDrawn="1"/>
        </p:nvSpPr>
        <p:spPr>
          <a:xfrm>
            <a:off x="6088380" y="3855031"/>
            <a:ext cx="528321" cy="150234"/>
          </a:xfrm>
          <a:prstGeom prst="rect">
            <a:avLst/>
          </a:prstGeom>
          <a:solidFill>
            <a:srgbClr val="A6A6A6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sz="1150" b="1" noProof="0">
                <a:solidFill>
                  <a:schemeClr val="bg1"/>
                </a:solidFill>
              </a:rPr>
              <a:t>6,000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4BB7A-85A2-9439-8EBD-E3A6E37D150F}"/>
              </a:ext>
            </a:extLst>
          </p:cNvPr>
          <p:cNvSpPr/>
          <p:nvPr userDrawn="1"/>
        </p:nvSpPr>
        <p:spPr>
          <a:xfrm>
            <a:off x="2852555" y="2518699"/>
            <a:ext cx="853906" cy="227691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150" b="1">
                <a:solidFill>
                  <a:schemeClr val="tx1">
                    <a:lumMod val="50000"/>
                  </a:schemeClr>
                </a:solidFill>
              </a:rPr>
              <a:t>42,000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D35705-0E17-09C9-A1F8-582149E35BEA}"/>
              </a:ext>
            </a:extLst>
          </p:cNvPr>
          <p:cNvSpPr/>
          <p:nvPr userDrawn="1"/>
        </p:nvSpPr>
        <p:spPr>
          <a:xfrm>
            <a:off x="555035" y="6457223"/>
            <a:ext cx="6919848" cy="297474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lvl="0"/>
            <a:r>
              <a:rPr lang="en-US" sz="800" b="1">
                <a:solidFill>
                  <a:srgbClr val="000000"/>
                </a:solidFill>
              </a:rPr>
              <a:t>Sources: </a:t>
            </a:r>
            <a:r>
              <a:rPr lang="en-US" sz="800" b="0">
                <a:solidFill>
                  <a:srgbClr val="000000"/>
                </a:solidFill>
              </a:rPr>
              <a:t>See speaker notes; </a:t>
            </a:r>
            <a:r>
              <a:rPr lang="en-US" sz="800" b="1">
                <a:solidFill>
                  <a:srgbClr val="000000"/>
                </a:solidFill>
              </a:rPr>
              <a:t>Abbreviations</a:t>
            </a:r>
            <a:r>
              <a:rPr lang="en-US" sz="800">
                <a:solidFill>
                  <a:srgbClr val="000000"/>
                </a:solidFill>
              </a:rPr>
              <a:t>: </a:t>
            </a:r>
            <a:r>
              <a:rPr lang="en-US" sz="800" b="1">
                <a:solidFill>
                  <a:srgbClr val="000000"/>
                </a:solidFill>
              </a:rPr>
              <a:t>Dx</a:t>
            </a:r>
            <a:r>
              <a:rPr lang="en-US" sz="800">
                <a:solidFill>
                  <a:srgbClr val="000000"/>
                </a:solidFill>
              </a:rPr>
              <a:t> – Diagnosis, </a:t>
            </a:r>
            <a:r>
              <a:rPr lang="en-US" sz="800" b="1">
                <a:solidFill>
                  <a:srgbClr val="000000"/>
                </a:solidFill>
              </a:rPr>
              <a:t>NT1 </a:t>
            </a:r>
            <a:r>
              <a:rPr lang="en-US" sz="800">
                <a:solidFill>
                  <a:srgbClr val="000000"/>
                </a:solidFill>
              </a:rPr>
              <a:t>– Narcolepsy Type I., </a:t>
            </a:r>
            <a:r>
              <a:rPr lang="en-US" sz="800" b="1">
                <a:solidFill>
                  <a:srgbClr val="000000"/>
                </a:solidFill>
              </a:rPr>
              <a:t>Tx</a:t>
            </a:r>
            <a:r>
              <a:rPr lang="en-US" sz="800">
                <a:solidFill>
                  <a:srgbClr val="000000"/>
                </a:solidFill>
              </a:rPr>
              <a:t> – Treatment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07E58-C249-3DCA-CF74-FA68E3E8B46C}"/>
              </a:ext>
            </a:extLst>
          </p:cNvPr>
          <p:cNvSpPr txBox="1"/>
          <p:nvPr userDrawn="1"/>
        </p:nvSpPr>
        <p:spPr>
          <a:xfrm>
            <a:off x="7766050" y="6488596"/>
            <a:ext cx="4122420" cy="30925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ts val="800"/>
              </a:lnSpc>
            </a:pPr>
            <a:r>
              <a:rPr lang="en-US" sz="800" spc="-70" baseline="0"/>
              <a:t>‘’Undiagnosed’’ &amp; ‘’Untreated’’ breakdowns are derived from Ambit Veeva claims analysis (Jan 2017 – Apr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‘’Diagnosed’’ breakdown is derived from 2023 Veeva Patient Pathway claims analysis (Jan 2023 – Dec 2023)</a:t>
            </a:r>
          </a:p>
          <a:p>
            <a:pPr algn="r">
              <a:lnSpc>
                <a:spcPts val="800"/>
              </a:lnSpc>
            </a:pPr>
            <a:r>
              <a:rPr lang="en-US" sz="800" spc="-70" baseline="0"/>
              <a:t>‘’On Treatment Indicated for NT1’’ breakdown is derived from H2 2023 Veeva APLD Rx claims analysis (Jul 2023 – Dec 2023)</a:t>
            </a:r>
            <a:endParaRPr lang="en-NL" sz="800" spc="-70" baseline="0"/>
          </a:p>
        </p:txBody>
      </p:sp>
    </p:spTree>
    <p:extLst>
      <p:ext uri="{BB962C8B-B14F-4D97-AF65-F5344CB8AC3E}">
        <p14:creationId xmlns:p14="http://schemas.microsoft.com/office/powerpoint/2010/main" val="3403374422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CFE7C62-0B99-6ECF-2839-32063BAB7F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192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FE7C62-0B99-6ECF-2839-32063BAB7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2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DCF20AC-A921-50A8-167F-157AF93CCB9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9925" y="6489701"/>
            <a:ext cx="10348595" cy="230187"/>
          </a:xfrm>
        </p:spPr>
        <p:txBody>
          <a:bodyPr anchor="ctr">
            <a:noAutofit/>
          </a:bodyPr>
          <a:lstStyle>
            <a:lvl1pPr marL="0" indent="0">
              <a:buNone/>
              <a:defRPr sz="800" b="1"/>
            </a:lvl1pPr>
          </a:lstStyle>
          <a:p>
            <a:pPr lvl="0"/>
            <a:r>
              <a:rPr lang="en-US" b="1"/>
              <a:t>Footer</a:t>
            </a:r>
            <a:endParaRPr lang="en-US"/>
          </a:p>
        </p:txBody>
      </p:sp>
      <p:sp>
        <p:nvSpPr>
          <p:cNvPr id="30" name="スライド番号プレースホルダ 5">
            <a:extLst>
              <a:ext uri="{FF2B5EF4-FFF2-40B4-BE49-F238E27FC236}">
                <a16:creationId xmlns:a16="http://schemas.microsoft.com/office/drawing/2014/main" id="{D5046471-3133-44C5-48F9-7EDCAF3A5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90456"/>
            <a:ext cx="294928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79493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vious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F2B271-C02D-FAA6-3B34-182A581DB3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6297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F2B271-C02D-FAA6-3B34-182A581DB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C2670A57-47A4-AB14-7B25-5FBD56818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18012"/>
            <a:ext cx="11461750" cy="34381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7D5144-CC6E-EB1B-0A88-A456411DF95F}"/>
              </a:ext>
            </a:extLst>
          </p:cNvPr>
          <p:cNvSpPr/>
          <p:nvPr userDrawn="1"/>
        </p:nvSpPr>
        <p:spPr>
          <a:xfrm>
            <a:off x="1344945" y="3519683"/>
            <a:ext cx="10345615" cy="2569046"/>
          </a:xfrm>
          <a:prstGeom prst="rect">
            <a:avLst/>
          </a:prstGeom>
          <a:solidFill>
            <a:srgbClr val="FDEDED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3296A-45ED-F02F-CED1-4EA191DF3FEF}"/>
              </a:ext>
            </a:extLst>
          </p:cNvPr>
          <p:cNvSpPr/>
          <p:nvPr userDrawn="1"/>
        </p:nvSpPr>
        <p:spPr>
          <a:xfrm>
            <a:off x="8275424" y="4196387"/>
            <a:ext cx="3310497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Discontinuations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(130)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EA1453-2D92-A16E-8034-8651F00F6837}"/>
              </a:ext>
            </a:extLst>
          </p:cNvPr>
          <p:cNvSpPr/>
          <p:nvPr userDrawn="1"/>
        </p:nvSpPr>
        <p:spPr>
          <a:xfrm>
            <a:off x="1344946" y="884137"/>
            <a:ext cx="10345615" cy="26165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rtlCol="0" anchor="t"/>
          <a:lstStyle/>
          <a:p>
            <a:pPr algn="ctr"/>
            <a:endParaRPr kumimoji="1" lang="en-US" sz="1400" b="1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4BFB91-D038-1828-4BC3-11E0268315B9}"/>
              </a:ext>
            </a:extLst>
          </p:cNvPr>
          <p:cNvSpPr/>
          <p:nvPr userDrawn="1"/>
        </p:nvSpPr>
        <p:spPr>
          <a:xfrm>
            <a:off x="740304" y="6535835"/>
            <a:ext cx="311128" cy="225698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5625" rIns="5625" rtlCol="0" anchor="ctr"/>
          <a:lstStyle/>
          <a:p>
            <a:pPr algn="ctr" defTabSz="142866"/>
            <a:r>
              <a:rPr lang="en-US" sz="11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EAE23-599F-429B-C2C4-C468132FFD64}"/>
              </a:ext>
            </a:extLst>
          </p:cNvPr>
          <p:cNvSpPr txBox="1"/>
          <p:nvPr userDrawn="1"/>
        </p:nvSpPr>
        <p:spPr>
          <a:xfrm>
            <a:off x="1051432" y="6517879"/>
            <a:ext cx="1215358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100" i="1" noProof="0"/>
              <a:t>Static patient pool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92F8646E-6AC8-D874-9537-AB65AC877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fld id="{4B88BF55-9D8F-47B8-9CAA-91D4F95E55A3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169638-8C95-ACAD-CF84-001A6BA86D10}"/>
              </a:ext>
            </a:extLst>
          </p:cNvPr>
          <p:cNvCxnSpPr>
            <a:cxnSpLocks/>
            <a:stCxn id="25" idx="2"/>
            <a:endCxn id="28" idx="0"/>
          </p:cNvCxnSpPr>
          <p:nvPr userDrawn="1"/>
        </p:nvCxnSpPr>
        <p:spPr>
          <a:xfrm>
            <a:off x="6087520" y="1692682"/>
            <a:ext cx="0" cy="312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5B77C6-2429-06AF-37FE-9A17DF87BC08}"/>
              </a:ext>
            </a:extLst>
          </p:cNvPr>
          <p:cNvSpPr txBox="1"/>
          <p:nvPr userDrawn="1"/>
        </p:nvSpPr>
        <p:spPr>
          <a:xfrm>
            <a:off x="5205514" y="871657"/>
            <a:ext cx="1748773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0"/>
              <a:t>NT1 Incident Patients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E0D157-B07D-8FD1-513D-15AFF676409C}"/>
              </a:ext>
            </a:extLst>
          </p:cNvPr>
          <p:cNvCxnSpPr>
            <a:cxnSpLocks/>
          </p:cNvCxnSpPr>
          <p:nvPr userDrawn="1"/>
        </p:nvCxnSpPr>
        <p:spPr>
          <a:xfrm>
            <a:off x="670953" y="1130393"/>
            <a:ext cx="0" cy="255881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3D6CF8-4E6C-841D-DDEC-C11261B220C3}"/>
              </a:ext>
            </a:extLst>
          </p:cNvPr>
          <p:cNvSpPr txBox="1"/>
          <p:nvPr userDrawn="1"/>
        </p:nvSpPr>
        <p:spPr>
          <a:xfrm rot="16200000">
            <a:off x="-227768" y="224077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Undiagnosed (59,700)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DE3143-45BE-A929-16E3-B08A8F7ED85C}"/>
              </a:ext>
            </a:extLst>
          </p:cNvPr>
          <p:cNvSpPr txBox="1"/>
          <p:nvPr userDrawn="1"/>
        </p:nvSpPr>
        <p:spPr>
          <a:xfrm rot="16200000">
            <a:off x="-227770" y="4950160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Diagnosed (60,900)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7466C5-9240-0068-816B-D8D7788672AB}"/>
              </a:ext>
            </a:extLst>
          </p:cNvPr>
          <p:cNvCxnSpPr>
            <a:cxnSpLocks/>
          </p:cNvCxnSpPr>
          <p:nvPr userDrawn="1"/>
        </p:nvCxnSpPr>
        <p:spPr>
          <a:xfrm>
            <a:off x="670953" y="3875437"/>
            <a:ext cx="0" cy="2411057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ABA088-A33E-4896-4792-DE4D4E09CB2B}"/>
              </a:ext>
            </a:extLst>
          </p:cNvPr>
          <p:cNvCxnSpPr>
            <a:cxnSpLocks/>
          </p:cNvCxnSpPr>
          <p:nvPr userDrawn="1"/>
        </p:nvCxnSpPr>
        <p:spPr>
          <a:xfrm>
            <a:off x="1099554" y="1933575"/>
            <a:ext cx="0" cy="154673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CF4FFB7-710C-BE81-44E4-0B2AC9BA6586}"/>
              </a:ext>
            </a:extLst>
          </p:cNvPr>
          <p:cNvSpPr txBox="1"/>
          <p:nvPr userDrawn="1"/>
        </p:nvSpPr>
        <p:spPr>
          <a:xfrm rot="16200000">
            <a:off x="200834" y="2571996"/>
            <a:ext cx="148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Seeking Dx (10,200)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CC4AD1-0751-07CE-5A36-9150D6CFE6DF}"/>
              </a:ext>
            </a:extLst>
          </p:cNvPr>
          <p:cNvCxnSpPr>
            <a:cxnSpLocks/>
          </p:cNvCxnSpPr>
          <p:nvPr userDrawn="1"/>
        </p:nvCxnSpPr>
        <p:spPr>
          <a:xfrm>
            <a:off x="1099553" y="1156959"/>
            <a:ext cx="0" cy="655788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CF013D0-E27D-8B62-EF9C-1465E52EF04B}"/>
              </a:ext>
            </a:extLst>
          </p:cNvPr>
          <p:cNvSpPr txBox="1"/>
          <p:nvPr userDrawn="1"/>
        </p:nvSpPr>
        <p:spPr>
          <a:xfrm rot="16200000">
            <a:off x="365419" y="1318702"/>
            <a:ext cx="10513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Non-seeking (45,900)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396632-97AC-D5EF-8109-1D63A9458923}"/>
              </a:ext>
            </a:extLst>
          </p:cNvPr>
          <p:cNvCxnSpPr>
            <a:cxnSpLocks/>
          </p:cNvCxnSpPr>
          <p:nvPr userDrawn="1"/>
        </p:nvCxnSpPr>
        <p:spPr>
          <a:xfrm>
            <a:off x="1099553" y="4232921"/>
            <a:ext cx="0" cy="2053573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56B43B-1C41-8348-0456-3E7714BADA21}"/>
              </a:ext>
            </a:extLst>
          </p:cNvPr>
          <p:cNvSpPr txBox="1"/>
          <p:nvPr userDrawn="1"/>
        </p:nvSpPr>
        <p:spPr>
          <a:xfrm rot="16200000">
            <a:off x="3829" y="5222304"/>
            <a:ext cx="18744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on treatment (45,400)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234F91-4F06-53DA-86F3-41A566B6867D}"/>
              </a:ext>
            </a:extLst>
          </p:cNvPr>
          <p:cNvSpPr txBox="1"/>
          <p:nvPr userDrawn="1"/>
        </p:nvSpPr>
        <p:spPr>
          <a:xfrm rot="16200000">
            <a:off x="312488" y="3645201"/>
            <a:ext cx="11887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1050" noProof="0"/>
              <a:t>Dx Untreated (15,500)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EE6EEF-1981-1401-4A36-AC1D434DF528}"/>
              </a:ext>
            </a:extLst>
          </p:cNvPr>
          <p:cNvCxnSpPr>
            <a:cxnSpLocks/>
          </p:cNvCxnSpPr>
          <p:nvPr userDrawn="1"/>
        </p:nvCxnSpPr>
        <p:spPr>
          <a:xfrm>
            <a:off x="1099553" y="3618855"/>
            <a:ext cx="0" cy="468191"/>
          </a:xfrm>
          <a:prstGeom prst="line">
            <a:avLst/>
          </a:prstGeom>
          <a:ln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948D17-CBD8-76A6-F093-E23152B8A48F}"/>
              </a:ext>
            </a:extLst>
          </p:cNvPr>
          <p:cNvGrpSpPr/>
          <p:nvPr userDrawn="1"/>
        </p:nvGrpSpPr>
        <p:grpSpPr>
          <a:xfrm>
            <a:off x="4935520" y="1356392"/>
            <a:ext cx="2510770" cy="336290"/>
            <a:chOff x="4935520" y="1356392"/>
            <a:chExt cx="2510770" cy="336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2EB1CE-9387-1531-E1CA-11B340D5C413}"/>
                </a:ext>
              </a:extLst>
            </p:cNvPr>
            <p:cNvSpPr/>
            <p:nvPr/>
          </p:nvSpPr>
          <p:spPr>
            <a:xfrm>
              <a:off x="4935520" y="13563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Symptomatic not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yet seeking Dx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517EE8-B400-8122-5479-3A13425DA1C3}"/>
                </a:ext>
              </a:extLst>
            </p:cNvPr>
            <p:cNvSpPr/>
            <p:nvPr/>
          </p:nvSpPr>
          <p:spPr>
            <a:xfrm>
              <a:off x="7028714" y="1356392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45,900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4D7999-BFBC-74A8-FFEF-1416EDDACD7A}"/>
              </a:ext>
            </a:extLst>
          </p:cNvPr>
          <p:cNvGrpSpPr/>
          <p:nvPr userDrawn="1"/>
        </p:nvGrpSpPr>
        <p:grpSpPr>
          <a:xfrm>
            <a:off x="4935520" y="2005108"/>
            <a:ext cx="2510770" cy="336294"/>
            <a:chOff x="4935520" y="2005108"/>
            <a:chExt cx="2510770" cy="336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3154D56-2C29-8E06-4851-B99C19130C67}"/>
                </a:ext>
              </a:extLst>
            </p:cNvPr>
            <p:cNvSpPr/>
            <p:nvPr/>
          </p:nvSpPr>
          <p:spPr>
            <a:xfrm>
              <a:off x="4935520" y="200511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Actively seeking Dx due to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sleep-related symptoms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27D8D58-70F3-0B5F-E1BF-8FD0C480299F}"/>
                </a:ext>
              </a:extLst>
            </p:cNvPr>
            <p:cNvSpPr/>
            <p:nvPr/>
          </p:nvSpPr>
          <p:spPr>
            <a:xfrm>
              <a:off x="7028714" y="2005108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10,200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615E23C5-1899-E687-314D-0124D0965FA0}"/>
              </a:ext>
            </a:extLst>
          </p:cNvPr>
          <p:cNvSpPr/>
          <p:nvPr userDrawn="1"/>
        </p:nvSpPr>
        <p:spPr>
          <a:xfrm>
            <a:off x="5884090" y="17391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1,152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FC59A3-246C-321E-9084-32E31AB60E2D}"/>
              </a:ext>
            </a:extLst>
          </p:cNvPr>
          <p:cNvSpPr/>
          <p:nvPr userDrawn="1"/>
        </p:nvSpPr>
        <p:spPr>
          <a:xfrm>
            <a:off x="2117343" y="2224363"/>
            <a:ext cx="1577357" cy="2340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5625" tIns="91440" rIns="5625" rtlCol="0" anchor="ctr"/>
          <a:lstStyle/>
          <a:p>
            <a:pPr algn="r" defTabSz="142866">
              <a:lnSpc>
                <a:spcPts val="1200"/>
              </a:lnSpc>
            </a:pPr>
            <a:r>
              <a:rPr lang="en-US" sz="12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Previously Dx with NT2</a:t>
            </a:r>
          </a:p>
        </p:txBody>
      </p:sp>
      <p:cxnSp>
        <p:nvCxnSpPr>
          <p:cNvPr id="32" name="Straight Arrow Connector 84">
            <a:extLst>
              <a:ext uri="{FF2B5EF4-FFF2-40B4-BE49-F238E27FC236}">
                <a16:creationId xmlns:a16="http://schemas.microsoft.com/office/drawing/2014/main" id="{ECB499BF-5C14-F935-DAB3-07F9F1D789D7}"/>
              </a:ext>
            </a:extLst>
          </p:cNvPr>
          <p:cNvCxnSpPr>
            <a:cxnSpLocks/>
            <a:endCxn id="37" idx="0"/>
          </p:cNvCxnSpPr>
          <p:nvPr userDrawn="1"/>
        </p:nvCxnSpPr>
        <p:spPr>
          <a:xfrm rot="5400000">
            <a:off x="5870857" y="6153906"/>
            <a:ext cx="446568" cy="3718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68D477-AA35-D5A5-67F8-65D685BC8A0E}"/>
              </a:ext>
            </a:extLst>
          </p:cNvPr>
          <p:cNvGrpSpPr/>
          <p:nvPr userDrawn="1"/>
        </p:nvGrpSpPr>
        <p:grpSpPr>
          <a:xfrm>
            <a:off x="8916953" y="3662607"/>
            <a:ext cx="2560801" cy="334800"/>
            <a:chOff x="8916953" y="3662607"/>
            <a:chExt cx="256080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29F2FCB-B895-4D25-00E1-82F4BDDE85C9}"/>
                </a:ext>
              </a:extLst>
            </p:cNvPr>
            <p:cNvSpPr/>
            <p:nvPr/>
          </p:nvSpPr>
          <p:spPr>
            <a:xfrm>
              <a:off x="8916953" y="3662607"/>
              <a:ext cx="2304000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tIns="72000" rIns="5625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Discontinued and </a:t>
              </a:r>
            </a:p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Re-treated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855022-4A1E-7C03-B87F-5DE45D0C4F79}"/>
                </a:ext>
              </a:extLst>
            </p:cNvPr>
            <p:cNvSpPr/>
            <p:nvPr/>
          </p:nvSpPr>
          <p:spPr>
            <a:xfrm>
              <a:off x="11060178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6,200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B0F1D66-3A53-AD0A-577B-573B3F59A210}"/>
              </a:ext>
            </a:extLst>
          </p:cNvPr>
          <p:cNvSpPr/>
          <p:nvPr userDrawn="1"/>
        </p:nvSpPr>
        <p:spPr>
          <a:xfrm>
            <a:off x="7188110" y="4844952"/>
            <a:ext cx="56921" cy="45719"/>
          </a:xfrm>
          <a:prstGeom prst="rect">
            <a:avLst/>
          </a:prstGeom>
          <a:noFill/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09054F-4DEF-CFBF-EA99-E84531B95564}"/>
              </a:ext>
            </a:extLst>
          </p:cNvPr>
          <p:cNvSpPr/>
          <p:nvPr userDrawn="1"/>
        </p:nvSpPr>
        <p:spPr>
          <a:xfrm>
            <a:off x="5653415" y="6379049"/>
            <a:ext cx="877733" cy="154033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sz="1100" i="1" noProof="0"/>
              <a:t>Mortality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A25C8A-87A3-7B65-C20B-51ADEE74270B}"/>
              </a:ext>
            </a:extLst>
          </p:cNvPr>
          <p:cNvSpPr/>
          <p:nvPr userDrawn="1"/>
        </p:nvSpPr>
        <p:spPr>
          <a:xfrm>
            <a:off x="4020497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D842FA-38A1-5614-93B7-81C2045217BB}"/>
              </a:ext>
            </a:extLst>
          </p:cNvPr>
          <p:cNvSpPr/>
          <p:nvPr userDrawn="1"/>
        </p:nvSpPr>
        <p:spPr>
          <a:xfrm>
            <a:off x="4948661" y="4824644"/>
            <a:ext cx="101033" cy="59599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 noProof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919A21-6804-1F67-9826-59C1CDE3FC52}"/>
              </a:ext>
            </a:extLst>
          </p:cNvPr>
          <p:cNvSpPr txBox="1"/>
          <p:nvPr userDrawn="1"/>
        </p:nvSpPr>
        <p:spPr>
          <a:xfrm>
            <a:off x="7359876" y="6517879"/>
            <a:ext cx="191083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100" i="1" noProof="0"/>
              <a:t>Tx: Treated; Dx: Diagnosis</a:t>
            </a:r>
          </a:p>
        </p:txBody>
      </p:sp>
      <p:cxnSp>
        <p:nvCxnSpPr>
          <p:cNvPr id="41" name="Straight Arrow Connector 84">
            <a:extLst>
              <a:ext uri="{FF2B5EF4-FFF2-40B4-BE49-F238E27FC236}">
                <a16:creationId xmlns:a16="http://schemas.microsoft.com/office/drawing/2014/main" id="{1E19D76C-4EB0-7147-B5B4-CCC545223C30}"/>
              </a:ext>
            </a:extLst>
          </p:cNvPr>
          <p:cNvCxnSpPr>
            <a:cxnSpLocks/>
            <a:endCxn id="37" idx="0"/>
          </p:cNvCxnSpPr>
          <p:nvPr userDrawn="1"/>
        </p:nvCxnSpPr>
        <p:spPr>
          <a:xfrm rot="5400000">
            <a:off x="7489803" y="2599886"/>
            <a:ext cx="2381642" cy="5176684"/>
          </a:xfrm>
          <a:prstGeom prst="bentConnector3">
            <a:avLst>
              <a:gd name="adj1" fmla="val 91393"/>
            </a:avLst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4788B4-F610-1A4E-CB35-2CA017495356}"/>
              </a:ext>
            </a:extLst>
          </p:cNvPr>
          <p:cNvGrpSpPr/>
          <p:nvPr userDrawn="1"/>
        </p:nvGrpSpPr>
        <p:grpSpPr>
          <a:xfrm>
            <a:off x="7982785" y="2010183"/>
            <a:ext cx="2510770" cy="336299"/>
            <a:chOff x="7982785" y="2010183"/>
            <a:chExt cx="2510770" cy="336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0577AC7-E291-F26F-A77C-5CB879B49903}"/>
                </a:ext>
              </a:extLst>
            </p:cNvPr>
            <p:cNvSpPr/>
            <p:nvPr/>
          </p:nvSpPr>
          <p:spPr>
            <a:xfrm>
              <a:off x="7982785" y="2010192"/>
              <a:ext cx="2304000" cy="3362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91440" rIns="182880" rtlCol="0" anchor="ctr"/>
            <a:lstStyle/>
            <a:p>
              <a:pPr algn="ctr" defTabSz="142866">
                <a:lnSpc>
                  <a:spcPts val="1200"/>
                </a:lnSpc>
              </a:pPr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Misdiagnosed or Undiagnosed Indefinitely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3C6350D-655E-6604-8FCA-1EF56242100B}"/>
                </a:ext>
              </a:extLst>
            </p:cNvPr>
            <p:cNvSpPr/>
            <p:nvPr/>
          </p:nvSpPr>
          <p:spPr>
            <a:xfrm>
              <a:off x="10075979" y="2010183"/>
              <a:ext cx="417576" cy="33629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3,600</a:t>
              </a:r>
              <a:endParaRPr lang="en-US" sz="1000" kern="0" noProof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C1425EE-3F68-B47D-50FD-8150AAEC7AB0}"/>
              </a:ext>
            </a:extLst>
          </p:cNvPr>
          <p:cNvSpPr txBox="1"/>
          <p:nvPr userDrawn="1"/>
        </p:nvSpPr>
        <p:spPr>
          <a:xfrm>
            <a:off x="2866861" y="6517879"/>
            <a:ext cx="1524071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100" i="1" noProof="0"/>
              <a:t>Annual flow of patients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8D79E13-EDB0-B7BF-AB28-058EFA6C45BE}"/>
              </a:ext>
            </a:extLst>
          </p:cNvPr>
          <p:cNvGrpSpPr/>
          <p:nvPr userDrawn="1"/>
        </p:nvGrpSpPr>
        <p:grpSpPr>
          <a:xfrm>
            <a:off x="2360397" y="6565972"/>
            <a:ext cx="514723" cy="165424"/>
            <a:chOff x="7787543" y="6566316"/>
            <a:chExt cx="514723" cy="16542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7A3A415-BC40-4D7F-6D6D-157596E2BE45}"/>
                </a:ext>
              </a:extLst>
            </p:cNvPr>
            <p:cNvCxnSpPr>
              <a:cxnSpLocks/>
            </p:cNvCxnSpPr>
            <p:nvPr/>
          </p:nvCxnSpPr>
          <p:spPr>
            <a:xfrm>
              <a:off x="7787543" y="6641408"/>
              <a:ext cx="514723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F0EAC2-995A-4D31-DC13-74158CAB40FB}"/>
                </a:ext>
              </a:extLst>
            </p:cNvPr>
            <p:cNvSpPr/>
            <p:nvPr/>
          </p:nvSpPr>
          <p:spPr>
            <a:xfrm>
              <a:off x="7867592" y="6566316"/>
              <a:ext cx="314408" cy="1654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700" noProof="0"/>
                <a:t>XX</a:t>
              </a:r>
            </a:p>
          </p:txBody>
        </p:sp>
      </p:grpSp>
      <p:cxnSp>
        <p:nvCxnSpPr>
          <p:cNvPr id="49" name="Straight Arrow Connector 84">
            <a:extLst>
              <a:ext uri="{FF2B5EF4-FFF2-40B4-BE49-F238E27FC236}">
                <a16:creationId xmlns:a16="http://schemas.microsoft.com/office/drawing/2014/main" id="{284D6C2A-7277-85E8-2DC3-15334A3C5BD0}"/>
              </a:ext>
            </a:extLst>
          </p:cNvPr>
          <p:cNvCxnSpPr>
            <a:cxnSpLocks/>
            <a:stCxn id="26" idx="3"/>
            <a:endCxn id="43" idx="0"/>
          </p:cNvCxnSpPr>
          <p:nvPr userDrawn="1"/>
        </p:nvCxnSpPr>
        <p:spPr>
          <a:xfrm>
            <a:off x="7446290" y="1524537"/>
            <a:ext cx="1688495" cy="4856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84">
            <a:extLst>
              <a:ext uri="{FF2B5EF4-FFF2-40B4-BE49-F238E27FC236}">
                <a16:creationId xmlns:a16="http://schemas.microsoft.com/office/drawing/2014/main" id="{FADE6CE5-3F0F-EA9D-4805-4E00F176D9F6}"/>
              </a:ext>
            </a:extLst>
          </p:cNvPr>
          <p:cNvCxnSpPr>
            <a:cxnSpLocks/>
            <a:stCxn id="29" idx="3"/>
            <a:endCxn id="43" idx="1"/>
          </p:cNvCxnSpPr>
          <p:nvPr userDrawn="1"/>
        </p:nvCxnSpPr>
        <p:spPr>
          <a:xfrm>
            <a:off x="7446290" y="2173253"/>
            <a:ext cx="536495" cy="50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84">
            <a:extLst>
              <a:ext uri="{FF2B5EF4-FFF2-40B4-BE49-F238E27FC236}">
                <a16:creationId xmlns:a16="http://schemas.microsoft.com/office/drawing/2014/main" id="{4FB936DE-7047-AE50-F99E-52A212E27D61}"/>
              </a:ext>
            </a:extLst>
          </p:cNvPr>
          <p:cNvCxnSpPr>
            <a:cxnSpLocks/>
            <a:stCxn id="28" idx="1"/>
            <a:endCxn id="63" idx="0"/>
          </p:cNvCxnSpPr>
          <p:nvPr userDrawn="1"/>
        </p:nvCxnSpPr>
        <p:spPr>
          <a:xfrm rot="10800000" flipH="1" flipV="1">
            <a:off x="4935520" y="2173257"/>
            <a:ext cx="1144380" cy="492378"/>
          </a:xfrm>
          <a:prstGeom prst="bentConnector4">
            <a:avLst>
              <a:gd name="adj1" fmla="val -87894"/>
              <a:gd name="adj2" fmla="val 6707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0F01BA7-F040-ED48-524A-43B7203065A1}"/>
              </a:ext>
            </a:extLst>
          </p:cNvPr>
          <p:cNvSpPr/>
          <p:nvPr userDrawn="1"/>
        </p:nvSpPr>
        <p:spPr>
          <a:xfrm>
            <a:off x="6749418" y="2861130"/>
            <a:ext cx="576867" cy="165601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Tx Naïve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49EB8A-356C-EC2D-D47E-77894CB0B05A}"/>
              </a:ext>
            </a:extLst>
          </p:cNvPr>
          <p:cNvSpPr/>
          <p:nvPr userDrawn="1"/>
        </p:nvSpPr>
        <p:spPr>
          <a:xfrm>
            <a:off x="4304198" y="2875550"/>
            <a:ext cx="1178040" cy="136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 wrap="square" lIns="5625" rIns="5625" rtlCol="0" anchor="ctr"/>
          <a:lstStyle/>
          <a:p>
            <a:pPr algn="ctr" defTabSz="142866"/>
            <a:r>
              <a:rPr lang="en-US" sz="1200" kern="0">
                <a:solidFill>
                  <a:schemeClr val="tx1">
                    <a:lumMod val="50000"/>
                  </a:schemeClr>
                </a:solidFill>
                <a:latin typeface="+mj-lt"/>
                <a:ea typeface="+mn-lt"/>
                <a:cs typeface="+mn-lt"/>
              </a:rPr>
              <a:t>Gx-Experienced</a:t>
            </a:r>
            <a:endParaRPr lang="en-US" sz="1200" kern="0" noProof="0">
              <a:solidFill>
                <a:schemeClr val="tx1">
                  <a:lumMod val="50000"/>
                </a:schemeClr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ECC648-BDE1-FDE3-6648-8238659789CC}"/>
              </a:ext>
            </a:extLst>
          </p:cNvPr>
          <p:cNvSpPr/>
          <p:nvPr userDrawn="1"/>
        </p:nvSpPr>
        <p:spPr>
          <a:xfrm>
            <a:off x="1525065" y="2847975"/>
            <a:ext cx="10060859" cy="43186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Newly Diagnosed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(1,252)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1C6A11-E86D-5A57-8D00-DFE5226D6F2C}"/>
              </a:ext>
            </a:extLst>
          </p:cNvPr>
          <p:cNvSpPr/>
          <p:nvPr userDrawn="1"/>
        </p:nvSpPr>
        <p:spPr>
          <a:xfrm>
            <a:off x="1525065" y="1291405"/>
            <a:ext cx="10060857" cy="1296989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Undiagnosed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(59,700)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89F186-6F0C-6C4D-EA3F-D2B197F032C5}"/>
              </a:ext>
            </a:extLst>
          </p:cNvPr>
          <p:cNvSpPr/>
          <p:nvPr userDrawn="1"/>
        </p:nvSpPr>
        <p:spPr>
          <a:xfrm>
            <a:off x="1525065" y="3538387"/>
            <a:ext cx="10065357" cy="539925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Diagnosed, Untreated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(15,500)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41C1096-54DB-2875-68BC-9D311242E007}"/>
              </a:ext>
            </a:extLst>
          </p:cNvPr>
          <p:cNvSpPr/>
          <p:nvPr userDrawn="1"/>
        </p:nvSpPr>
        <p:spPr>
          <a:xfrm>
            <a:off x="1525065" y="4808221"/>
            <a:ext cx="10060857" cy="1124260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(45,400)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Stock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E1A5F88-81DF-68A9-932B-0F8D60499C7D}"/>
              </a:ext>
            </a:extLst>
          </p:cNvPr>
          <p:cNvSpPr/>
          <p:nvPr userDrawn="1"/>
        </p:nvSpPr>
        <p:spPr>
          <a:xfrm>
            <a:off x="5266683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7169491-5905-E8AF-9667-291FDB000AB3}"/>
              </a:ext>
            </a:extLst>
          </p:cNvPr>
          <p:cNvSpPr/>
          <p:nvPr userDrawn="1"/>
        </p:nvSpPr>
        <p:spPr>
          <a:xfrm>
            <a:off x="6460986" y="3011837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551</a:t>
            </a:r>
          </a:p>
        </p:txBody>
      </p:sp>
      <p:cxnSp>
        <p:nvCxnSpPr>
          <p:cNvPr id="60" name="Straight Arrow Connector 84">
            <a:extLst>
              <a:ext uri="{FF2B5EF4-FFF2-40B4-BE49-F238E27FC236}">
                <a16:creationId xmlns:a16="http://schemas.microsoft.com/office/drawing/2014/main" id="{1EDB2515-21CA-0CBF-F1BE-AA8C72F95A2D}"/>
              </a:ext>
            </a:extLst>
          </p:cNvPr>
          <p:cNvCxnSpPr>
            <a:cxnSpLocks/>
            <a:stCxn id="28" idx="2"/>
            <a:endCxn id="58" idx="0"/>
          </p:cNvCxnSpPr>
          <p:nvPr userDrawn="1"/>
        </p:nvCxnSpPr>
        <p:spPr>
          <a:xfrm rot="5400000">
            <a:off x="5443585" y="2367901"/>
            <a:ext cx="670435" cy="617437"/>
          </a:xfrm>
          <a:prstGeom prst="bentConnector3">
            <a:avLst>
              <a:gd name="adj1" fmla="val 59742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84">
            <a:extLst>
              <a:ext uri="{FF2B5EF4-FFF2-40B4-BE49-F238E27FC236}">
                <a16:creationId xmlns:a16="http://schemas.microsoft.com/office/drawing/2014/main" id="{739EF8C3-71D1-DAA7-498A-F303C5480AEA}"/>
              </a:ext>
            </a:extLst>
          </p:cNvPr>
          <p:cNvCxnSpPr>
            <a:cxnSpLocks/>
            <a:stCxn id="28" idx="2"/>
            <a:endCxn id="59" idx="0"/>
          </p:cNvCxnSpPr>
          <p:nvPr userDrawn="1"/>
        </p:nvCxnSpPr>
        <p:spPr>
          <a:xfrm rot="16200000" flipH="1">
            <a:off x="6040736" y="2388186"/>
            <a:ext cx="670435" cy="576866"/>
          </a:xfrm>
          <a:prstGeom prst="bentConnector3">
            <a:avLst>
              <a:gd name="adj1" fmla="val 57956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A77D038C-4BA7-2C2E-52EC-78D6D5BF9823}"/>
              </a:ext>
            </a:extLst>
          </p:cNvPr>
          <p:cNvSpPr/>
          <p:nvPr userDrawn="1"/>
        </p:nvSpPr>
        <p:spPr>
          <a:xfrm>
            <a:off x="3722388" y="226764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A08ABCA-5792-F1C7-E068-706CFFE58D21}"/>
              </a:ext>
            </a:extLst>
          </p:cNvPr>
          <p:cNvSpPr/>
          <p:nvPr userDrawn="1"/>
        </p:nvSpPr>
        <p:spPr>
          <a:xfrm>
            <a:off x="5876500" y="266563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1,252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FEFF28-C0F7-211D-09E2-7F0C0389EF30}"/>
              </a:ext>
            </a:extLst>
          </p:cNvPr>
          <p:cNvSpPr/>
          <p:nvPr userDrawn="1"/>
        </p:nvSpPr>
        <p:spPr>
          <a:xfrm>
            <a:off x="1525066" y="4196387"/>
            <a:ext cx="6642012" cy="464103"/>
          </a:xfrm>
          <a:prstGeom prst="rect">
            <a:avLst/>
          </a:prstGeom>
          <a:noFill/>
          <a:ln w="10795" cap="flat" cmpd="sng" algn="ctr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non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Treatment Starts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(920)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6634E26-84EA-FD7D-760F-04AE346AFB8F}"/>
              </a:ext>
            </a:extLst>
          </p:cNvPr>
          <p:cNvSpPr/>
          <p:nvPr userDrawn="1"/>
        </p:nvSpPr>
        <p:spPr>
          <a:xfrm>
            <a:off x="4578451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7204599-C06D-A372-EA72-912002A93400}"/>
              </a:ext>
            </a:extLst>
          </p:cNvPr>
          <p:cNvGrpSpPr>
            <a:grpSpLocks/>
          </p:cNvGrpSpPr>
          <p:nvPr userDrawn="1"/>
        </p:nvGrpSpPr>
        <p:grpSpPr>
          <a:xfrm>
            <a:off x="3517137" y="5227148"/>
            <a:ext cx="1519353" cy="290822"/>
            <a:chOff x="3517137" y="5218453"/>
            <a:chExt cx="1519353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C3E850F-0A15-05FE-1D2A-AB66B76120C1}"/>
                </a:ext>
              </a:extLst>
            </p:cNvPr>
            <p:cNvSpPr>
              <a:spLocks/>
            </p:cNvSpPr>
            <p:nvPr/>
          </p:nvSpPr>
          <p:spPr>
            <a:xfrm>
              <a:off x="3517137" y="5218453"/>
              <a:ext cx="1515750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Generics-only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(stim. or </a:t>
              </a:r>
              <a:r>
                <a:rPr lang="en-US" sz="1000" kern="0" noProof="0" err="1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antidep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.)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7651F59-0510-3AF9-9372-BBF5A627FCB4}"/>
                </a:ext>
              </a:extLst>
            </p:cNvPr>
            <p:cNvSpPr>
              <a:spLocks/>
            </p:cNvSpPr>
            <p:nvPr/>
          </p:nvSpPr>
          <p:spPr>
            <a:xfrm>
              <a:off x="4699519" y="5218453"/>
              <a:ext cx="336971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20</a:t>
              </a: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k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4A3D3D7-A4E6-23E2-94A5-3AA086C1A657}"/>
              </a:ext>
            </a:extLst>
          </p:cNvPr>
          <p:cNvGrpSpPr>
            <a:grpSpLocks/>
          </p:cNvGrpSpPr>
          <p:nvPr userDrawn="1"/>
        </p:nvGrpSpPr>
        <p:grpSpPr>
          <a:xfrm>
            <a:off x="5867788" y="5227148"/>
            <a:ext cx="1519353" cy="290821"/>
            <a:chOff x="6111577" y="5227148"/>
            <a:chExt cx="1602960" cy="2908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A28556C-1986-584C-48BD-B29BC7EA6536}"/>
                </a:ext>
              </a:extLst>
            </p:cNvPr>
            <p:cNvSpPr>
              <a:spLocks/>
            </p:cNvSpPr>
            <p:nvPr/>
          </p:nvSpPr>
          <p:spPr>
            <a:xfrm>
              <a:off x="6111577" y="5227148"/>
              <a:ext cx="1597738" cy="29082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Gx modafinils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7F3401E-FBFD-278E-2B47-E9AC74A121F2}"/>
                </a:ext>
              </a:extLst>
            </p:cNvPr>
            <p:cNvSpPr>
              <a:spLocks/>
            </p:cNvSpPr>
            <p:nvPr/>
          </p:nvSpPr>
          <p:spPr>
            <a:xfrm>
              <a:off x="7296961" y="5227148"/>
              <a:ext cx="417576" cy="2908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13k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4015AE5-DB78-6782-680D-FDF9C786533E}"/>
              </a:ext>
            </a:extLst>
          </p:cNvPr>
          <p:cNvGrpSpPr>
            <a:grpSpLocks/>
          </p:cNvGrpSpPr>
          <p:nvPr userDrawn="1"/>
        </p:nvGrpSpPr>
        <p:grpSpPr>
          <a:xfrm>
            <a:off x="8218439" y="5227148"/>
            <a:ext cx="1519353" cy="290822"/>
            <a:chOff x="8080618" y="5227153"/>
            <a:chExt cx="1597738" cy="290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7855F39-3B51-C79D-7182-C66DC47DC8CC}"/>
                </a:ext>
              </a:extLst>
            </p:cNvPr>
            <p:cNvSpPr>
              <a:spLocks/>
            </p:cNvSpPr>
            <p:nvPr/>
          </p:nvSpPr>
          <p:spPr>
            <a:xfrm>
              <a:off x="8080618" y="5227153"/>
              <a:ext cx="1597738" cy="2908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34373F"/>
              </a:solidFill>
              <a:prstDash val="solid"/>
            </a:ln>
            <a:effectLst/>
          </p:spPr>
          <p:txBody>
            <a:bodyPr wrap="square" lIns="0" tIns="0" rIns="274320" bIns="0" rtlCol="0" anchor="ctr"/>
            <a:lstStyle/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Advanced Tx </a:t>
              </a:r>
            </a:p>
            <a:p>
              <a:pPr algn="ctr" defTabSz="142866">
                <a:lnSpc>
                  <a:spcPts val="1000"/>
                </a:lnSpc>
              </a:pPr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+/- other Gx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F1530E5-5BA7-9B5B-8D20-4DBAAC22FCA9}"/>
                </a:ext>
              </a:extLst>
            </p:cNvPr>
            <p:cNvSpPr>
              <a:spLocks/>
            </p:cNvSpPr>
            <p:nvPr/>
          </p:nvSpPr>
          <p:spPr>
            <a:xfrm>
              <a:off x="9258726" y="5227153"/>
              <a:ext cx="417576" cy="290822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12k</a:t>
              </a:r>
            </a:p>
          </p:txBody>
        </p:sp>
      </p:grpSp>
      <p:sp>
        <p:nvSpPr>
          <p:cNvPr id="75" name="Oval 74">
            <a:extLst>
              <a:ext uri="{FF2B5EF4-FFF2-40B4-BE49-F238E27FC236}">
                <a16:creationId xmlns:a16="http://schemas.microsoft.com/office/drawing/2014/main" id="{B3E8D4E3-F116-C156-448A-4DD93759429B}"/>
              </a:ext>
            </a:extLst>
          </p:cNvPr>
          <p:cNvSpPr/>
          <p:nvPr userDrawn="1"/>
        </p:nvSpPr>
        <p:spPr>
          <a:xfrm>
            <a:off x="378206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363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A923285-C075-E2AB-C4D4-1C15F7775D4B}"/>
              </a:ext>
            </a:extLst>
          </p:cNvPr>
          <p:cNvSpPr/>
          <p:nvPr userDrawn="1"/>
        </p:nvSpPr>
        <p:spPr>
          <a:xfrm>
            <a:off x="7528878" y="431765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</a:p>
        </p:txBody>
      </p:sp>
      <p:cxnSp>
        <p:nvCxnSpPr>
          <p:cNvPr id="77" name="Straight Arrow Connector 84">
            <a:extLst>
              <a:ext uri="{FF2B5EF4-FFF2-40B4-BE49-F238E27FC236}">
                <a16:creationId xmlns:a16="http://schemas.microsoft.com/office/drawing/2014/main" id="{BA940270-E292-C61B-F770-C7EAD8D89F00}"/>
              </a:ext>
            </a:extLst>
          </p:cNvPr>
          <p:cNvCxnSpPr>
            <a:cxnSpLocks/>
            <a:stCxn id="65" idx="3"/>
            <a:endCxn id="75" idx="0"/>
          </p:cNvCxnSpPr>
          <p:nvPr userDrawn="1"/>
        </p:nvCxnSpPr>
        <p:spPr>
          <a:xfrm rot="5400000">
            <a:off x="4096237" y="4348226"/>
            <a:ext cx="431012" cy="652564"/>
          </a:xfrm>
          <a:prstGeom prst="bentConnector3">
            <a:avLst>
              <a:gd name="adj1" fmla="val 2127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84">
            <a:extLst>
              <a:ext uri="{FF2B5EF4-FFF2-40B4-BE49-F238E27FC236}">
                <a16:creationId xmlns:a16="http://schemas.microsoft.com/office/drawing/2014/main" id="{AC7B59BB-9D98-F0ED-F0E6-65784A75CFEF}"/>
              </a:ext>
            </a:extLst>
          </p:cNvPr>
          <p:cNvCxnSpPr>
            <a:cxnSpLocks/>
            <a:stCxn id="76" idx="3"/>
            <a:endCxn id="82" idx="0"/>
          </p:cNvCxnSpPr>
          <p:nvPr userDrawn="1"/>
        </p:nvCxnSpPr>
        <p:spPr>
          <a:xfrm rot="5400000">
            <a:off x="5831245" y="3132807"/>
            <a:ext cx="431012" cy="3083402"/>
          </a:xfrm>
          <a:prstGeom prst="bentConnector3">
            <a:avLst>
              <a:gd name="adj1" fmla="val 5596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84">
            <a:extLst>
              <a:ext uri="{FF2B5EF4-FFF2-40B4-BE49-F238E27FC236}">
                <a16:creationId xmlns:a16="http://schemas.microsoft.com/office/drawing/2014/main" id="{B86BF7BF-A59B-DA4B-2EFE-544ADCDEF42A}"/>
              </a:ext>
            </a:extLst>
          </p:cNvPr>
          <p:cNvCxnSpPr>
            <a:cxnSpLocks/>
            <a:stCxn id="75" idx="4"/>
          </p:cNvCxnSpPr>
          <p:nvPr userDrawn="1"/>
        </p:nvCxnSpPr>
        <p:spPr>
          <a:xfrm>
            <a:off x="398546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0E3371E-E4E9-215A-57A0-B85E102A2292}"/>
              </a:ext>
            </a:extLst>
          </p:cNvPr>
          <p:cNvCxnSpPr>
            <a:cxnSpLocks/>
            <a:stCxn id="11" idx="2"/>
            <a:endCxn id="25" idx="0"/>
          </p:cNvCxnSpPr>
          <p:nvPr userDrawn="1"/>
        </p:nvCxnSpPr>
        <p:spPr>
          <a:xfrm>
            <a:off x="6079901" y="1133267"/>
            <a:ext cx="7619" cy="22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2BA49C12-2CB2-FD32-F333-37D33E9AE979}"/>
              </a:ext>
            </a:extLst>
          </p:cNvPr>
          <p:cNvSpPr/>
          <p:nvPr userDrawn="1"/>
        </p:nvSpPr>
        <p:spPr>
          <a:xfrm>
            <a:off x="5884150" y="1088680"/>
            <a:ext cx="406740" cy="1659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 noProof="0"/>
              <a:t>2,479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98E8E35-0DF2-F2F0-10F6-8E37C2B94769}"/>
              </a:ext>
            </a:extLst>
          </p:cNvPr>
          <p:cNvSpPr/>
          <p:nvPr userDrawn="1"/>
        </p:nvSpPr>
        <p:spPr>
          <a:xfrm>
            <a:off x="430165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114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6BE492-161C-3972-D2BD-AA0486AD5FB6}"/>
              </a:ext>
            </a:extLst>
          </p:cNvPr>
          <p:cNvSpPr txBox="1"/>
          <p:nvPr userDrawn="1"/>
        </p:nvSpPr>
        <p:spPr>
          <a:xfrm>
            <a:off x="4781851" y="6517879"/>
            <a:ext cx="110223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100" i="1" noProof="0"/>
              <a:t>Gx-Experienced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DF014AE-E778-8EB1-35E0-B2B70E43DF82}"/>
              </a:ext>
            </a:extLst>
          </p:cNvPr>
          <p:cNvCxnSpPr>
            <a:cxnSpLocks/>
          </p:cNvCxnSpPr>
          <p:nvPr userDrawn="1"/>
        </p:nvCxnSpPr>
        <p:spPr>
          <a:xfrm>
            <a:off x="4505050" y="6648684"/>
            <a:ext cx="285060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F4884A7-7F2C-5A6A-1765-0A1E66BB4E35}"/>
              </a:ext>
            </a:extLst>
          </p:cNvPr>
          <p:cNvSpPr txBox="1"/>
          <p:nvPr userDrawn="1"/>
        </p:nvSpPr>
        <p:spPr>
          <a:xfrm>
            <a:off x="6283300" y="6517879"/>
            <a:ext cx="1338975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100" i="1" noProof="0"/>
              <a:t>Treatment Naïve 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04B827C-781B-6F18-2D64-7EDBFAAFC987}"/>
              </a:ext>
            </a:extLst>
          </p:cNvPr>
          <p:cNvCxnSpPr>
            <a:cxnSpLocks/>
          </p:cNvCxnSpPr>
          <p:nvPr userDrawn="1"/>
        </p:nvCxnSpPr>
        <p:spPr>
          <a:xfrm>
            <a:off x="6006499" y="6648684"/>
            <a:ext cx="285060" cy="0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4">
            <a:extLst>
              <a:ext uri="{FF2B5EF4-FFF2-40B4-BE49-F238E27FC236}">
                <a16:creationId xmlns:a16="http://schemas.microsoft.com/office/drawing/2014/main" id="{DA9D9D04-4A57-1445-4ECA-927ED7F8F780}"/>
              </a:ext>
            </a:extLst>
          </p:cNvPr>
          <p:cNvCxnSpPr>
            <a:cxnSpLocks/>
          </p:cNvCxnSpPr>
          <p:nvPr userDrawn="1"/>
        </p:nvCxnSpPr>
        <p:spPr>
          <a:xfrm>
            <a:off x="450505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598E6BE-97C0-D074-1546-C15B88AAAE98}"/>
              </a:ext>
            </a:extLst>
          </p:cNvPr>
          <p:cNvSpPr/>
          <p:nvPr userDrawn="1"/>
        </p:nvSpPr>
        <p:spPr>
          <a:xfrm>
            <a:off x="6180001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175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6A4B5C4-828A-A623-B405-92FCE3FCB081}"/>
              </a:ext>
            </a:extLst>
          </p:cNvPr>
          <p:cNvSpPr/>
          <p:nvPr userDrawn="1"/>
        </p:nvSpPr>
        <p:spPr>
          <a:xfrm>
            <a:off x="6699590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65</a:t>
            </a:r>
          </a:p>
        </p:txBody>
      </p:sp>
      <p:cxnSp>
        <p:nvCxnSpPr>
          <p:cNvPr id="90" name="Straight Arrow Connector 84">
            <a:extLst>
              <a:ext uri="{FF2B5EF4-FFF2-40B4-BE49-F238E27FC236}">
                <a16:creationId xmlns:a16="http://schemas.microsoft.com/office/drawing/2014/main" id="{30DAD1C4-2F6F-76BA-CFC3-148E0EB3A47B}"/>
              </a:ext>
            </a:extLst>
          </p:cNvPr>
          <p:cNvCxnSpPr>
            <a:cxnSpLocks/>
            <a:stCxn id="65" idx="4"/>
            <a:endCxn id="88" idx="0"/>
          </p:cNvCxnSpPr>
          <p:nvPr userDrawn="1"/>
        </p:nvCxnSpPr>
        <p:spPr>
          <a:xfrm rot="16200000" flipH="1">
            <a:off x="5379246" y="3885859"/>
            <a:ext cx="406760" cy="1601550"/>
          </a:xfrm>
          <a:prstGeom prst="bentConnector3">
            <a:avLst>
              <a:gd name="adj1" fmla="val 3595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84">
            <a:extLst>
              <a:ext uri="{FF2B5EF4-FFF2-40B4-BE49-F238E27FC236}">
                <a16:creationId xmlns:a16="http://schemas.microsoft.com/office/drawing/2014/main" id="{5A900E0D-E12B-6544-B53F-F50F19840E86}"/>
              </a:ext>
            </a:extLst>
          </p:cNvPr>
          <p:cNvCxnSpPr>
            <a:cxnSpLocks/>
            <a:stCxn id="76" idx="4"/>
            <a:endCxn id="89" idx="0"/>
          </p:cNvCxnSpPr>
          <p:nvPr userDrawn="1"/>
        </p:nvCxnSpPr>
        <p:spPr>
          <a:xfrm rot="5400000">
            <a:off x="7114254" y="4271990"/>
            <a:ext cx="406760" cy="829288"/>
          </a:xfrm>
          <a:prstGeom prst="bentConnector3">
            <a:avLst>
              <a:gd name="adj1" fmla="val 73417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84">
            <a:extLst>
              <a:ext uri="{FF2B5EF4-FFF2-40B4-BE49-F238E27FC236}">
                <a16:creationId xmlns:a16="http://schemas.microsoft.com/office/drawing/2014/main" id="{B9B6C90C-A7AC-6AB6-CB32-3BA131039021}"/>
              </a:ext>
            </a:extLst>
          </p:cNvPr>
          <p:cNvCxnSpPr>
            <a:cxnSpLocks/>
            <a:stCxn id="88" idx="4"/>
          </p:cNvCxnSpPr>
          <p:nvPr userDrawn="1"/>
        </p:nvCxnSpPr>
        <p:spPr>
          <a:xfrm>
            <a:off x="6383401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84">
            <a:extLst>
              <a:ext uri="{FF2B5EF4-FFF2-40B4-BE49-F238E27FC236}">
                <a16:creationId xmlns:a16="http://schemas.microsoft.com/office/drawing/2014/main" id="{C22E4887-43A9-4E7B-8DDC-B250F4242920}"/>
              </a:ext>
            </a:extLst>
          </p:cNvPr>
          <p:cNvCxnSpPr>
            <a:cxnSpLocks/>
            <a:stCxn id="89" idx="4"/>
          </p:cNvCxnSpPr>
          <p:nvPr userDrawn="1"/>
        </p:nvCxnSpPr>
        <p:spPr>
          <a:xfrm>
            <a:off x="6902990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CBFE7902-1756-D0EB-7E3C-A6F17733CB75}"/>
              </a:ext>
            </a:extLst>
          </p:cNvPr>
          <p:cNvSpPr/>
          <p:nvPr userDrawn="1"/>
        </p:nvSpPr>
        <p:spPr>
          <a:xfrm>
            <a:off x="8477645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E25C46F-DAAC-2C79-0F12-A25AD90DC3E7}"/>
              </a:ext>
            </a:extLst>
          </p:cNvPr>
          <p:cNvSpPr/>
          <p:nvPr userDrawn="1"/>
        </p:nvSpPr>
        <p:spPr>
          <a:xfrm>
            <a:off x="8997234" y="489001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70</a:t>
            </a:r>
          </a:p>
        </p:txBody>
      </p:sp>
      <p:cxnSp>
        <p:nvCxnSpPr>
          <p:cNvPr id="96" name="Straight Arrow Connector 84">
            <a:extLst>
              <a:ext uri="{FF2B5EF4-FFF2-40B4-BE49-F238E27FC236}">
                <a16:creationId xmlns:a16="http://schemas.microsoft.com/office/drawing/2014/main" id="{E1AFBF2B-5DF0-EF27-CEE0-C6F5D3D71F6F}"/>
              </a:ext>
            </a:extLst>
          </p:cNvPr>
          <p:cNvCxnSpPr>
            <a:cxnSpLocks/>
            <a:stCxn id="94" idx="4"/>
          </p:cNvCxnSpPr>
          <p:nvPr userDrawn="1"/>
        </p:nvCxnSpPr>
        <p:spPr>
          <a:xfrm>
            <a:off x="8681045" y="5055614"/>
            <a:ext cx="0" cy="16408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84">
            <a:extLst>
              <a:ext uri="{FF2B5EF4-FFF2-40B4-BE49-F238E27FC236}">
                <a16:creationId xmlns:a16="http://schemas.microsoft.com/office/drawing/2014/main" id="{44E3A812-9691-7192-F0CC-75CE114A377E}"/>
              </a:ext>
            </a:extLst>
          </p:cNvPr>
          <p:cNvCxnSpPr>
            <a:cxnSpLocks/>
            <a:stCxn id="95" idx="4"/>
          </p:cNvCxnSpPr>
          <p:nvPr userDrawn="1"/>
        </p:nvCxnSpPr>
        <p:spPr>
          <a:xfrm>
            <a:off x="9200634" y="5055614"/>
            <a:ext cx="0" cy="164086"/>
          </a:xfrm>
          <a:prstGeom prst="straightConnector1">
            <a:avLst/>
          </a:prstGeom>
          <a:ln w="9525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84">
            <a:extLst>
              <a:ext uri="{FF2B5EF4-FFF2-40B4-BE49-F238E27FC236}">
                <a16:creationId xmlns:a16="http://schemas.microsoft.com/office/drawing/2014/main" id="{9A0F59E3-DAED-2877-3821-A93149B2BAF5}"/>
              </a:ext>
            </a:extLst>
          </p:cNvPr>
          <p:cNvCxnSpPr>
            <a:cxnSpLocks/>
            <a:stCxn id="76" idx="5"/>
            <a:endCxn id="95" idx="0"/>
          </p:cNvCxnSpPr>
          <p:nvPr userDrawn="1"/>
        </p:nvCxnSpPr>
        <p:spPr>
          <a:xfrm rot="16200000" flipH="1">
            <a:off x="8322863" y="4012243"/>
            <a:ext cx="431012" cy="1324530"/>
          </a:xfrm>
          <a:prstGeom prst="bentConnector3">
            <a:avLst>
              <a:gd name="adj1" fmla="val 68784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84">
            <a:extLst>
              <a:ext uri="{FF2B5EF4-FFF2-40B4-BE49-F238E27FC236}">
                <a16:creationId xmlns:a16="http://schemas.microsoft.com/office/drawing/2014/main" id="{93DAD1A4-6388-7740-3935-EDED0AD0CAB5}"/>
              </a:ext>
            </a:extLst>
          </p:cNvPr>
          <p:cNvCxnSpPr>
            <a:cxnSpLocks/>
            <a:stCxn id="65" idx="5"/>
            <a:endCxn id="94" idx="0"/>
          </p:cNvCxnSpPr>
          <p:nvPr userDrawn="1"/>
        </p:nvCxnSpPr>
        <p:spPr>
          <a:xfrm rot="16200000" flipH="1">
            <a:off x="6587855" y="2796824"/>
            <a:ext cx="431012" cy="3755368"/>
          </a:xfrm>
          <a:prstGeom prst="bentConnector3">
            <a:avLst>
              <a:gd name="adj1" fmla="val 25691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84">
            <a:extLst>
              <a:ext uri="{FF2B5EF4-FFF2-40B4-BE49-F238E27FC236}">
                <a16:creationId xmlns:a16="http://schemas.microsoft.com/office/drawing/2014/main" id="{3FBAC7F0-8B52-1186-EA75-8DF64A8B9D8F}"/>
              </a:ext>
            </a:extLst>
          </p:cNvPr>
          <p:cNvCxnSpPr>
            <a:cxnSpLocks/>
          </p:cNvCxnSpPr>
          <p:nvPr userDrawn="1"/>
        </p:nvCxnSpPr>
        <p:spPr>
          <a:xfrm>
            <a:off x="5038160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84">
            <a:extLst>
              <a:ext uri="{FF2B5EF4-FFF2-40B4-BE49-F238E27FC236}">
                <a16:creationId xmlns:a16="http://schemas.microsoft.com/office/drawing/2014/main" id="{93037E26-FE99-535C-5CAD-082A0CAAB2F6}"/>
              </a:ext>
            </a:extLst>
          </p:cNvPr>
          <p:cNvCxnSpPr>
            <a:cxnSpLocks/>
          </p:cNvCxnSpPr>
          <p:nvPr userDrawn="1"/>
        </p:nvCxnSpPr>
        <p:spPr>
          <a:xfrm>
            <a:off x="5040541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1E674156-19A0-2BF0-64E6-37A0C4CD55A4}"/>
              </a:ext>
            </a:extLst>
          </p:cNvPr>
          <p:cNvSpPr/>
          <p:nvPr userDrawn="1"/>
        </p:nvSpPr>
        <p:spPr>
          <a:xfrm>
            <a:off x="5244273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800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E96369B-DE51-485A-057A-C24DB95E417A}"/>
              </a:ext>
            </a:extLst>
          </p:cNvPr>
          <p:cNvSpPr/>
          <p:nvPr userDrawn="1"/>
        </p:nvSpPr>
        <p:spPr>
          <a:xfrm>
            <a:off x="5244273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3446</a:t>
            </a:r>
          </a:p>
        </p:txBody>
      </p:sp>
      <p:cxnSp>
        <p:nvCxnSpPr>
          <p:cNvPr id="104" name="Straight Arrow Connector 84">
            <a:extLst>
              <a:ext uri="{FF2B5EF4-FFF2-40B4-BE49-F238E27FC236}">
                <a16:creationId xmlns:a16="http://schemas.microsoft.com/office/drawing/2014/main" id="{0A708062-8B2E-7657-F038-76148603C87A}"/>
              </a:ext>
            </a:extLst>
          </p:cNvPr>
          <p:cNvCxnSpPr>
            <a:cxnSpLocks/>
          </p:cNvCxnSpPr>
          <p:nvPr userDrawn="1"/>
        </p:nvCxnSpPr>
        <p:spPr>
          <a:xfrm>
            <a:off x="7388087" y="5453545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84">
            <a:extLst>
              <a:ext uri="{FF2B5EF4-FFF2-40B4-BE49-F238E27FC236}">
                <a16:creationId xmlns:a16="http://schemas.microsoft.com/office/drawing/2014/main" id="{819241D6-C724-6027-8B72-D12BEB3B5099}"/>
              </a:ext>
            </a:extLst>
          </p:cNvPr>
          <p:cNvCxnSpPr>
            <a:cxnSpLocks/>
            <a:stCxn id="143" idx="2"/>
            <a:endCxn id="76" idx="0"/>
          </p:cNvCxnSpPr>
          <p:nvPr userDrawn="1"/>
        </p:nvCxnSpPr>
        <p:spPr>
          <a:xfrm>
            <a:off x="7732278" y="3997405"/>
            <a:ext cx="0" cy="320249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69C349B-F03D-0B29-4F5B-3BDE62A0DBDB}"/>
              </a:ext>
            </a:extLst>
          </p:cNvPr>
          <p:cNvSpPr/>
          <p:nvPr userDrawn="1"/>
        </p:nvSpPr>
        <p:spPr>
          <a:xfrm>
            <a:off x="7594200" y="5370745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80</a:t>
            </a:r>
          </a:p>
        </p:txBody>
      </p:sp>
      <p:cxnSp>
        <p:nvCxnSpPr>
          <p:cNvPr id="107" name="Straight Arrow Connector 84">
            <a:extLst>
              <a:ext uri="{FF2B5EF4-FFF2-40B4-BE49-F238E27FC236}">
                <a16:creationId xmlns:a16="http://schemas.microsoft.com/office/drawing/2014/main" id="{7846F0FE-30B2-CF22-5C3C-085C359424AA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94591" y="3166418"/>
            <a:ext cx="12700" cy="4703104"/>
          </a:xfrm>
          <a:prstGeom prst="bentConnector3">
            <a:avLst>
              <a:gd name="adj1" fmla="val 975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184DEF16-8E23-85CE-6C0D-B066E6EE1C5A}"/>
              </a:ext>
            </a:extLst>
          </p:cNvPr>
          <p:cNvSpPr/>
          <p:nvPr userDrawn="1"/>
        </p:nvSpPr>
        <p:spPr>
          <a:xfrm>
            <a:off x="6460986" y="5537123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156</a:t>
            </a:r>
          </a:p>
        </p:txBody>
      </p:sp>
      <p:cxnSp>
        <p:nvCxnSpPr>
          <p:cNvPr id="109" name="Straight Arrow Connector 84">
            <a:extLst>
              <a:ext uri="{FF2B5EF4-FFF2-40B4-BE49-F238E27FC236}">
                <a16:creationId xmlns:a16="http://schemas.microsoft.com/office/drawing/2014/main" id="{0C47E13C-7FEB-6A01-AA33-99A34AE5DE9E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6708130" y="3166418"/>
            <a:ext cx="12700" cy="4703104"/>
          </a:xfrm>
          <a:prstGeom prst="bentConnector3">
            <a:avLst>
              <a:gd name="adj1" fmla="val 2500000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8616AF63-E87D-0D21-CC58-E479BB92CEB5}"/>
              </a:ext>
            </a:extLst>
          </p:cNvPr>
          <p:cNvSpPr/>
          <p:nvPr userDrawn="1"/>
        </p:nvSpPr>
        <p:spPr>
          <a:xfrm>
            <a:off x="6460986" y="5738394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443</a:t>
            </a:r>
          </a:p>
        </p:txBody>
      </p:sp>
      <p:cxnSp>
        <p:nvCxnSpPr>
          <p:cNvPr id="111" name="Straight Arrow Connector 84">
            <a:extLst>
              <a:ext uri="{FF2B5EF4-FFF2-40B4-BE49-F238E27FC236}">
                <a16:creationId xmlns:a16="http://schemas.microsoft.com/office/drawing/2014/main" id="{BC3DAD2B-84CF-0D64-A7E8-21DFB736DA09}"/>
              </a:ext>
            </a:extLst>
          </p:cNvPr>
          <p:cNvCxnSpPr>
            <a:cxnSpLocks/>
            <a:stCxn id="58" idx="3"/>
            <a:endCxn id="129" idx="0"/>
          </p:cNvCxnSpPr>
          <p:nvPr userDrawn="1"/>
        </p:nvCxnSpPr>
        <p:spPr>
          <a:xfrm rot="5400000">
            <a:off x="4290494" y="2628760"/>
            <a:ext cx="511338" cy="1560188"/>
          </a:xfrm>
          <a:prstGeom prst="bentConnector3">
            <a:avLst>
              <a:gd name="adj1" fmla="val 3928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13DDA3CD-A83D-4A42-4CA0-0BDAFAE8751D}"/>
              </a:ext>
            </a:extLst>
          </p:cNvPr>
          <p:cNvSpPr/>
          <p:nvPr userDrawn="1"/>
        </p:nvSpPr>
        <p:spPr>
          <a:xfrm>
            <a:off x="3578661" y="329933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</a:t>
            </a:r>
          </a:p>
        </p:txBody>
      </p:sp>
      <p:cxnSp>
        <p:nvCxnSpPr>
          <p:cNvPr id="113" name="Straight Arrow Connector 84">
            <a:extLst>
              <a:ext uri="{FF2B5EF4-FFF2-40B4-BE49-F238E27FC236}">
                <a16:creationId xmlns:a16="http://schemas.microsoft.com/office/drawing/2014/main" id="{86227C51-0253-E2E3-E820-B893866DD2D2}"/>
              </a:ext>
            </a:extLst>
          </p:cNvPr>
          <p:cNvCxnSpPr>
            <a:cxnSpLocks/>
            <a:stCxn id="59" idx="4"/>
            <a:endCxn id="128" idx="0"/>
          </p:cNvCxnSpPr>
          <p:nvPr userDrawn="1"/>
        </p:nvCxnSpPr>
        <p:spPr>
          <a:xfrm rot="5400000">
            <a:off x="5305957" y="2306094"/>
            <a:ext cx="487086" cy="2229773"/>
          </a:xfrm>
          <a:prstGeom prst="bentConnector3">
            <a:avLst>
              <a:gd name="adj1" fmla="val 64992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525F3110-5CD0-E14F-3F47-E802CE2629B3}"/>
              </a:ext>
            </a:extLst>
          </p:cNvPr>
          <p:cNvSpPr/>
          <p:nvPr userDrawn="1"/>
        </p:nvSpPr>
        <p:spPr>
          <a:xfrm>
            <a:off x="4552619" y="341256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303</a:t>
            </a:r>
          </a:p>
        </p:txBody>
      </p:sp>
      <p:cxnSp>
        <p:nvCxnSpPr>
          <p:cNvPr id="115" name="Straight Arrow Connector 84">
            <a:extLst>
              <a:ext uri="{FF2B5EF4-FFF2-40B4-BE49-F238E27FC236}">
                <a16:creationId xmlns:a16="http://schemas.microsoft.com/office/drawing/2014/main" id="{0D71EFA2-97DF-85A9-B995-4294EDED0069}"/>
              </a:ext>
            </a:extLst>
          </p:cNvPr>
          <p:cNvCxnSpPr>
            <a:cxnSpLocks/>
            <a:stCxn id="58" idx="4"/>
            <a:endCxn id="65" idx="0"/>
          </p:cNvCxnSpPr>
          <p:nvPr userDrawn="1"/>
        </p:nvCxnSpPr>
        <p:spPr>
          <a:xfrm rot="5400000">
            <a:off x="4555859" y="3403429"/>
            <a:ext cx="1140217" cy="688232"/>
          </a:xfrm>
          <a:prstGeom prst="bentConnector3">
            <a:avLst>
              <a:gd name="adj1" fmla="val 8296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84">
            <a:extLst>
              <a:ext uri="{FF2B5EF4-FFF2-40B4-BE49-F238E27FC236}">
                <a16:creationId xmlns:a16="http://schemas.microsoft.com/office/drawing/2014/main" id="{A33F1CB9-E090-1E51-D486-DF63F979D577}"/>
              </a:ext>
            </a:extLst>
          </p:cNvPr>
          <p:cNvCxnSpPr>
            <a:cxnSpLocks/>
            <a:stCxn id="59" idx="6"/>
            <a:endCxn id="143" idx="0"/>
          </p:cNvCxnSpPr>
          <p:nvPr userDrawn="1"/>
        </p:nvCxnSpPr>
        <p:spPr>
          <a:xfrm>
            <a:off x="6867786" y="3094637"/>
            <a:ext cx="864492" cy="567968"/>
          </a:xfrm>
          <a:prstGeom prst="bentConnector2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38F7374D-1D9F-EC19-188D-21CBEAF937FC}"/>
              </a:ext>
            </a:extLst>
          </p:cNvPr>
          <p:cNvSpPr/>
          <p:nvPr userDrawn="1"/>
        </p:nvSpPr>
        <p:spPr>
          <a:xfrm>
            <a:off x="7528878" y="332730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248</a:t>
            </a:r>
          </a:p>
        </p:txBody>
      </p:sp>
      <p:cxnSp>
        <p:nvCxnSpPr>
          <p:cNvPr id="118" name="Straight Arrow Connector 84">
            <a:extLst>
              <a:ext uri="{FF2B5EF4-FFF2-40B4-BE49-F238E27FC236}">
                <a16:creationId xmlns:a16="http://schemas.microsoft.com/office/drawing/2014/main" id="{63FF19C6-AAFB-2E52-A6CA-2F5D83AE795E}"/>
              </a:ext>
            </a:extLst>
          </p:cNvPr>
          <p:cNvCxnSpPr>
            <a:cxnSpLocks/>
          </p:cNvCxnSpPr>
          <p:nvPr userDrawn="1"/>
        </p:nvCxnSpPr>
        <p:spPr>
          <a:xfrm>
            <a:off x="7398667" y="5271008"/>
            <a:ext cx="81902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2BBB3491-9ED3-4252-D24B-3392BA014EA4}"/>
              </a:ext>
            </a:extLst>
          </p:cNvPr>
          <p:cNvSpPr/>
          <p:nvPr userDrawn="1"/>
        </p:nvSpPr>
        <p:spPr>
          <a:xfrm>
            <a:off x="7594200" y="5178989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212</a:t>
            </a:r>
          </a:p>
        </p:txBody>
      </p:sp>
      <p:cxnSp>
        <p:nvCxnSpPr>
          <p:cNvPr id="120" name="Straight Arrow Connector 84">
            <a:extLst>
              <a:ext uri="{FF2B5EF4-FFF2-40B4-BE49-F238E27FC236}">
                <a16:creationId xmlns:a16="http://schemas.microsoft.com/office/drawing/2014/main" id="{1F082CD3-5290-AD74-A771-67D3BC41E80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20966" y="4017024"/>
            <a:ext cx="0" cy="78718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AF400C7E-1784-C3D4-5DAE-2EA1CBD46021}"/>
              </a:ext>
            </a:extLst>
          </p:cNvPr>
          <p:cNvSpPr/>
          <p:nvPr userDrawn="1"/>
        </p:nvSpPr>
        <p:spPr>
          <a:xfrm>
            <a:off x="10627484" y="4331612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130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9FCCFBB-C284-26D5-09B4-8F7C81D46B98}"/>
              </a:ext>
            </a:extLst>
          </p:cNvPr>
          <p:cNvSpPr txBox="1">
            <a:spLocks/>
          </p:cNvSpPr>
          <p:nvPr userDrawn="1"/>
        </p:nvSpPr>
        <p:spPr>
          <a:xfrm>
            <a:off x="5814653" y="486711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C41E85E-2B04-32E7-12A2-FA3986F23CEB}"/>
              </a:ext>
            </a:extLst>
          </p:cNvPr>
          <p:cNvSpPr txBox="1">
            <a:spLocks/>
          </p:cNvSpPr>
          <p:nvPr userDrawn="1"/>
        </p:nvSpPr>
        <p:spPr>
          <a:xfrm>
            <a:off x="3410632" y="4870384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54%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FE26A9F-3D58-F3CA-2024-8C7BFDD80C07}"/>
              </a:ext>
            </a:extLst>
          </p:cNvPr>
          <p:cNvSpPr txBox="1">
            <a:spLocks/>
          </p:cNvSpPr>
          <p:nvPr userDrawn="1"/>
        </p:nvSpPr>
        <p:spPr>
          <a:xfrm>
            <a:off x="8110528" y="4865521"/>
            <a:ext cx="396904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algn="r"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Gx-Exp: </a:t>
            </a:r>
          </a:p>
          <a:p>
            <a:pPr marL="0" marR="0" lvl="0" indent="0" algn="r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>
                <a:solidFill>
                  <a:srgbClr val="000000"/>
                </a:solidFill>
                <a:latin typeface="+mj-lt"/>
                <a:ea typeface="+mn-lt"/>
                <a:cs typeface="+mn-lt"/>
                <a:sym typeface="+mn-lt"/>
              </a:rPr>
              <a:t>20</a:t>
            </a: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89FD272-6A85-E347-91D8-3A2FE7C3FDF8}"/>
              </a:ext>
            </a:extLst>
          </p:cNvPr>
          <p:cNvSpPr txBox="1">
            <a:spLocks/>
          </p:cNvSpPr>
          <p:nvPr userDrawn="1"/>
        </p:nvSpPr>
        <p:spPr>
          <a:xfrm>
            <a:off x="4693151" y="4870446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46%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0EE3554-BA7E-C31B-2DB7-982B9735F4CB}"/>
              </a:ext>
            </a:extLst>
          </p:cNvPr>
          <p:cNvSpPr txBox="1">
            <a:spLocks/>
          </p:cNvSpPr>
          <p:nvPr userDrawn="1"/>
        </p:nvSpPr>
        <p:spPr>
          <a:xfrm>
            <a:off x="7086651" y="4878159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26%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5B58E39-2AF4-2D45-B92E-227A918951E8}"/>
              </a:ext>
            </a:extLst>
          </p:cNvPr>
          <p:cNvSpPr txBox="1">
            <a:spLocks/>
          </p:cNvSpPr>
          <p:nvPr userDrawn="1"/>
        </p:nvSpPr>
        <p:spPr>
          <a:xfrm>
            <a:off x="9380754" y="4865092"/>
            <a:ext cx="440185" cy="215444"/>
          </a:xfrm>
          <a:prstGeom prst="rect">
            <a:avLst/>
          </a:prstGeom>
          <a:noFill/>
          <a:effectLst/>
        </p:spPr>
        <p:txBody>
          <a:bodyPr wrap="none" lIns="45720" tIns="0" rIns="45720" bIns="0" rtlCol="0">
            <a:spAutoFit/>
          </a:bodyPr>
          <a:lstStyle/>
          <a:p>
            <a:pPr defTabSz="14286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Tx Naïve:</a:t>
            </a:r>
          </a:p>
          <a:p>
            <a:pPr marL="0" marR="0" lvl="0" indent="0" defTabSz="14286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lt"/>
                <a:cs typeface="+mn-lt"/>
                <a:sym typeface="+mn-lt"/>
              </a:rPr>
              <a:t>28%</a:t>
            </a:r>
            <a:endParaRPr kumimoji="0" lang="en-NL" sz="70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lt"/>
              <a:cs typeface="+mn-lt"/>
              <a:sym typeface="+mn-lt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9C78D2A-186E-B428-BAAE-690D116D28E2}"/>
              </a:ext>
            </a:extLst>
          </p:cNvPr>
          <p:cNvSpPr/>
          <p:nvPr userDrawn="1"/>
        </p:nvSpPr>
        <p:spPr>
          <a:xfrm>
            <a:off x="4390932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0F7E8F1-B9A1-40BD-740A-D06F74C7E09E}"/>
              </a:ext>
            </a:extLst>
          </p:cNvPr>
          <p:cNvSpPr/>
          <p:nvPr userDrawn="1"/>
        </p:nvSpPr>
        <p:spPr>
          <a:xfrm>
            <a:off x="3722388" y="3664523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F8B9B9F-584B-1FEA-1033-9207DF9105FF}"/>
              </a:ext>
            </a:extLst>
          </p:cNvPr>
          <p:cNvSpPr/>
          <p:nvPr userDrawn="1"/>
        </p:nvSpPr>
        <p:spPr>
          <a:xfrm>
            <a:off x="3250577" y="3944660"/>
            <a:ext cx="87361" cy="4958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201711D-EF7B-144E-60B2-55ADC5348154}"/>
              </a:ext>
            </a:extLst>
          </p:cNvPr>
          <p:cNvGrpSpPr/>
          <p:nvPr userDrawn="1"/>
        </p:nvGrpSpPr>
        <p:grpSpPr>
          <a:xfrm>
            <a:off x="3190424" y="3662607"/>
            <a:ext cx="1677173" cy="334800"/>
            <a:chOff x="2879489" y="3662607"/>
            <a:chExt cx="1677173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2AFB888-43AE-A3A1-9F34-2999327C84FF}"/>
                </a:ext>
              </a:extLst>
            </p:cNvPr>
            <p:cNvSpPr/>
            <p:nvPr/>
          </p:nvSpPr>
          <p:spPr>
            <a:xfrm>
              <a:off x="2879489" y="3662607"/>
              <a:ext cx="1677173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182880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Never Treated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CB63010-551B-5A56-7D3F-2529B2226A6D}"/>
                </a:ext>
              </a:extLst>
            </p:cNvPr>
            <p:cNvSpPr/>
            <p:nvPr/>
          </p:nvSpPr>
          <p:spPr>
            <a:xfrm>
              <a:off x="4139086" y="3662607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9,000</a:t>
              </a:r>
            </a:p>
          </p:txBody>
        </p:sp>
      </p:grpSp>
      <p:cxnSp>
        <p:nvCxnSpPr>
          <p:cNvPr id="134" name="Straight Arrow Connector 84">
            <a:extLst>
              <a:ext uri="{FF2B5EF4-FFF2-40B4-BE49-F238E27FC236}">
                <a16:creationId xmlns:a16="http://schemas.microsoft.com/office/drawing/2014/main" id="{20CABB67-71BE-16C0-6980-2A63A60FADCF}"/>
              </a:ext>
            </a:extLst>
          </p:cNvPr>
          <p:cNvCxnSpPr>
            <a:cxnSpLocks/>
            <a:stCxn id="130" idx="2"/>
            <a:endCxn id="37" idx="0"/>
          </p:cNvCxnSpPr>
          <p:nvPr userDrawn="1"/>
        </p:nvCxnSpPr>
        <p:spPr>
          <a:xfrm rot="16200000" flipH="1">
            <a:off x="3500870" y="3787637"/>
            <a:ext cx="2384800" cy="2798024"/>
          </a:xfrm>
          <a:prstGeom prst="bentConnector3">
            <a:avLst>
              <a:gd name="adj1" fmla="val 91418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7B04CB0D-C8D4-F625-38CD-B3238D91DC66}"/>
              </a:ext>
            </a:extLst>
          </p:cNvPr>
          <p:cNvSpPr/>
          <p:nvPr userDrawn="1"/>
        </p:nvSpPr>
        <p:spPr>
          <a:xfrm>
            <a:off x="5884090" y="609808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2,479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3A793C36-ED12-799D-71F6-562B3D5771EB}"/>
              </a:ext>
            </a:extLst>
          </p:cNvPr>
          <p:cNvSpPr/>
          <p:nvPr userDrawn="1"/>
        </p:nvSpPr>
        <p:spPr>
          <a:xfrm>
            <a:off x="7013170" y="3320151"/>
            <a:ext cx="4068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000"/>
              <a:t>671</a:t>
            </a:r>
          </a:p>
        </p:txBody>
      </p:sp>
      <p:cxnSp>
        <p:nvCxnSpPr>
          <p:cNvPr id="137" name="Straight Arrow Connector 84">
            <a:extLst>
              <a:ext uri="{FF2B5EF4-FFF2-40B4-BE49-F238E27FC236}">
                <a16:creationId xmlns:a16="http://schemas.microsoft.com/office/drawing/2014/main" id="{950E6407-232C-81D0-8BE5-05E3946722F4}"/>
              </a:ext>
            </a:extLst>
          </p:cNvPr>
          <p:cNvCxnSpPr>
            <a:cxnSpLocks/>
            <a:stCxn id="58" idx="4"/>
            <a:endCxn id="136" idx="0"/>
          </p:cNvCxnSpPr>
          <p:nvPr userDrawn="1"/>
        </p:nvCxnSpPr>
        <p:spPr>
          <a:xfrm rot="16200000" flipH="1">
            <a:off x="6271969" y="2375550"/>
            <a:ext cx="142714" cy="1746487"/>
          </a:xfrm>
          <a:prstGeom prst="bentConnector3">
            <a:avLst>
              <a:gd name="adj1" fmla="val 26639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84">
            <a:extLst>
              <a:ext uri="{FF2B5EF4-FFF2-40B4-BE49-F238E27FC236}">
                <a16:creationId xmlns:a16="http://schemas.microsoft.com/office/drawing/2014/main" id="{89C8D4A4-5299-68F8-D311-7120E41E08F2}"/>
              </a:ext>
            </a:extLst>
          </p:cNvPr>
          <p:cNvCxnSpPr>
            <a:cxnSpLocks/>
            <a:stCxn id="136" idx="4"/>
            <a:endCxn id="139" idx="0"/>
          </p:cNvCxnSpPr>
          <p:nvPr userDrawn="1"/>
        </p:nvCxnSpPr>
        <p:spPr>
          <a:xfrm rot="16200000" flipH="1">
            <a:off x="7125284" y="3577036"/>
            <a:ext cx="182572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B87C2BD-99C8-9B0C-92B4-035FB173F50E}"/>
              </a:ext>
            </a:extLst>
          </p:cNvPr>
          <p:cNvSpPr/>
          <p:nvPr userDrawn="1"/>
        </p:nvSpPr>
        <p:spPr>
          <a:xfrm>
            <a:off x="7188110" y="3668323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89246B1-875B-2781-3035-06DED27B24E7}"/>
              </a:ext>
            </a:extLst>
          </p:cNvPr>
          <p:cNvSpPr/>
          <p:nvPr userDrawn="1"/>
        </p:nvSpPr>
        <p:spPr>
          <a:xfrm>
            <a:off x="7188110" y="3945551"/>
            <a:ext cx="56921" cy="49649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cxnSp>
        <p:nvCxnSpPr>
          <p:cNvPr id="141" name="Straight Arrow Connector 84">
            <a:extLst>
              <a:ext uri="{FF2B5EF4-FFF2-40B4-BE49-F238E27FC236}">
                <a16:creationId xmlns:a16="http://schemas.microsoft.com/office/drawing/2014/main" id="{2EB1F219-A98F-F067-0560-76CD29E90C9E}"/>
              </a:ext>
            </a:extLst>
          </p:cNvPr>
          <p:cNvCxnSpPr>
            <a:cxnSpLocks/>
            <a:stCxn id="140" idx="2"/>
            <a:endCxn id="65" idx="6"/>
          </p:cNvCxnSpPr>
          <p:nvPr userDrawn="1"/>
        </p:nvCxnSpPr>
        <p:spPr>
          <a:xfrm rot="5400000">
            <a:off x="5898284" y="3082167"/>
            <a:ext cx="405254" cy="2231320"/>
          </a:xfrm>
          <a:prstGeom prst="bentConnector2">
            <a:avLst/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A2FC87F-FEEB-C983-6096-57BB216B1693}"/>
              </a:ext>
            </a:extLst>
          </p:cNvPr>
          <p:cNvGrpSpPr/>
          <p:nvPr userDrawn="1"/>
        </p:nvGrpSpPr>
        <p:grpSpPr>
          <a:xfrm>
            <a:off x="7028176" y="3662605"/>
            <a:ext cx="1594821" cy="334800"/>
            <a:chOff x="7028176" y="3662605"/>
            <a:chExt cx="1594821" cy="334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E6BEFDF-FB29-484E-A870-DC35CB4049EF}"/>
                </a:ext>
              </a:extLst>
            </p:cNvPr>
            <p:cNvSpPr>
              <a:spLocks/>
            </p:cNvSpPr>
            <p:nvPr/>
          </p:nvSpPr>
          <p:spPr>
            <a:xfrm>
              <a:off x="7028176" y="3662605"/>
              <a:ext cx="1408204" cy="33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Pending Tx </a:t>
              </a:r>
            </a:p>
            <a:p>
              <a:pPr algn="ctr" defTabSz="142866"/>
              <a:r>
                <a:rPr lang="en-US" sz="12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Initiation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27ED14-0851-C68B-F6ED-F4DD446D63AD}"/>
                </a:ext>
              </a:extLst>
            </p:cNvPr>
            <p:cNvSpPr>
              <a:spLocks/>
            </p:cNvSpPr>
            <p:nvPr/>
          </p:nvSpPr>
          <p:spPr>
            <a:xfrm>
              <a:off x="8205421" y="3662605"/>
              <a:ext cx="417576" cy="334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5625" rIns="5625" rtlCol="0" anchor="ctr"/>
            <a:lstStyle/>
            <a:p>
              <a:pPr algn="ctr" defTabSz="142866"/>
              <a:r>
                <a:rPr lang="en-US" sz="1000" kern="0" noProof="0">
                  <a:solidFill>
                    <a:schemeClr val="tx1">
                      <a:lumMod val="50000"/>
                    </a:schemeClr>
                  </a:solidFill>
                  <a:latin typeface="+mj-lt"/>
                  <a:ea typeface="+mn-lt"/>
                  <a:cs typeface="+mn-lt"/>
                </a:rPr>
                <a:t>300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289038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4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655490635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9516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1-Column Text">
  <p:cSld name="Standard 1-Column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>
            <a:spLocks noGrp="1"/>
          </p:cNvSpPr>
          <p:nvPr>
            <p:ph type="body" idx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8571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ftr" idx="11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606078" y="161605"/>
            <a:ext cx="9940253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311150" y="6523001"/>
            <a:ext cx="294928" cy="196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9"/>
          <p:cNvSpPr/>
          <p:nvPr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2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>
            <a:lvl1pPr marL="457200" lvl="0" indent="-228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800" b="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28571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5" name="Google Shape;45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68554" y="296620"/>
            <a:ext cx="1050553" cy="3529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12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395" imgH="394" progId="TCLayout.ActiveDocument.1">
                  <p:embed/>
                </p:oleObj>
              </mc:Choice>
              <mc:Fallback>
                <p:oleObj name="think-cell Slide" r:id="rId45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fld id="{4B88BF55-9D8F-47B8-9CAA-91D4F95E5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2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ransition spd="slow">
    <p:push dir="u"/>
  </p:transition>
  <p:hf hdr="0" ft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.png"/><Relationship Id="rId7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0.png"/><Relationship Id="rId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icture containing spectacles&#10;&#10;Description automatically generated">
            <a:extLst>
              <a:ext uri="{FF2B5EF4-FFF2-40B4-BE49-F238E27FC236}">
                <a16:creationId xmlns:a16="http://schemas.microsoft.com/office/drawing/2014/main" id="{E23C27B3-162F-1A42-9548-CF89F73053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" r="303"/>
          <a:stretch/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5C2CD95-083B-1C42-8DFF-C7D865713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TAK-861 HCP Referral Analysis</a:t>
            </a:r>
            <a:br>
              <a:rPr lang="en-US" b="0" i="1"/>
            </a:br>
            <a:r>
              <a:rPr lang="en-US" sz="1600" b="0"/>
              <a:t>Insights &amp; Recommendations</a:t>
            </a:r>
            <a:endParaRPr lang="en-JP" sz="1600" b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D3D46D-4931-874B-8D76-08BA17742D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94728" y="5097672"/>
            <a:ext cx="7699670" cy="23400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600">
                <a:latin typeface="Calibri"/>
                <a:ea typeface="メイリオ"/>
                <a:cs typeface="Calibri"/>
              </a:rPr>
              <a:t>May 14, 2026</a:t>
            </a:r>
            <a:endParaRPr lang="en-JP" sz="1600">
              <a:latin typeface="Calibri"/>
              <a:ea typeface="メイリオ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CDFEE1-B310-00BD-1115-BAA81EF5A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94728" y="5814525"/>
            <a:ext cx="1048460" cy="6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710F69A-541B-E579-C266-E79F3F37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Focus of the conversation today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22673A7-3DCD-9B80-1131-10BA6B2A5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marL="0" marR="0" lvl="0" indent="0" algn="l" defTabSz="1218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B57936-92EF-4126-AE48-1D9D36D15E98}" type="slidenum">
              <a:rPr kumimoji="0" lang="ja-JP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メイリオ" pitchFamily="50" charset="-128"/>
                <a:cs typeface="Calibri" panose="020F0502020204030204" pitchFamily="34" charset="0"/>
              </a:rPr>
              <a:pPr marL="0" marR="0" lvl="0" indent="0" algn="l" defTabSz="12188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ja-JP" altLang="en-US" sz="800" b="1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メイリオ" pitchFamily="50" charset="-128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C39F41-F717-C38F-43FC-E844B6C72A1A}"/>
              </a:ext>
            </a:extLst>
          </p:cNvPr>
          <p:cNvSpPr/>
          <p:nvPr/>
        </p:nvSpPr>
        <p:spPr>
          <a:xfrm>
            <a:off x="1573260" y="1366147"/>
            <a:ext cx="10620761" cy="1284465"/>
          </a:xfrm>
          <a:prstGeom prst="rect">
            <a:avLst/>
          </a:prstGeom>
          <a:solidFill>
            <a:schemeClr val="accent5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840" rIns="182880" rtlCol="0" anchor="ctr"/>
          <a:lstStyle/>
          <a:p>
            <a:pPr marL="285750" marR="0" lvl="0" indent="-285750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Ahead of the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oveporexton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launch, this analysis maps the structure of HCP referral networks. </a:t>
            </a:r>
          </a:p>
          <a:p>
            <a:pPr marL="285750" marR="0" lvl="0" indent="-285750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That foundation is then leveraged to quantify hubs, bridges, and regional clusters; trace patient leakage points; and surface how peer influence propagates across the narcolepsy care continuum</a:t>
            </a:r>
          </a:p>
          <a:p>
            <a:pPr marL="285750" marR="0" lvl="0" indent="-285750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These hidden structural insights can help drive more meaningful actions for commercial, sales and marketing team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6B9679-9A27-437F-2558-24FD3C5A3E0B}"/>
              </a:ext>
            </a:extLst>
          </p:cNvPr>
          <p:cNvGrpSpPr/>
          <p:nvPr/>
        </p:nvGrpSpPr>
        <p:grpSpPr>
          <a:xfrm>
            <a:off x="0" y="1569727"/>
            <a:ext cx="2384577" cy="877305"/>
            <a:chOff x="0" y="1480078"/>
            <a:chExt cx="2384577" cy="877305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B5CCE2A8-495B-1F8E-5BB3-0780FB1D0FAE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580973"/>
              <a:ext cx="2011056" cy="675514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7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D6C01637-36B5-4BE9-7C27-8E20DB1FD8A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80078"/>
              <a:ext cx="2273617" cy="877305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50000"/>
              </a:schemeClr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Project Objectives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D90470C-7687-9D11-C05D-AE5BBEA761FE}"/>
              </a:ext>
            </a:extLst>
          </p:cNvPr>
          <p:cNvGrpSpPr/>
          <p:nvPr/>
        </p:nvGrpSpPr>
        <p:grpSpPr>
          <a:xfrm>
            <a:off x="474770" y="3618460"/>
            <a:ext cx="3374715" cy="1515036"/>
            <a:chOff x="334961" y="1782148"/>
            <a:chExt cx="3764928" cy="179895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E519206-3837-27BA-F2B8-C651C7DD4F36}"/>
                </a:ext>
              </a:extLst>
            </p:cNvPr>
            <p:cNvSpPr/>
            <p:nvPr/>
          </p:nvSpPr>
          <p:spPr>
            <a:xfrm>
              <a:off x="334961" y="1782148"/>
              <a:ext cx="3764928" cy="1798951"/>
            </a:xfrm>
            <a:prstGeom prst="roundRect">
              <a:avLst>
                <a:gd name="adj" fmla="val 4492"/>
              </a:avLst>
            </a:prstGeom>
            <a:solidFill>
              <a:schemeClr val="tx2">
                <a:lumMod val="20000"/>
                <a:lumOff val="80000"/>
                <a:alpha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94CD81-1BE8-85D4-B862-35B9C14EA6A9}"/>
                </a:ext>
              </a:extLst>
            </p:cNvPr>
            <p:cNvGrpSpPr/>
            <p:nvPr/>
          </p:nvGrpSpPr>
          <p:grpSpPr>
            <a:xfrm>
              <a:off x="334963" y="1903175"/>
              <a:ext cx="1373980" cy="370121"/>
              <a:chOff x="334963" y="1903175"/>
              <a:chExt cx="1373980" cy="37012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3C6F9F4-BD3B-C7AA-D689-FAB3D638E9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963" y="2273296"/>
                <a:ext cx="1220787" cy="0"/>
              </a:xfrm>
              <a:prstGeom prst="line">
                <a:avLst/>
              </a:prstGeom>
              <a:ln w="28575">
                <a:solidFill>
                  <a:srgbClr val="5B859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4AE534-9D72-2CB9-8142-53251CF78B49}"/>
                  </a:ext>
                </a:extLst>
              </p:cNvPr>
              <p:cNvSpPr txBox="1"/>
              <p:nvPr/>
            </p:nvSpPr>
            <p:spPr>
              <a:xfrm>
                <a:off x="488155" y="1903175"/>
                <a:ext cx="1220788" cy="279573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b="1">
                    <a:solidFill>
                      <a:schemeClr val="tx2"/>
                    </a:solidFill>
                    <a:ea typeface="+mn-lt"/>
                    <a:cs typeface="+mn-lt"/>
                  </a:rPr>
                  <a:t>What is completed?</a:t>
                </a:r>
                <a:endParaRPr lang="en-US" sz="1400">
                  <a:cs typeface="Arial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BEBF6F-33A7-2FE4-A22A-03106161EE5E}"/>
                </a:ext>
              </a:extLst>
            </p:cNvPr>
            <p:cNvSpPr txBox="1"/>
            <p:nvPr/>
          </p:nvSpPr>
          <p:spPr>
            <a:xfrm>
              <a:off x="488154" y="2434525"/>
              <a:ext cx="3493926" cy="9501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>
                  <a:cs typeface="Arial"/>
                </a:rPr>
                <a:t>Referral network modelling and analysis</a:t>
              </a:r>
            </a:p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>
                  <a:cs typeface="Arial"/>
                </a:rPr>
                <a:t>Dashboard UI review</a:t>
              </a:r>
            </a:p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endParaRPr lang="en-GB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B8BF5208-BCD8-45BA-845A-5E06F4D91F8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6423" y="4699349"/>
            <a:ext cx="680132" cy="43414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82A614E-70E6-DA23-2BF9-28782563A4CE}"/>
              </a:ext>
            </a:extLst>
          </p:cNvPr>
          <p:cNvGrpSpPr/>
          <p:nvPr/>
        </p:nvGrpSpPr>
        <p:grpSpPr>
          <a:xfrm>
            <a:off x="4426104" y="3618459"/>
            <a:ext cx="3374715" cy="1515037"/>
            <a:chOff x="334961" y="1782147"/>
            <a:chExt cx="3764928" cy="179895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054610F-F773-5BEB-06F7-C54C7D491ACE}"/>
                </a:ext>
              </a:extLst>
            </p:cNvPr>
            <p:cNvSpPr/>
            <p:nvPr/>
          </p:nvSpPr>
          <p:spPr>
            <a:xfrm>
              <a:off x="334961" y="1782147"/>
              <a:ext cx="3764928" cy="1798952"/>
            </a:xfrm>
            <a:prstGeom prst="roundRect">
              <a:avLst>
                <a:gd name="adj" fmla="val 4492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ED69F3A-CAC5-FC17-76FE-633B07950E87}"/>
                </a:ext>
              </a:extLst>
            </p:cNvPr>
            <p:cNvGrpSpPr/>
            <p:nvPr/>
          </p:nvGrpSpPr>
          <p:grpSpPr>
            <a:xfrm>
              <a:off x="334963" y="1903175"/>
              <a:ext cx="1373980" cy="370121"/>
              <a:chOff x="334963" y="1903175"/>
              <a:chExt cx="1373980" cy="370121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1FB59C8-E9F5-2E5C-441D-07DE5B6A3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963" y="2273296"/>
                <a:ext cx="1220787" cy="0"/>
              </a:xfrm>
              <a:prstGeom prst="line">
                <a:avLst/>
              </a:prstGeom>
              <a:ln w="28575">
                <a:solidFill>
                  <a:srgbClr val="5B859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35C3F3-EB8F-A05F-8BC7-D6CDEE4FB87A}"/>
                  </a:ext>
                </a:extLst>
              </p:cNvPr>
              <p:cNvSpPr txBox="1"/>
              <p:nvPr/>
            </p:nvSpPr>
            <p:spPr>
              <a:xfrm>
                <a:off x="488155" y="1903175"/>
                <a:ext cx="1220788" cy="279573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b="1">
                    <a:solidFill>
                      <a:schemeClr val="tx2"/>
                    </a:solidFill>
                    <a:ea typeface="+mn-lt"/>
                    <a:cs typeface="+mn-lt"/>
                  </a:rPr>
                  <a:t>Where are we today?</a:t>
                </a:r>
                <a:endParaRPr lang="en-US" sz="1400">
                  <a:cs typeface="Arial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6EA19C-2AAC-3C4C-A51C-FC78CE054DBF}"/>
                </a:ext>
              </a:extLst>
            </p:cNvPr>
            <p:cNvSpPr txBox="1"/>
            <p:nvPr/>
          </p:nvSpPr>
          <p:spPr>
            <a:xfrm>
              <a:off x="488154" y="2434525"/>
              <a:ext cx="3493926" cy="5299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>
                  <a:cs typeface="Arial"/>
                </a:rPr>
                <a:t>Insights and recommendation discussion</a:t>
              </a:r>
            </a:p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>
                  <a:cs typeface="Arial"/>
                </a:rPr>
                <a:t>Dashboard SIT ongoing</a:t>
              </a:r>
              <a:endParaRPr lang="en-GB" sz="16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4DEA91-4526-BAFC-B6DC-2FB087BE26BA}"/>
              </a:ext>
            </a:extLst>
          </p:cNvPr>
          <p:cNvGrpSpPr/>
          <p:nvPr/>
        </p:nvGrpSpPr>
        <p:grpSpPr>
          <a:xfrm>
            <a:off x="8377439" y="3618459"/>
            <a:ext cx="3374715" cy="1515037"/>
            <a:chOff x="334961" y="1782147"/>
            <a:chExt cx="3764928" cy="1798953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F69E7E5-0F47-43B8-09DA-0F7044546A45}"/>
                </a:ext>
              </a:extLst>
            </p:cNvPr>
            <p:cNvSpPr/>
            <p:nvPr/>
          </p:nvSpPr>
          <p:spPr>
            <a:xfrm>
              <a:off x="334961" y="1782147"/>
              <a:ext cx="3764928" cy="1798953"/>
            </a:xfrm>
            <a:prstGeom prst="roundRect">
              <a:avLst>
                <a:gd name="adj" fmla="val 4492"/>
              </a:avLst>
            </a:prstGeom>
            <a:solidFill>
              <a:schemeClr val="tx2">
                <a:lumMod val="20000"/>
                <a:lumOff val="80000"/>
                <a:alpha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9836BB4-DFFA-23AE-47C0-EA5FB9BE1C85}"/>
                </a:ext>
              </a:extLst>
            </p:cNvPr>
            <p:cNvGrpSpPr/>
            <p:nvPr/>
          </p:nvGrpSpPr>
          <p:grpSpPr>
            <a:xfrm>
              <a:off x="334963" y="1903175"/>
              <a:ext cx="1373980" cy="370121"/>
              <a:chOff x="334963" y="1903175"/>
              <a:chExt cx="1373980" cy="370121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929242B-02C8-38F2-62F9-D47C4BE2B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963" y="2273296"/>
                <a:ext cx="1220787" cy="0"/>
              </a:xfrm>
              <a:prstGeom prst="line">
                <a:avLst/>
              </a:prstGeom>
              <a:ln w="28575">
                <a:solidFill>
                  <a:srgbClr val="5B859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9A6C54-A91A-084F-4F74-2907627A2D39}"/>
                  </a:ext>
                </a:extLst>
              </p:cNvPr>
              <p:cNvSpPr txBox="1"/>
              <p:nvPr/>
            </p:nvSpPr>
            <p:spPr>
              <a:xfrm>
                <a:off x="488155" y="1903175"/>
                <a:ext cx="1220788" cy="279573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b="1">
                    <a:solidFill>
                      <a:schemeClr val="tx2"/>
                    </a:solidFill>
                    <a:ea typeface="+mn-lt"/>
                    <a:cs typeface="+mn-lt"/>
                  </a:rPr>
                  <a:t>What is next?</a:t>
                </a:r>
                <a:endParaRPr lang="en-US" sz="1400">
                  <a:cs typeface="Arial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D1F1D85-A57E-7E81-B71E-04E53C4C8B19}"/>
                </a:ext>
              </a:extLst>
            </p:cNvPr>
            <p:cNvSpPr txBox="1"/>
            <p:nvPr/>
          </p:nvSpPr>
          <p:spPr>
            <a:xfrm>
              <a:off x="488154" y="2434525"/>
              <a:ext cx="3493926" cy="5299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>
                  <a:cs typeface="Arial"/>
                </a:rPr>
                <a:t>Dashboard UAT - 5/18 onwards</a:t>
              </a:r>
            </a:p>
            <a:p>
              <a:pPr marL="285750" indent="-285750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GB" sz="1200"/>
                <a:t>Referral analytics code module transition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FCC523-8172-E741-64D5-A0217B7BE90F}"/>
              </a:ext>
            </a:extLst>
          </p:cNvPr>
          <p:cNvGrpSpPr/>
          <p:nvPr/>
        </p:nvGrpSpPr>
        <p:grpSpPr>
          <a:xfrm>
            <a:off x="4032667" y="4150660"/>
            <a:ext cx="178306" cy="322729"/>
            <a:chOff x="4052046" y="3783106"/>
            <a:chExt cx="178306" cy="322729"/>
          </a:xfrm>
          <a:gradFill flip="none" rotWithShape="1">
            <a:gsLst>
              <a:gs pos="0">
                <a:srgbClr val="5B8595"/>
              </a:gs>
              <a:gs pos="100000">
                <a:schemeClr val="accent1"/>
              </a:gs>
            </a:gsLst>
            <a:lin ang="0" scaled="1"/>
            <a:tileRect/>
          </a:gradFill>
        </p:grpSpPr>
        <p:sp>
          <p:nvSpPr>
            <p:cNvPr id="42" name="Arrow: Chevron 41">
              <a:extLst>
                <a:ext uri="{FF2B5EF4-FFF2-40B4-BE49-F238E27FC236}">
                  <a16:creationId xmlns:a16="http://schemas.microsoft.com/office/drawing/2014/main" id="{08D57F25-C365-AC45-FFCB-AF2903109242}"/>
                </a:ext>
              </a:extLst>
            </p:cNvPr>
            <p:cNvSpPr/>
            <p:nvPr/>
          </p:nvSpPr>
          <p:spPr>
            <a:xfrm>
              <a:off x="4105835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  <p:sp>
          <p:nvSpPr>
            <p:cNvPr id="43" name="Arrow: Chevron 42">
              <a:extLst>
                <a:ext uri="{FF2B5EF4-FFF2-40B4-BE49-F238E27FC236}">
                  <a16:creationId xmlns:a16="http://schemas.microsoft.com/office/drawing/2014/main" id="{BA2677EC-9C70-F8C3-4FA3-12EAA7F315E0}"/>
                </a:ext>
              </a:extLst>
            </p:cNvPr>
            <p:cNvSpPr/>
            <p:nvPr/>
          </p:nvSpPr>
          <p:spPr>
            <a:xfrm>
              <a:off x="4158634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A639FE38-A5A2-C1B3-B512-B1960563512B}"/>
                </a:ext>
              </a:extLst>
            </p:cNvPr>
            <p:cNvSpPr/>
            <p:nvPr/>
          </p:nvSpPr>
          <p:spPr>
            <a:xfrm>
              <a:off x="4052046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7F123B4-5EA9-413B-1CEB-A273C7835B68}"/>
              </a:ext>
            </a:extLst>
          </p:cNvPr>
          <p:cNvGrpSpPr/>
          <p:nvPr/>
        </p:nvGrpSpPr>
        <p:grpSpPr>
          <a:xfrm>
            <a:off x="7999976" y="4150660"/>
            <a:ext cx="178306" cy="322729"/>
            <a:chOff x="4052046" y="3783106"/>
            <a:chExt cx="178306" cy="322729"/>
          </a:xfrm>
          <a:gradFill>
            <a:gsLst>
              <a:gs pos="0">
                <a:schemeClr val="accent1"/>
              </a:gs>
              <a:gs pos="100000">
                <a:srgbClr val="5B8595"/>
              </a:gs>
            </a:gsLst>
            <a:lin ang="0" scaled="1"/>
          </a:gradFill>
        </p:grpSpPr>
        <p:sp>
          <p:nvSpPr>
            <p:cNvPr id="47" name="Arrow: Chevron 46">
              <a:extLst>
                <a:ext uri="{FF2B5EF4-FFF2-40B4-BE49-F238E27FC236}">
                  <a16:creationId xmlns:a16="http://schemas.microsoft.com/office/drawing/2014/main" id="{C800BE40-D134-BB52-75BB-F62FE19D4B5A}"/>
                </a:ext>
              </a:extLst>
            </p:cNvPr>
            <p:cNvSpPr/>
            <p:nvPr/>
          </p:nvSpPr>
          <p:spPr>
            <a:xfrm>
              <a:off x="4105835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  <p:sp>
          <p:nvSpPr>
            <p:cNvPr id="48" name="Arrow: Chevron 47">
              <a:extLst>
                <a:ext uri="{FF2B5EF4-FFF2-40B4-BE49-F238E27FC236}">
                  <a16:creationId xmlns:a16="http://schemas.microsoft.com/office/drawing/2014/main" id="{860E8DD6-7A66-A103-B0DB-A5C985142CFA}"/>
                </a:ext>
              </a:extLst>
            </p:cNvPr>
            <p:cNvSpPr/>
            <p:nvPr/>
          </p:nvSpPr>
          <p:spPr>
            <a:xfrm>
              <a:off x="4158634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  <p:sp>
          <p:nvSpPr>
            <p:cNvPr id="49" name="Arrow: Chevron 48">
              <a:extLst>
                <a:ext uri="{FF2B5EF4-FFF2-40B4-BE49-F238E27FC236}">
                  <a16:creationId xmlns:a16="http://schemas.microsoft.com/office/drawing/2014/main" id="{5F913750-B566-7036-E609-B22B2D93145E}"/>
                </a:ext>
              </a:extLst>
            </p:cNvPr>
            <p:cNvSpPr/>
            <p:nvPr/>
          </p:nvSpPr>
          <p:spPr>
            <a:xfrm>
              <a:off x="4052046" y="3783106"/>
              <a:ext cx="71718" cy="322729"/>
            </a:xfrm>
            <a:prstGeom prst="chevron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0" name="Graphic 49">
            <a:extLst>
              <a:ext uri="{FF2B5EF4-FFF2-40B4-BE49-F238E27FC236}">
                <a16:creationId xmlns:a16="http://schemas.microsoft.com/office/drawing/2014/main" id="{750D596E-A5D4-3987-36D7-05E3118CD2D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412" y="4623624"/>
            <a:ext cx="464540" cy="464540"/>
          </a:xfrm>
          <a:prstGeom prst="rect">
            <a:avLst/>
          </a:prstGeom>
        </p:spPr>
      </p:pic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1E4364C-B69F-DFA0-7DFE-09CB3931124A}"/>
              </a:ext>
            </a:extLst>
          </p:cNvPr>
          <p:cNvSpPr/>
          <p:nvPr/>
        </p:nvSpPr>
        <p:spPr>
          <a:xfrm>
            <a:off x="3331255" y="4631443"/>
            <a:ext cx="369421" cy="461244"/>
          </a:xfrm>
          <a:custGeom>
            <a:avLst/>
            <a:gdLst>
              <a:gd name="connsiteX0" fmla="*/ 738897 w 739003"/>
              <a:gd name="connsiteY0" fmla="*/ 48402 h 922689"/>
              <a:gd name="connsiteX1" fmla="*/ 738971 w 739003"/>
              <a:gd name="connsiteY1" fmla="*/ 24664 h 922689"/>
              <a:gd name="connsiteX2" fmla="*/ 738971 w 739003"/>
              <a:gd name="connsiteY2" fmla="*/ 24701 h 922689"/>
              <a:gd name="connsiteX3" fmla="*/ 726656 w 739003"/>
              <a:gd name="connsiteY3" fmla="*/ 3344 h 922689"/>
              <a:gd name="connsiteX4" fmla="*/ 701988 w 739003"/>
              <a:gd name="connsiteY4" fmla="*/ 3270 h 922689"/>
              <a:gd name="connsiteX5" fmla="*/ 688928 w 739003"/>
              <a:gd name="connsiteY5" fmla="*/ 1521 h 922689"/>
              <a:gd name="connsiteX6" fmla="*/ 210887 w 739003"/>
              <a:gd name="connsiteY6" fmla="*/ 1521 h 922689"/>
              <a:gd name="connsiteX7" fmla="*/ 160844 w 739003"/>
              <a:gd name="connsiteY7" fmla="*/ 51601 h 922689"/>
              <a:gd name="connsiteX8" fmla="*/ 160844 w 739003"/>
              <a:gd name="connsiteY8" fmla="*/ 411580 h 922689"/>
              <a:gd name="connsiteX9" fmla="*/ 14883 w 739003"/>
              <a:gd name="connsiteY9" fmla="*/ 411580 h 922689"/>
              <a:gd name="connsiteX10" fmla="*/ 0 w 739003"/>
              <a:gd name="connsiteY10" fmla="*/ 426463 h 922689"/>
              <a:gd name="connsiteX11" fmla="*/ 14883 w 739003"/>
              <a:gd name="connsiteY11" fmla="*/ 441383 h 922689"/>
              <a:gd name="connsiteX12" fmla="*/ 160844 w 739003"/>
              <a:gd name="connsiteY12" fmla="*/ 441383 h 922689"/>
              <a:gd name="connsiteX13" fmla="*/ 160844 w 739003"/>
              <a:gd name="connsiteY13" fmla="*/ 682079 h 922689"/>
              <a:gd name="connsiteX14" fmla="*/ 210887 w 739003"/>
              <a:gd name="connsiteY14" fmla="*/ 732197 h 922689"/>
              <a:gd name="connsiteX15" fmla="*/ 392491 w 739003"/>
              <a:gd name="connsiteY15" fmla="*/ 732197 h 922689"/>
              <a:gd name="connsiteX16" fmla="*/ 392491 w 739003"/>
              <a:gd name="connsiteY16" fmla="*/ 895532 h 922689"/>
              <a:gd name="connsiteX17" fmla="*/ 405997 w 739003"/>
              <a:gd name="connsiteY17" fmla="*/ 918972 h 922689"/>
              <a:gd name="connsiteX18" fmla="*/ 433196 w 739003"/>
              <a:gd name="connsiteY18" fmla="*/ 919009 h 922689"/>
              <a:gd name="connsiteX19" fmla="*/ 729776 w 739003"/>
              <a:gd name="connsiteY19" fmla="*/ 747778 h 922689"/>
              <a:gd name="connsiteX20" fmla="*/ 737218 w 739003"/>
              <a:gd name="connsiteY20" fmla="*/ 734904 h 922689"/>
              <a:gd name="connsiteX21" fmla="*/ 737329 w 739003"/>
              <a:gd name="connsiteY21" fmla="*/ 694832 h 922689"/>
              <a:gd name="connsiteX22" fmla="*/ 739004 w 739003"/>
              <a:gd name="connsiteY22" fmla="*/ 682071 h 922689"/>
              <a:gd name="connsiteX23" fmla="*/ 739004 w 739003"/>
              <a:gd name="connsiteY23" fmla="*/ 51602 h 922689"/>
              <a:gd name="connsiteX24" fmla="*/ 738891 w 739003"/>
              <a:gd name="connsiteY24" fmla="*/ 48402 h 922689"/>
              <a:gd name="connsiteX25" fmla="*/ 414418 w 739003"/>
              <a:gd name="connsiteY25" fmla="*/ 170960 h 922689"/>
              <a:gd name="connsiteX26" fmla="*/ 414418 w 739003"/>
              <a:gd name="connsiteY26" fmla="*/ 170997 h 922689"/>
              <a:gd name="connsiteX27" fmla="*/ 392503 w 739003"/>
              <a:gd name="connsiteY27" fmla="*/ 209209 h 922689"/>
              <a:gd name="connsiteX28" fmla="*/ 392503 w 739003"/>
              <a:gd name="connsiteY28" fmla="*/ 702423 h 922689"/>
              <a:gd name="connsiteX29" fmla="*/ 210900 w 739003"/>
              <a:gd name="connsiteY29" fmla="*/ 702423 h 922689"/>
              <a:gd name="connsiteX30" fmla="*/ 190622 w 739003"/>
              <a:gd name="connsiteY30" fmla="*/ 682071 h 922689"/>
              <a:gd name="connsiteX31" fmla="*/ 190622 w 739003"/>
              <a:gd name="connsiteY31" fmla="*/ 441374 h 922689"/>
              <a:gd name="connsiteX32" fmla="*/ 297407 w 739003"/>
              <a:gd name="connsiteY32" fmla="*/ 441374 h 922689"/>
              <a:gd name="connsiteX33" fmla="*/ 254954 w 739003"/>
              <a:gd name="connsiteY33" fmla="*/ 485837 h 922689"/>
              <a:gd name="connsiteX34" fmla="*/ 254991 w 739003"/>
              <a:gd name="connsiteY34" fmla="*/ 485837 h 922689"/>
              <a:gd name="connsiteX35" fmla="*/ 255475 w 739003"/>
              <a:gd name="connsiteY35" fmla="*/ 506896 h 922689"/>
              <a:gd name="connsiteX36" fmla="*/ 276534 w 739003"/>
              <a:gd name="connsiteY36" fmla="*/ 506412 h 922689"/>
              <a:gd name="connsiteX37" fmla="*/ 342986 w 739003"/>
              <a:gd name="connsiteY37" fmla="*/ 436760 h 922689"/>
              <a:gd name="connsiteX38" fmla="*/ 343432 w 739003"/>
              <a:gd name="connsiteY38" fmla="*/ 436239 h 922689"/>
              <a:gd name="connsiteX39" fmla="*/ 343470 w 739003"/>
              <a:gd name="connsiteY39" fmla="*/ 416705 h 922689"/>
              <a:gd name="connsiteX40" fmla="*/ 342986 w 739003"/>
              <a:gd name="connsiteY40" fmla="*/ 416147 h 922689"/>
              <a:gd name="connsiteX41" fmla="*/ 276534 w 739003"/>
              <a:gd name="connsiteY41" fmla="*/ 346570 h 922689"/>
              <a:gd name="connsiteX42" fmla="*/ 255475 w 739003"/>
              <a:gd name="connsiteY42" fmla="*/ 346087 h 922689"/>
              <a:gd name="connsiteX43" fmla="*/ 254991 w 739003"/>
              <a:gd name="connsiteY43" fmla="*/ 367146 h 922689"/>
              <a:gd name="connsiteX44" fmla="*/ 297407 w 739003"/>
              <a:gd name="connsiteY44" fmla="*/ 411571 h 922689"/>
              <a:gd name="connsiteX45" fmla="*/ 190622 w 739003"/>
              <a:gd name="connsiteY45" fmla="*/ 411571 h 922689"/>
              <a:gd name="connsiteX46" fmla="*/ 190622 w 739003"/>
              <a:gd name="connsiteY46" fmla="*/ 51593 h 922689"/>
              <a:gd name="connsiteX47" fmla="*/ 210900 w 739003"/>
              <a:gd name="connsiteY47" fmla="*/ 31315 h 922689"/>
              <a:gd name="connsiteX48" fmla="*/ 653888 w 739003"/>
              <a:gd name="connsiteY48" fmla="*/ 31315 h 922689"/>
              <a:gd name="connsiteX49" fmla="*/ 707465 w 739003"/>
              <a:gd name="connsiteY49" fmla="*/ 726239 h 922689"/>
              <a:gd name="connsiteX50" fmla="*/ 422305 w 739003"/>
              <a:gd name="connsiteY50" fmla="*/ 890879 h 922689"/>
              <a:gd name="connsiteX51" fmla="*/ 422305 w 739003"/>
              <a:gd name="connsiteY51" fmla="*/ 209213 h 922689"/>
              <a:gd name="connsiteX52" fmla="*/ 429449 w 739003"/>
              <a:gd name="connsiteY52" fmla="*/ 196711 h 922689"/>
              <a:gd name="connsiteX53" fmla="*/ 703102 w 739003"/>
              <a:gd name="connsiteY53" fmla="*/ 37091 h 922689"/>
              <a:gd name="connsiteX54" fmla="*/ 709092 w 739003"/>
              <a:gd name="connsiteY54" fmla="*/ 49444 h 922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739003" h="922689">
                <a:moveTo>
                  <a:pt x="738897" y="48402"/>
                </a:moveTo>
                <a:lnTo>
                  <a:pt x="738971" y="24664"/>
                </a:lnTo>
                <a:lnTo>
                  <a:pt x="738971" y="24701"/>
                </a:lnTo>
                <a:cubicBezTo>
                  <a:pt x="738971" y="15883"/>
                  <a:pt x="734283" y="7735"/>
                  <a:pt x="726656" y="3344"/>
                </a:cubicBezTo>
                <a:cubicBezTo>
                  <a:pt x="719028" y="-1083"/>
                  <a:pt x="709652" y="-1121"/>
                  <a:pt x="701988" y="3270"/>
                </a:cubicBezTo>
                <a:cubicBezTo>
                  <a:pt x="697746" y="2116"/>
                  <a:pt x="693356" y="1521"/>
                  <a:pt x="688928" y="1521"/>
                </a:cubicBezTo>
                <a:lnTo>
                  <a:pt x="210887" y="1521"/>
                </a:lnTo>
                <a:cubicBezTo>
                  <a:pt x="183280" y="1558"/>
                  <a:pt x="160881" y="23957"/>
                  <a:pt x="160844" y="51601"/>
                </a:cubicBezTo>
                <a:lnTo>
                  <a:pt x="160844" y="411580"/>
                </a:lnTo>
                <a:lnTo>
                  <a:pt x="14883" y="411580"/>
                </a:lnTo>
                <a:cubicBezTo>
                  <a:pt x="6660" y="411580"/>
                  <a:pt x="0" y="418240"/>
                  <a:pt x="0" y="426463"/>
                </a:cubicBezTo>
                <a:cubicBezTo>
                  <a:pt x="0" y="434723"/>
                  <a:pt x="6660" y="441383"/>
                  <a:pt x="14883" y="441383"/>
                </a:cubicBezTo>
                <a:lnTo>
                  <a:pt x="160844" y="441383"/>
                </a:lnTo>
                <a:lnTo>
                  <a:pt x="160844" y="682079"/>
                </a:lnTo>
                <a:cubicBezTo>
                  <a:pt x="160844" y="709724"/>
                  <a:pt x="183243" y="732160"/>
                  <a:pt x="210887" y="732197"/>
                </a:cubicBezTo>
                <a:lnTo>
                  <a:pt x="392491" y="732197"/>
                </a:lnTo>
                <a:lnTo>
                  <a:pt x="392491" y="895532"/>
                </a:lnTo>
                <a:cubicBezTo>
                  <a:pt x="392417" y="905242"/>
                  <a:pt x="397589" y="914209"/>
                  <a:pt x="405997" y="918972"/>
                </a:cubicBezTo>
                <a:cubicBezTo>
                  <a:pt x="414406" y="923922"/>
                  <a:pt x="424787" y="923922"/>
                  <a:pt x="433196" y="919009"/>
                </a:cubicBezTo>
                <a:lnTo>
                  <a:pt x="729776" y="747778"/>
                </a:lnTo>
                <a:cubicBezTo>
                  <a:pt x="734353" y="745100"/>
                  <a:pt x="737218" y="740225"/>
                  <a:pt x="737218" y="734904"/>
                </a:cubicBezTo>
                <a:lnTo>
                  <a:pt x="737329" y="694832"/>
                </a:lnTo>
                <a:cubicBezTo>
                  <a:pt x="738446" y="690665"/>
                  <a:pt x="739004" y="686387"/>
                  <a:pt x="739004" y="682071"/>
                </a:cubicBezTo>
                <a:lnTo>
                  <a:pt x="739004" y="51602"/>
                </a:lnTo>
                <a:cubicBezTo>
                  <a:pt x="739004" y="50523"/>
                  <a:pt x="738967" y="49481"/>
                  <a:pt x="738891" y="48402"/>
                </a:cubicBezTo>
                <a:close/>
                <a:moveTo>
                  <a:pt x="414418" y="170960"/>
                </a:moveTo>
                <a:lnTo>
                  <a:pt x="414418" y="170997"/>
                </a:lnTo>
                <a:cubicBezTo>
                  <a:pt x="400689" y="178774"/>
                  <a:pt x="392318" y="193433"/>
                  <a:pt x="392503" y="209209"/>
                </a:cubicBezTo>
                <a:lnTo>
                  <a:pt x="392503" y="702423"/>
                </a:lnTo>
                <a:lnTo>
                  <a:pt x="210900" y="702423"/>
                </a:lnTo>
                <a:cubicBezTo>
                  <a:pt x="199700" y="702386"/>
                  <a:pt x="190622" y="693270"/>
                  <a:pt x="190622" y="682071"/>
                </a:cubicBezTo>
                <a:lnTo>
                  <a:pt x="190622" y="441374"/>
                </a:lnTo>
                <a:lnTo>
                  <a:pt x="297407" y="441374"/>
                </a:lnTo>
                <a:cubicBezTo>
                  <a:pt x="283268" y="456220"/>
                  <a:pt x="269129" y="471028"/>
                  <a:pt x="254954" y="485837"/>
                </a:cubicBezTo>
                <a:lnTo>
                  <a:pt x="254991" y="485837"/>
                </a:lnTo>
                <a:cubicBezTo>
                  <a:pt x="249298" y="491790"/>
                  <a:pt x="249522" y="501241"/>
                  <a:pt x="255475" y="506896"/>
                </a:cubicBezTo>
                <a:cubicBezTo>
                  <a:pt x="261428" y="512589"/>
                  <a:pt x="270841" y="512365"/>
                  <a:pt x="276534" y="506412"/>
                </a:cubicBezTo>
                <a:cubicBezTo>
                  <a:pt x="298672" y="483194"/>
                  <a:pt x="320810" y="459977"/>
                  <a:pt x="342986" y="436760"/>
                </a:cubicBezTo>
                <a:cubicBezTo>
                  <a:pt x="343134" y="436612"/>
                  <a:pt x="343283" y="436426"/>
                  <a:pt x="343432" y="436239"/>
                </a:cubicBezTo>
                <a:cubicBezTo>
                  <a:pt x="348306" y="430658"/>
                  <a:pt x="348344" y="422324"/>
                  <a:pt x="343470" y="416705"/>
                </a:cubicBezTo>
                <a:cubicBezTo>
                  <a:pt x="343320" y="416519"/>
                  <a:pt x="343134" y="416334"/>
                  <a:pt x="342986" y="416147"/>
                </a:cubicBezTo>
                <a:lnTo>
                  <a:pt x="276534" y="346570"/>
                </a:lnTo>
                <a:cubicBezTo>
                  <a:pt x="270841" y="340617"/>
                  <a:pt x="261428" y="340394"/>
                  <a:pt x="255475" y="346087"/>
                </a:cubicBezTo>
                <a:cubicBezTo>
                  <a:pt x="249522" y="351779"/>
                  <a:pt x="249298" y="361193"/>
                  <a:pt x="254991" y="367146"/>
                </a:cubicBezTo>
                <a:lnTo>
                  <a:pt x="297407" y="411571"/>
                </a:lnTo>
                <a:lnTo>
                  <a:pt x="190622" y="411571"/>
                </a:lnTo>
                <a:lnTo>
                  <a:pt x="190622" y="51593"/>
                </a:lnTo>
                <a:cubicBezTo>
                  <a:pt x="190659" y="40393"/>
                  <a:pt x="199737" y="31315"/>
                  <a:pt x="210900" y="31315"/>
                </a:cubicBezTo>
                <a:lnTo>
                  <a:pt x="653888" y="31315"/>
                </a:lnTo>
                <a:close/>
                <a:moveTo>
                  <a:pt x="707465" y="726239"/>
                </a:moveTo>
                <a:lnTo>
                  <a:pt x="422305" y="890879"/>
                </a:lnTo>
                <a:lnTo>
                  <a:pt x="422305" y="209213"/>
                </a:lnTo>
                <a:cubicBezTo>
                  <a:pt x="422157" y="204041"/>
                  <a:pt x="424909" y="199204"/>
                  <a:pt x="429449" y="196711"/>
                </a:cubicBezTo>
                <a:lnTo>
                  <a:pt x="703102" y="37091"/>
                </a:lnTo>
                <a:cubicBezTo>
                  <a:pt x="706488" y="40403"/>
                  <a:pt x="708609" y="44756"/>
                  <a:pt x="709092" y="49444"/>
                </a:cubicBezTo>
                <a:close/>
              </a:path>
            </a:pathLst>
          </a:custGeom>
          <a:solidFill>
            <a:srgbClr val="5B859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7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E589D3-7A6F-AD24-F29A-A9592435881C}"/>
              </a:ext>
            </a:extLst>
          </p:cNvPr>
          <p:cNvSpPr/>
          <p:nvPr/>
        </p:nvSpPr>
        <p:spPr>
          <a:xfrm>
            <a:off x="0" y="1900519"/>
            <a:ext cx="12192000" cy="4957482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929C9-22B2-3358-78AA-C04EDF4A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As a first step, the tagged referral data was transformed into a weighted network graph and analyzed using network intelligence algorithms to identify key HCP personas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0516A-7441-010A-91B4-BBEA55B09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3</a:t>
            </a:fld>
            <a:endParaRPr lang="ja-JP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495E1-9294-6E46-867C-D6197845E407}"/>
              </a:ext>
            </a:extLst>
          </p:cNvPr>
          <p:cNvSpPr txBox="1"/>
          <p:nvPr/>
        </p:nvSpPr>
        <p:spPr>
          <a:xfrm>
            <a:off x="1449184" y="2611196"/>
            <a:ext cx="9949294" cy="1338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+mj-lt"/>
              <a:buAutoNum type="arabicPeriod"/>
              <a:tabLst/>
              <a:defRPr/>
            </a:pPr>
            <a:r>
              <a:rPr lang="en-US" sz="1200" b="1">
                <a:latin typeface="+mj-lt"/>
              </a:rPr>
              <a:t>HCP Referral Relationships: </a:t>
            </a:r>
            <a:r>
              <a:rPr lang="en-US" sz="1200">
                <a:latin typeface="+mj-lt"/>
              </a:rPr>
              <a:t>Identify the way HCPs within the universe interact with each other through patient hand-offs to ascertain what qualifies as referrals vs what might be disjointed interactions.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+mj-lt"/>
              <a:buAutoNum type="arabicPeriod"/>
              <a:tabLst/>
              <a:defRPr/>
            </a:pPr>
            <a:r>
              <a:rPr lang="en-US" sz="1200" b="1">
                <a:latin typeface="+mj-lt"/>
              </a:rPr>
              <a:t>NT1 Referral Network Graph</a:t>
            </a:r>
            <a:r>
              <a:rPr lang="en-US" sz="1200">
                <a:latin typeface="+mj-lt"/>
              </a:rPr>
              <a:t>: Establish the provider-patient-provider transitions through their the NT1 journey and surface the established referral routes within the market.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+mj-lt"/>
              <a:buAutoNum type="arabicPeriod"/>
              <a:tabLst/>
              <a:defRPr/>
            </a:pPr>
            <a:r>
              <a:rPr lang="en-US" sz="1200" b="1">
                <a:latin typeface="+mj-lt"/>
              </a:rPr>
              <a:t>HCP Personas</a:t>
            </a:r>
            <a:r>
              <a:rPr lang="en-US" sz="1200">
                <a:latin typeface="+mj-lt"/>
              </a:rPr>
              <a:t>: Isolate and tag the HCPs who play an influential and distinct role in the NT1 patients’ referral journey persistently.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endParaRPr lang="en-US" sz="1200">
              <a:latin typeface="+mj-lt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F7710386-48C6-29A8-142E-A80E0A44AD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5441636"/>
                  </p:ext>
                </p:extLst>
              </p:nvPr>
            </p:nvGraphicFramePr>
            <p:xfrm>
              <a:off x="1790700" y="4220942"/>
              <a:ext cx="4064000" cy="2286000"/>
            </p:xfrm>
            <a:graphic>
              <a:graphicData uri="http://schemas.microsoft.com/office/powerpoint/2016/slidezoom">
                <pslz:sldZm>
                  <pslz:sldZmObj sldId="2145707075" cId="2585623934">
                    <pslz:zmPr id="{14E5E714-3FAA-4F98-B9F3-C3052B170D6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64000" cy="2286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7710386-48C6-29A8-142E-A80E0A44AD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0700" y="4220942"/>
                <a:ext cx="4064000" cy="2286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051B786-A206-C0D7-E48F-ADC8D608E467}"/>
              </a:ext>
            </a:extLst>
          </p:cNvPr>
          <p:cNvGrpSpPr/>
          <p:nvPr/>
        </p:nvGrpSpPr>
        <p:grpSpPr>
          <a:xfrm>
            <a:off x="4152900" y="1233488"/>
            <a:ext cx="4171950" cy="501069"/>
            <a:chOff x="4152900" y="1233488"/>
            <a:chExt cx="4171950" cy="501069"/>
          </a:xfrm>
        </p:grpSpPr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C0E5E186-CA6B-EE09-BE82-214A4DE6C588}"/>
                </a:ext>
              </a:extLst>
            </p:cNvPr>
            <p:cNvSpPr/>
            <p:nvPr/>
          </p:nvSpPr>
          <p:spPr>
            <a:xfrm>
              <a:off x="4152900" y="1282120"/>
              <a:ext cx="4171950" cy="452437"/>
            </a:xfrm>
            <a:prstGeom prst="round2SameRect">
              <a:avLst>
                <a:gd name="adj1" fmla="val 0"/>
                <a:gd name="adj2" fmla="val 21895"/>
              </a:avLst>
            </a:prstGeom>
            <a:solidFill>
              <a:schemeClr val="accent5">
                <a:lumMod val="25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DC55CF61-CDF7-7FC7-E72B-7D1A6B862561}"/>
                </a:ext>
              </a:extLst>
            </p:cNvPr>
            <p:cNvSpPr/>
            <p:nvPr/>
          </p:nvSpPr>
          <p:spPr>
            <a:xfrm>
              <a:off x="4152900" y="1233488"/>
              <a:ext cx="4171950" cy="452437"/>
            </a:xfrm>
            <a:prstGeom prst="round2SameRect">
              <a:avLst>
                <a:gd name="adj1" fmla="val 0"/>
                <a:gd name="adj2" fmla="val 21895"/>
              </a:avLst>
            </a:prstGeom>
            <a:solidFill>
              <a:schemeClr val="accent5">
                <a:lumMod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b="1">
                  <a:solidFill>
                    <a:schemeClr val="bg1"/>
                  </a:solidFill>
                </a:rPr>
                <a:t>Referral Network Overview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528BBE8-1888-D31B-D9CB-58940F00DB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5858631"/>
                  </p:ext>
                </p:extLst>
              </p:nvPr>
            </p:nvGraphicFramePr>
            <p:xfrm>
              <a:off x="7462916" y="4220942"/>
              <a:ext cx="4056888" cy="2282000"/>
            </p:xfrm>
            <a:graphic>
              <a:graphicData uri="http://schemas.microsoft.com/office/powerpoint/2016/slidezoom">
                <pslz:sldZm>
                  <pslz:sldZmObj sldId="2145707099" cId="4270929345">
                    <pslz:zmPr id="{07FFB501-D3AA-42E7-9C65-5A375CC246B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528BBE8-1888-D31B-D9CB-58940F00DB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62916" y="4220942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9E28C6B-87D6-B171-A411-DB96295CAD1A}"/>
              </a:ext>
            </a:extLst>
          </p:cNvPr>
          <p:cNvGrpSpPr/>
          <p:nvPr/>
        </p:nvGrpSpPr>
        <p:grpSpPr>
          <a:xfrm>
            <a:off x="0" y="1480078"/>
            <a:ext cx="2384577" cy="877305"/>
            <a:chOff x="0" y="1480078"/>
            <a:chExt cx="2384577" cy="877305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7FAD17B7-A62A-FE6D-7ECA-DC7E4443DA11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580973"/>
              <a:ext cx="2011056" cy="675514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7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F02E4A62-2FDB-B108-2487-2B0D268E0400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80078"/>
              <a:ext cx="2273617" cy="877305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50000"/>
              </a:schemeClr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Key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385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F214-CC73-8F2A-266D-6573422F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C28E5F-5593-754C-558C-739558E81C9C}"/>
              </a:ext>
            </a:extLst>
          </p:cNvPr>
          <p:cNvSpPr/>
          <p:nvPr/>
        </p:nvSpPr>
        <p:spPr>
          <a:xfrm>
            <a:off x="1133337" y="69513"/>
            <a:ext cx="3780065" cy="85164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r>
              <a:rPr kumimoji="1" lang="en-US" sz="2000" b="1"/>
              <a:t>Executive Summary </a:t>
            </a:r>
            <a:r>
              <a:rPr kumimoji="1" lang="en-US" sz="2000"/>
              <a:t>| </a:t>
            </a:r>
            <a:r>
              <a:rPr kumimoji="1" lang="en-US" sz="2000" i="1"/>
              <a:t>Referral Network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0A026-5F61-DFE8-AA29-928B809CF28E}"/>
              </a:ext>
            </a:extLst>
          </p:cNvPr>
          <p:cNvSpPr txBox="1"/>
          <p:nvPr/>
        </p:nvSpPr>
        <p:spPr>
          <a:xfrm>
            <a:off x="7939333" y="1073855"/>
            <a:ext cx="4138366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400" b="1"/>
              <a:t>Preliminary Recommendations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52B02-2839-FC1D-3A28-995607679664}"/>
              </a:ext>
            </a:extLst>
          </p:cNvPr>
          <p:cNvSpPr txBox="1"/>
          <p:nvPr/>
        </p:nvSpPr>
        <p:spPr>
          <a:xfrm>
            <a:off x="1705707" y="1073855"/>
            <a:ext cx="5932051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400" b="1"/>
              <a:t>Insights</a:t>
            </a:r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CD310-5940-D262-47C3-918DC3FF96EE}"/>
              </a:ext>
            </a:extLst>
          </p:cNvPr>
          <p:cNvSpPr/>
          <p:nvPr/>
        </p:nvSpPr>
        <p:spPr>
          <a:xfrm>
            <a:off x="1705708" y="1480078"/>
            <a:ext cx="5932051" cy="1531809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Of the 299k HCPs interacting with NT patients, 67k are active in referrals and </a:t>
            </a:r>
            <a:r>
              <a:rPr lang="en-US" sz="1200" b="1">
                <a:solidFill>
                  <a:srgbClr val="34373F"/>
                </a:solidFill>
              </a:rPr>
              <a:t>a core 3.1k hold an established, recurring role within the referral network, accounting for 53% of decile 5-10 target coverage.</a:t>
            </a:r>
            <a:endParaRPr lang="en-US" sz="1200">
              <a:solidFill>
                <a:srgbClr val="34373F"/>
              </a:solidFill>
            </a:endParaRP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This group is primary led by Sleep Specialists (28%), PCPs (21%), and Pulmonologists (19%).</a:t>
            </a:r>
            <a:endParaRPr lang="en-US" sz="1200" b="1">
              <a:solidFill>
                <a:srgbClr val="34373F"/>
              </a:solidFill>
            </a:endParaRP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The 3.1k core is geographically concentrated in Ohio, Michigan, Texas, and California, with sparser representation across central and southern markets.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52DF0D-DCAC-56E1-9E89-CB6A354842E6}"/>
              </a:ext>
            </a:extLst>
          </p:cNvPr>
          <p:cNvGrpSpPr/>
          <p:nvPr/>
        </p:nvGrpSpPr>
        <p:grpSpPr>
          <a:xfrm>
            <a:off x="1" y="1807330"/>
            <a:ext cx="1617784" cy="877305"/>
            <a:chOff x="1" y="1807330"/>
            <a:chExt cx="1617784" cy="877305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505A9638-B320-1896-E766-3DF392A6B167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908225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C0BC0F37-3F89-4EBC-61B2-71429A7409EF}"/>
                </a:ext>
              </a:extLst>
            </p:cNvPr>
            <p:cNvSpPr txBox="1">
              <a:spLocks/>
            </p:cNvSpPr>
            <p:nvPr/>
          </p:nvSpPr>
          <p:spPr>
            <a:xfrm>
              <a:off x="1" y="1807330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Network Structure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ADEFEA6-729D-74E9-E699-292D54DB65DB}"/>
              </a:ext>
            </a:extLst>
          </p:cNvPr>
          <p:cNvSpPr/>
          <p:nvPr/>
        </p:nvSpPr>
        <p:spPr>
          <a:xfrm>
            <a:off x="7939333" y="1480076"/>
            <a:ext cx="4138367" cy="5306206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Super </a:t>
            </a:r>
            <a:r>
              <a:rPr lang="en-US" sz="1200" b="1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Diagnosers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and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Super Treaters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should be the primary conversion targets at launch given their high NT patient volumes and central role within the referral network. </a:t>
            </a:r>
          </a:p>
          <a:p>
            <a:pPr marL="509588" lvl="1" indent="-2222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Early engagement should focus on mechanism differentiation, clinical benefits, and identifying appropriate patients for </a:t>
            </a:r>
            <a:r>
              <a:rPr lang="en-US" sz="1200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treatment.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Bridgers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can play an important role in expanding referral flow across the broader NT1 ecosystem by connecting community HCPs to key diagnosing and treating centers.</a:t>
            </a:r>
          </a:p>
          <a:p>
            <a:pPr marL="511175" lvl="1" indent="-223838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Targeted education around referral pathways, patient identification, and care coordination can help scale adoption beyond the initial anchor accounts.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Key Influencers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should be activated closer to launch to drive peer-to-peer awareness and broader network adoption. </a:t>
            </a:r>
          </a:p>
          <a:p>
            <a:pPr marL="511175" lvl="1" indent="-223838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Given their strong cross-network connectivity, early conversion within this group can accelerate confidence and uptake across a wider HCP base without requiring broad-based outreach.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Super Referrers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should remain consistently engaged post-launch to sustain referral momentum into the NT1 treatment pathway. </a:t>
            </a:r>
          </a:p>
          <a:p>
            <a:pPr marL="511175" lvl="1" indent="-223838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Reinforcing referral triggers, treatment awareness, and center connectivity can help maintain long-term patient flow into the ecosystem.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169F6-3F92-E234-995C-6DBFD99AE467}"/>
              </a:ext>
            </a:extLst>
          </p:cNvPr>
          <p:cNvSpPr/>
          <p:nvPr/>
        </p:nvSpPr>
        <p:spPr>
          <a:xfrm>
            <a:off x="1705708" y="3429000"/>
            <a:ext cx="5932051" cy="2488702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Super </a:t>
            </a:r>
            <a:r>
              <a:rPr lang="en-US" sz="1200" b="1" err="1">
                <a:solidFill>
                  <a:srgbClr val="34373F"/>
                </a:solidFill>
              </a:rPr>
              <a:t>Diagnosers</a:t>
            </a:r>
            <a:r>
              <a:rPr lang="en-US" sz="1200">
                <a:solidFill>
                  <a:srgbClr val="34373F"/>
                </a:solidFill>
              </a:rPr>
              <a:t> (n=717) and </a:t>
            </a:r>
            <a:r>
              <a:rPr lang="en-US" sz="1200" b="1">
                <a:solidFill>
                  <a:srgbClr val="34373F"/>
                </a:solidFill>
              </a:rPr>
              <a:t>Super Treaters </a:t>
            </a:r>
            <a:r>
              <a:rPr lang="en-US" sz="1200">
                <a:solidFill>
                  <a:srgbClr val="34373F"/>
                </a:solidFill>
              </a:rPr>
              <a:t>(n=315) are the </a:t>
            </a:r>
            <a:r>
              <a:rPr lang="en-US" sz="1200" b="1">
                <a:solidFill>
                  <a:srgbClr val="34373F"/>
                </a:solidFill>
              </a:rPr>
              <a:t>clinical anchors of the network</a:t>
            </a:r>
            <a:r>
              <a:rPr lang="en-US" sz="1200">
                <a:solidFill>
                  <a:srgbClr val="34373F"/>
                </a:solidFill>
              </a:rPr>
              <a:t>, concentrated in Sleep Medicine and Pulmonology/Neurology, managing NT patient volumes 16x and 7x the market average respectively. Both </a:t>
            </a:r>
            <a:r>
              <a:rPr lang="en-US" sz="1200" b="1">
                <a:solidFill>
                  <a:srgbClr val="34373F"/>
                </a:solidFill>
              </a:rPr>
              <a:t>skew strongly toward the Innovator attitudinal segment</a:t>
            </a:r>
            <a:r>
              <a:rPr lang="en-US" sz="1200">
                <a:solidFill>
                  <a:srgbClr val="34373F"/>
                </a:solidFill>
              </a:rPr>
              <a:t> (73–75%)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A key group of HCPs act as </a:t>
            </a:r>
            <a:r>
              <a:rPr lang="en-US" sz="1200" b="1">
                <a:solidFill>
                  <a:srgbClr val="34373F"/>
                </a:solidFill>
              </a:rPr>
              <a:t>Bridgers</a:t>
            </a:r>
            <a:r>
              <a:rPr lang="en-US" sz="1200">
                <a:solidFill>
                  <a:srgbClr val="34373F"/>
                </a:solidFill>
              </a:rPr>
              <a:t> (n=280) directing patients from the broader HCP universe to these clinical anchors, ensuring patients </a:t>
            </a:r>
            <a:r>
              <a:rPr lang="en-US" sz="1200" b="1">
                <a:solidFill>
                  <a:srgbClr val="34373F"/>
                </a:solidFill>
              </a:rPr>
              <a:t>receive appropriate care immediately post referral</a:t>
            </a:r>
            <a:r>
              <a:rPr lang="en-US" sz="1200">
                <a:solidFill>
                  <a:srgbClr val="34373F"/>
                </a:solidFill>
              </a:rPr>
              <a:t>. 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Key Influencers</a:t>
            </a:r>
            <a:r>
              <a:rPr lang="en-US" sz="1200">
                <a:solidFill>
                  <a:srgbClr val="34373F"/>
                </a:solidFill>
              </a:rPr>
              <a:t> (n=1,271) </a:t>
            </a:r>
            <a:r>
              <a:rPr lang="en-US" sz="1200" b="1">
                <a:solidFill>
                  <a:srgbClr val="34373F"/>
                </a:solidFill>
              </a:rPr>
              <a:t>are the most cross-connected HCPs</a:t>
            </a:r>
            <a:r>
              <a:rPr lang="en-US" sz="1200">
                <a:solidFill>
                  <a:srgbClr val="34373F"/>
                </a:solidFill>
              </a:rPr>
              <a:t>, managing ~9 NT patients per HCP (Top 90</a:t>
            </a:r>
            <a:r>
              <a:rPr lang="en-US" sz="1200" baseline="30000">
                <a:solidFill>
                  <a:srgbClr val="34373F"/>
                </a:solidFill>
              </a:rPr>
              <a:t>th</a:t>
            </a:r>
            <a:r>
              <a:rPr lang="en-US" sz="1200">
                <a:solidFill>
                  <a:srgbClr val="34373F"/>
                </a:solidFill>
              </a:rPr>
              <a:t> Percentile) and connecting various parts of the referral network.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549 Super Referrers consistently forward patients toward the NT1 care pathway</a:t>
            </a:r>
            <a:r>
              <a:rPr lang="en-US" sz="1200">
                <a:solidFill>
                  <a:srgbClr val="34373F"/>
                </a:solidFill>
              </a:rPr>
              <a:t> and are PCP-dominant (53%).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D85633-BF7A-86E6-F0D7-6794E1E5ED2F}"/>
              </a:ext>
            </a:extLst>
          </p:cNvPr>
          <p:cNvGrpSpPr/>
          <p:nvPr/>
        </p:nvGrpSpPr>
        <p:grpSpPr>
          <a:xfrm>
            <a:off x="1" y="4234699"/>
            <a:ext cx="1617784" cy="877305"/>
            <a:chOff x="1" y="3589709"/>
            <a:chExt cx="1617784" cy="877305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AFE4D095-92EB-AC6F-7FFC-0BACCBD5CA6D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3690604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F5B8DE8-85C8-7460-4E23-9AF3B2E0B813}"/>
                </a:ext>
              </a:extLst>
            </p:cNvPr>
            <p:cNvSpPr txBox="1">
              <a:spLocks/>
            </p:cNvSpPr>
            <p:nvPr/>
          </p:nvSpPr>
          <p:spPr>
            <a:xfrm>
              <a:off x="1" y="3589709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HCP Roles Within the Network</a:t>
              </a:r>
            </a:p>
          </p:txBody>
        </p:sp>
      </p:grpSp>
      <p:sp>
        <p:nvSpPr>
          <p:cNvPr id="5" name="Freeform 949">
            <a:extLst>
              <a:ext uri="{FF2B5EF4-FFF2-40B4-BE49-F238E27FC236}">
                <a16:creationId xmlns:a16="http://schemas.microsoft.com/office/drawing/2014/main" id="{BF0C22B6-22B5-33C7-1C6B-0FE034338A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004" y="246723"/>
            <a:ext cx="487475" cy="497225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67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F474-273D-1772-7EB9-5EFB82B7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7FF4D-708E-788D-8854-CD21DFAE1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JP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1067AE-380F-BF48-A967-835B98A8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Leveraging the referral network, we deep-dive into insights across geography, patient flow, and influence dynamics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D7C6F-681E-CE86-3EFB-A53F4C2EB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5</a:t>
            </a:fld>
            <a:endParaRPr lang="ja-JP" altLang="en-US"/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1D4A52ED-BBBD-1C48-C40F-C35D57416DD7}"/>
              </a:ext>
            </a:extLst>
          </p:cNvPr>
          <p:cNvSpPr>
            <a:spLocks/>
          </p:cNvSpPr>
          <p:nvPr/>
        </p:nvSpPr>
        <p:spPr bwMode="auto">
          <a:xfrm>
            <a:off x="448524" y="2357720"/>
            <a:ext cx="3763882" cy="4500279"/>
          </a:xfrm>
          <a:prstGeom prst="roundRect">
            <a:avLst>
              <a:gd name="adj" fmla="val 423"/>
            </a:avLst>
          </a:prstGeom>
          <a:solidFill>
            <a:schemeClr val="accent5"/>
          </a:solidFill>
          <a:ln w="254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853E33-6556-749B-C996-27692906E86A}"/>
              </a:ext>
            </a:extLst>
          </p:cNvPr>
          <p:cNvSpPr txBox="1"/>
          <p:nvPr/>
        </p:nvSpPr>
        <p:spPr>
          <a:xfrm>
            <a:off x="501665" y="3025384"/>
            <a:ext cx="3657600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1200" b="1"/>
              <a:t>Ecosystem Segmentation</a:t>
            </a:r>
            <a:r>
              <a:rPr lang="en-US" sz="1200"/>
              <a:t>: Clustered self sustained regional referral ecosystems to reveal communities of strong referral relationships</a:t>
            </a:r>
          </a:p>
          <a:p>
            <a:pPr marL="180000" indent="-180000"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1200" b="1"/>
              <a:t>Regional Profiling:</a:t>
            </a:r>
            <a:r>
              <a:rPr lang="en-US" sz="1200"/>
              <a:t> Aggregated network metrics at regional level to understand the differences in care patterns</a:t>
            </a:r>
          </a:p>
        </p:txBody>
      </p:sp>
      <p:sp>
        <p:nvSpPr>
          <p:cNvPr id="59" name="Freeform 5">
            <a:extLst>
              <a:ext uri="{FF2B5EF4-FFF2-40B4-BE49-F238E27FC236}">
                <a16:creationId xmlns:a16="http://schemas.microsoft.com/office/drawing/2014/main" id="{079F725A-5B3F-9A9A-6D3D-57FC99C0EAE0}"/>
              </a:ext>
            </a:extLst>
          </p:cNvPr>
          <p:cNvSpPr>
            <a:spLocks/>
          </p:cNvSpPr>
          <p:nvPr/>
        </p:nvSpPr>
        <p:spPr bwMode="auto">
          <a:xfrm>
            <a:off x="4306901" y="2357720"/>
            <a:ext cx="3752660" cy="4500280"/>
          </a:xfrm>
          <a:prstGeom prst="roundRect">
            <a:avLst>
              <a:gd name="adj" fmla="val 812"/>
            </a:avLst>
          </a:prstGeom>
          <a:solidFill>
            <a:schemeClr val="accent5"/>
          </a:solidFill>
          <a:ln w="254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5D938A-0D87-58C4-507F-3D46ECE4DB6B}"/>
              </a:ext>
            </a:extLst>
          </p:cNvPr>
          <p:cNvSpPr txBox="1"/>
          <p:nvPr/>
        </p:nvSpPr>
        <p:spPr>
          <a:xfrm>
            <a:off x="4354431" y="3025384"/>
            <a:ext cx="3657600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latin typeface="+mj-lt"/>
              </a:rPr>
              <a:t>Patient Journey Leakage</a:t>
            </a:r>
            <a:r>
              <a:rPr lang="en-US" sz="1200">
                <a:latin typeface="+mj-lt"/>
              </a:rPr>
              <a:t>: Identified where patients stall, divert, or temporarily exit the referral pathway before correct diagnosis or treatment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latin typeface="+mj-lt"/>
              </a:rPr>
              <a:t>HCP Barrier Profiling:</a:t>
            </a:r>
            <a:r>
              <a:rPr lang="en-US" sz="1200">
                <a:latin typeface="+mj-lt"/>
              </a:rPr>
              <a:t> Characterized systemic patterns of patient leakage to uncover the HCPs, and geographies requiring focused intervention</a:t>
            </a:r>
          </a:p>
        </p:txBody>
      </p:sp>
      <p:sp>
        <p:nvSpPr>
          <p:cNvPr id="60" name="Freeform 5">
            <a:extLst>
              <a:ext uri="{FF2B5EF4-FFF2-40B4-BE49-F238E27FC236}">
                <a16:creationId xmlns:a16="http://schemas.microsoft.com/office/drawing/2014/main" id="{41951F52-7980-2FCC-AB08-8F497E4CCFEF}"/>
              </a:ext>
            </a:extLst>
          </p:cNvPr>
          <p:cNvSpPr>
            <a:spLocks/>
          </p:cNvSpPr>
          <p:nvPr/>
        </p:nvSpPr>
        <p:spPr bwMode="auto">
          <a:xfrm>
            <a:off x="8154055" y="2357720"/>
            <a:ext cx="3752660" cy="4500280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254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93DA1AF-89C3-D36D-C681-A0A478F205EE}"/>
              </a:ext>
            </a:extLst>
          </p:cNvPr>
          <p:cNvSpPr txBox="1"/>
          <p:nvPr/>
        </p:nvSpPr>
        <p:spPr>
          <a:xfrm>
            <a:off x="8201585" y="3025384"/>
            <a:ext cx="3657600" cy="2000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latin typeface="+mj-lt"/>
              </a:rPr>
              <a:t>Diffusion Readiness Assessment</a:t>
            </a:r>
            <a:r>
              <a:rPr lang="en-US" sz="1200">
                <a:latin typeface="+mj-lt"/>
              </a:rPr>
              <a:t>: Evaluated how adoption propagates across referral relationships and connected networks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latin typeface="+mj-lt"/>
              </a:rPr>
              <a:t>Influence Landscape Mapping:</a:t>
            </a:r>
            <a:r>
              <a:rPr lang="en-US" sz="1200">
                <a:latin typeface="+mj-lt"/>
              </a:rPr>
              <a:t> Identified providers with most prominent social and research influence amongst their peers and identified the Key leaders of social influence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4373F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>
                <a:latin typeface="+mj-lt"/>
              </a:rPr>
              <a:t>KOL Overlap Assessment</a:t>
            </a:r>
            <a:r>
              <a:rPr lang="en-US" sz="1200">
                <a:latin typeface="+mj-lt"/>
              </a:rPr>
              <a:t>: Assessed how many KOLs overlap with the identified key persona HCPs and why the rest of the KOLs are not tagged as such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4EB134-2484-179B-F77E-58265A9D5883}"/>
              </a:ext>
            </a:extLst>
          </p:cNvPr>
          <p:cNvGrpSpPr/>
          <p:nvPr/>
        </p:nvGrpSpPr>
        <p:grpSpPr>
          <a:xfrm>
            <a:off x="4444403" y="1233488"/>
            <a:ext cx="3477656" cy="501069"/>
            <a:chOff x="354326" y="1233488"/>
            <a:chExt cx="11483348" cy="50106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D21439C-1558-9A43-7314-9FF6FCAA2935}"/>
                </a:ext>
              </a:extLst>
            </p:cNvPr>
            <p:cNvGrpSpPr/>
            <p:nvPr/>
          </p:nvGrpSpPr>
          <p:grpSpPr>
            <a:xfrm>
              <a:off x="1624529" y="1233488"/>
              <a:ext cx="8942944" cy="501069"/>
              <a:chOff x="1624529" y="1233488"/>
              <a:chExt cx="8942944" cy="501069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C62B7D6A-E6DC-2DFB-5650-865BD2E35F37}"/>
                  </a:ext>
                </a:extLst>
              </p:cNvPr>
              <p:cNvSpPr/>
              <p:nvPr/>
            </p:nvSpPr>
            <p:spPr>
              <a:xfrm>
                <a:off x="1624529" y="1282120"/>
                <a:ext cx="8942944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25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/>
              </a:p>
            </p:txBody>
          </p:sp>
          <p:sp>
            <p:nvSpPr>
              <p:cNvPr id="9" name="Rectangle: Top Corners Rounded 8">
                <a:extLst>
                  <a:ext uri="{FF2B5EF4-FFF2-40B4-BE49-F238E27FC236}">
                    <a16:creationId xmlns:a16="http://schemas.microsoft.com/office/drawing/2014/main" id="{23CCD0F8-9AE0-A951-FAA8-1D817A1AC069}"/>
                  </a:ext>
                </a:extLst>
              </p:cNvPr>
              <p:cNvSpPr/>
              <p:nvPr/>
            </p:nvSpPr>
            <p:spPr>
              <a:xfrm>
                <a:off x="1624529" y="1233488"/>
                <a:ext cx="8942944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50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kumimoji="1" lang="en-US" b="1" spc="-20">
                    <a:solidFill>
                      <a:schemeClr val="bg1"/>
                    </a:solidFill>
                  </a:rPr>
                  <a:t>Patient Leakage Assessment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C78271-F08E-ED1A-B3A0-DBA3D96140B2}"/>
                </a:ext>
              </a:extLst>
            </p:cNvPr>
            <p:cNvCxnSpPr>
              <a:cxnSpLocks/>
            </p:cNvCxnSpPr>
            <p:nvPr/>
          </p:nvCxnSpPr>
          <p:spPr>
            <a:xfrm>
              <a:off x="354326" y="1233488"/>
              <a:ext cx="11483348" cy="0"/>
            </a:xfrm>
            <a:prstGeom prst="line">
              <a:avLst/>
            </a:prstGeom>
            <a:ln>
              <a:solidFill>
                <a:schemeClr val="accent5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EAA858-1C68-A93A-922C-5D07000DAB8F}"/>
              </a:ext>
            </a:extLst>
          </p:cNvPr>
          <p:cNvGrpSpPr/>
          <p:nvPr/>
        </p:nvGrpSpPr>
        <p:grpSpPr>
          <a:xfrm>
            <a:off x="591637" y="1233488"/>
            <a:ext cx="3477656" cy="501069"/>
            <a:chOff x="354326" y="1233488"/>
            <a:chExt cx="11483348" cy="50106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BA8694E-857E-BF48-3CEA-0E4C15AB4F41}"/>
                </a:ext>
              </a:extLst>
            </p:cNvPr>
            <p:cNvGrpSpPr/>
            <p:nvPr/>
          </p:nvGrpSpPr>
          <p:grpSpPr>
            <a:xfrm>
              <a:off x="1767404" y="1233488"/>
              <a:ext cx="8942945" cy="501069"/>
              <a:chOff x="1767404" y="1233488"/>
              <a:chExt cx="8942945" cy="501069"/>
            </a:xfrm>
          </p:grpSpPr>
          <p:sp>
            <p:nvSpPr>
              <p:cNvPr id="13" name="Rectangle: Top Corners Rounded 12">
                <a:extLst>
                  <a:ext uri="{FF2B5EF4-FFF2-40B4-BE49-F238E27FC236}">
                    <a16:creationId xmlns:a16="http://schemas.microsoft.com/office/drawing/2014/main" id="{966F1154-9050-5433-6409-F00503FDB2BE}"/>
                  </a:ext>
                </a:extLst>
              </p:cNvPr>
              <p:cNvSpPr/>
              <p:nvPr/>
            </p:nvSpPr>
            <p:spPr>
              <a:xfrm>
                <a:off x="1767404" y="1282120"/>
                <a:ext cx="8942945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25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/>
              </a:p>
            </p:txBody>
          </p:sp>
          <p:sp>
            <p:nvSpPr>
              <p:cNvPr id="14" name="Rectangle: Top Corners Rounded 13">
                <a:extLst>
                  <a:ext uri="{FF2B5EF4-FFF2-40B4-BE49-F238E27FC236}">
                    <a16:creationId xmlns:a16="http://schemas.microsoft.com/office/drawing/2014/main" id="{9B98E85D-D4E8-C578-AB0E-F5820E9FF260}"/>
                  </a:ext>
                </a:extLst>
              </p:cNvPr>
              <p:cNvSpPr/>
              <p:nvPr/>
            </p:nvSpPr>
            <p:spPr>
              <a:xfrm>
                <a:off x="1767405" y="1233488"/>
                <a:ext cx="8942944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50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kumimoji="1" lang="en-US" b="1">
                    <a:solidFill>
                      <a:schemeClr val="bg1"/>
                    </a:solidFill>
                  </a:rPr>
                  <a:t>Regional Care Patterns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3657A1-8471-B2C4-78A4-909376040AB1}"/>
                </a:ext>
              </a:extLst>
            </p:cNvPr>
            <p:cNvCxnSpPr>
              <a:cxnSpLocks/>
            </p:cNvCxnSpPr>
            <p:nvPr/>
          </p:nvCxnSpPr>
          <p:spPr>
            <a:xfrm>
              <a:off x="354326" y="1233488"/>
              <a:ext cx="11483348" cy="0"/>
            </a:xfrm>
            <a:prstGeom prst="line">
              <a:avLst/>
            </a:prstGeom>
            <a:ln>
              <a:solidFill>
                <a:schemeClr val="accent5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93CF73-8606-40E4-B980-CAE388DCF650}"/>
              </a:ext>
            </a:extLst>
          </p:cNvPr>
          <p:cNvGrpSpPr/>
          <p:nvPr/>
        </p:nvGrpSpPr>
        <p:grpSpPr>
          <a:xfrm>
            <a:off x="8291557" y="1233488"/>
            <a:ext cx="3477656" cy="501069"/>
            <a:chOff x="354326" y="1233488"/>
            <a:chExt cx="11483348" cy="5010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87E3C1-9356-4EFD-2FC1-FD52C0D38CC7}"/>
                </a:ext>
              </a:extLst>
            </p:cNvPr>
            <p:cNvGrpSpPr/>
            <p:nvPr/>
          </p:nvGrpSpPr>
          <p:grpSpPr>
            <a:xfrm>
              <a:off x="1624529" y="1233488"/>
              <a:ext cx="8942944" cy="501069"/>
              <a:chOff x="1624529" y="1233488"/>
              <a:chExt cx="8942944" cy="501069"/>
            </a:xfrm>
          </p:grpSpPr>
          <p:sp>
            <p:nvSpPr>
              <p:cNvPr id="18" name="Rectangle: Top Corners Rounded 17">
                <a:extLst>
                  <a:ext uri="{FF2B5EF4-FFF2-40B4-BE49-F238E27FC236}">
                    <a16:creationId xmlns:a16="http://schemas.microsoft.com/office/drawing/2014/main" id="{4FD55911-90EE-FF31-22CE-3608BF728549}"/>
                  </a:ext>
                </a:extLst>
              </p:cNvPr>
              <p:cNvSpPr/>
              <p:nvPr/>
            </p:nvSpPr>
            <p:spPr>
              <a:xfrm>
                <a:off x="1624529" y="1282120"/>
                <a:ext cx="8942944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25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/>
              </a:p>
            </p:txBody>
          </p:sp>
          <p:sp>
            <p:nvSpPr>
              <p:cNvPr id="19" name="Rectangle: Top Corners Rounded 18">
                <a:extLst>
                  <a:ext uri="{FF2B5EF4-FFF2-40B4-BE49-F238E27FC236}">
                    <a16:creationId xmlns:a16="http://schemas.microsoft.com/office/drawing/2014/main" id="{5F6D4DD3-472E-4868-6333-70D5808C064D}"/>
                  </a:ext>
                </a:extLst>
              </p:cNvPr>
              <p:cNvSpPr/>
              <p:nvPr/>
            </p:nvSpPr>
            <p:spPr>
              <a:xfrm>
                <a:off x="1624529" y="1233488"/>
                <a:ext cx="8942944" cy="452437"/>
              </a:xfrm>
              <a:prstGeom prst="round2SameRect">
                <a:avLst>
                  <a:gd name="adj1" fmla="val 0"/>
                  <a:gd name="adj2" fmla="val 21895"/>
                </a:avLst>
              </a:prstGeom>
              <a:solidFill>
                <a:schemeClr val="accent5">
                  <a:lumMod val="50000"/>
                </a:scheme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kumimoji="1" lang="en-US" b="1" spc="-20">
                    <a:solidFill>
                      <a:schemeClr val="bg1"/>
                    </a:solidFill>
                  </a:rPr>
                  <a:t>Influence Network Mapping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3CDFB5-70D8-C804-273A-BA98A087809D}"/>
                </a:ext>
              </a:extLst>
            </p:cNvPr>
            <p:cNvCxnSpPr>
              <a:cxnSpLocks/>
            </p:cNvCxnSpPr>
            <p:nvPr/>
          </p:nvCxnSpPr>
          <p:spPr>
            <a:xfrm>
              <a:off x="354326" y="1233488"/>
              <a:ext cx="11483348" cy="0"/>
            </a:xfrm>
            <a:prstGeom prst="line">
              <a:avLst/>
            </a:prstGeom>
            <a:ln>
              <a:solidFill>
                <a:schemeClr val="accent5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1DD6C3B9-81C5-89AA-37C1-57936FBBA4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0601496"/>
                  </p:ext>
                </p:extLst>
              </p:nvPr>
            </p:nvGraphicFramePr>
            <p:xfrm>
              <a:off x="910517" y="4638998"/>
              <a:ext cx="2839896" cy="1597444"/>
            </p:xfrm>
            <a:graphic>
              <a:graphicData uri="http://schemas.microsoft.com/office/powerpoint/2016/slidezoom">
                <pslz:sldZm>
                  <pslz:sldZmObj sldId="2145707089" cId="4003847784">
                    <pslz:zmPr id="{FC8ECA3D-8B30-432D-AB76-5C62BB66A20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39896" cy="15974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6" name="Slide Zoom 3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DD6C3B9-81C5-89AA-37C1-57936FBBA4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0517" y="4638998"/>
                <a:ext cx="2839896" cy="159744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C1E07B6-7579-BEBF-ECBD-31E9E53B5E05}"/>
              </a:ext>
            </a:extLst>
          </p:cNvPr>
          <p:cNvGrpSpPr/>
          <p:nvPr/>
        </p:nvGrpSpPr>
        <p:grpSpPr>
          <a:xfrm>
            <a:off x="0" y="1917002"/>
            <a:ext cx="2384577" cy="877305"/>
            <a:chOff x="0" y="1480078"/>
            <a:chExt cx="2384577" cy="877305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C9226023-54EB-53D8-86FD-D962C818586F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580973"/>
              <a:ext cx="2011056" cy="675514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7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3A092AD5-36E6-BF09-06ED-0B899C49A81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80078"/>
              <a:ext cx="2273617" cy="877305"/>
            </a:xfrm>
            <a:prstGeom prst="homePlate">
              <a:avLst>
                <a:gd name="adj" fmla="val 12882"/>
              </a:avLst>
            </a:prstGeom>
            <a:solidFill>
              <a:schemeClr val="accent5">
                <a:lumMod val="50000"/>
              </a:schemeClr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Key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0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5CA5-8B9B-C3BA-AE7D-32849C91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04031A-453F-79DF-283A-B9DF48551CBE}"/>
              </a:ext>
            </a:extLst>
          </p:cNvPr>
          <p:cNvSpPr/>
          <p:nvPr/>
        </p:nvSpPr>
        <p:spPr>
          <a:xfrm>
            <a:off x="1133337" y="69513"/>
            <a:ext cx="3780065" cy="85164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r>
              <a:rPr kumimoji="1" lang="en-US" sz="2000" b="1"/>
              <a:t>Executive Summary </a:t>
            </a:r>
            <a:r>
              <a:rPr kumimoji="1" lang="en-US" sz="2000"/>
              <a:t>| </a:t>
            </a:r>
            <a:r>
              <a:rPr kumimoji="1" lang="en-US" sz="2000" i="1"/>
              <a:t>Regional Care Patterns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0AF825-57E2-A939-74E8-63197EC7FEA5}"/>
              </a:ext>
            </a:extLst>
          </p:cNvPr>
          <p:cNvSpPr txBox="1"/>
          <p:nvPr/>
        </p:nvSpPr>
        <p:spPr>
          <a:xfrm>
            <a:off x="7924799" y="1073855"/>
            <a:ext cx="4152900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/>
              <a:t>Preliminary </a:t>
            </a:r>
            <a:r>
              <a:rPr lang="en-US" sz="1400" b="1"/>
              <a:t>Recommendations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1907B-CBE9-7FEE-C2E7-752E576404FE}"/>
              </a:ext>
            </a:extLst>
          </p:cNvPr>
          <p:cNvSpPr txBox="1"/>
          <p:nvPr/>
        </p:nvSpPr>
        <p:spPr>
          <a:xfrm>
            <a:off x="1705707" y="1073855"/>
            <a:ext cx="5932051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400" b="1"/>
              <a:t>Insights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836375-FA7F-A7FB-CBE8-AC2B78B4A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030" b="28057"/>
          <a:stretch/>
        </p:blipFill>
        <p:spPr>
          <a:xfrm>
            <a:off x="447491" y="184562"/>
            <a:ext cx="685846" cy="6391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5CC39-C66B-866D-8CBB-AA3DD0522D5C}"/>
              </a:ext>
            </a:extLst>
          </p:cNvPr>
          <p:cNvSpPr/>
          <p:nvPr/>
        </p:nvSpPr>
        <p:spPr>
          <a:xfrm>
            <a:off x="1705708" y="1480078"/>
            <a:ext cx="5932051" cy="2210526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The NT market organizes itself into </a:t>
            </a:r>
            <a:r>
              <a:rPr lang="en-US" sz="1200" b="1">
                <a:solidFill>
                  <a:srgbClr val="34373F"/>
                </a:solidFill>
              </a:rPr>
              <a:t>6,174 distinct HCP Clustered Communities</a:t>
            </a:r>
            <a:r>
              <a:rPr lang="en-US" sz="1200">
                <a:solidFill>
                  <a:srgbClr val="34373F"/>
                </a:solidFill>
              </a:rPr>
              <a:t> averaging ~5 NT patients each, reflecting the inherent rarity of the disease and the formation of </a:t>
            </a:r>
            <a:r>
              <a:rPr lang="en-US" sz="1200" b="1">
                <a:solidFill>
                  <a:srgbClr val="34373F"/>
                </a:solidFill>
              </a:rPr>
              <a:t>tight, self-organized care communities</a:t>
            </a:r>
            <a:r>
              <a:rPr lang="en-US" sz="1200">
                <a:solidFill>
                  <a:srgbClr val="34373F"/>
                </a:solidFill>
              </a:rPr>
              <a:t> around individual patients with 99% of clusters exchange referrals primarily within the community, indicating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Additionally, there are </a:t>
            </a:r>
            <a:r>
              <a:rPr lang="en-US" sz="1200" b="1">
                <a:solidFill>
                  <a:srgbClr val="34373F"/>
                </a:solidFill>
              </a:rPr>
              <a:t>548 Self-sustained Hubs </a:t>
            </a:r>
            <a:r>
              <a:rPr lang="en-US" sz="1200">
                <a:solidFill>
                  <a:srgbClr val="34373F"/>
                </a:solidFill>
              </a:rPr>
              <a:t>representing HCPs with the deepest NT commitment, </a:t>
            </a:r>
            <a:r>
              <a:rPr lang="en-US" sz="1200" b="1">
                <a:solidFill>
                  <a:srgbClr val="34373F"/>
                </a:solidFill>
              </a:rPr>
              <a:t>independently managing the full diagnosis-to-treatment pathway</a:t>
            </a:r>
            <a:r>
              <a:rPr lang="en-US" sz="1200">
                <a:solidFill>
                  <a:srgbClr val="34373F"/>
                </a:solidFill>
              </a:rPr>
              <a:t>. 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4,871 Standalone Cohorts </a:t>
            </a:r>
            <a:r>
              <a:rPr lang="en-US" sz="1200">
                <a:solidFill>
                  <a:srgbClr val="34373F"/>
                </a:solidFill>
              </a:rPr>
              <a:t>form the peripheral layer of the network </a:t>
            </a:r>
            <a:r>
              <a:rPr lang="en-US" sz="1200" b="1">
                <a:solidFill>
                  <a:srgbClr val="34373F"/>
                </a:solidFill>
              </a:rPr>
              <a:t>with limited referral or treatment activity</a:t>
            </a:r>
            <a:r>
              <a:rPr lang="en-US" sz="1200">
                <a:solidFill>
                  <a:srgbClr val="34373F"/>
                </a:solidFill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3CE481-F988-178A-FA18-5960256274BE}"/>
              </a:ext>
            </a:extLst>
          </p:cNvPr>
          <p:cNvSpPr txBox="1">
            <a:spLocks/>
          </p:cNvSpPr>
          <p:nvPr/>
        </p:nvSpPr>
        <p:spPr>
          <a:xfrm>
            <a:off x="373521" y="1908225"/>
            <a:ext cx="1244264" cy="675514"/>
          </a:xfrm>
          <a:prstGeom prst="homePlate">
            <a:avLst>
              <a:gd name="adj" fmla="val 12882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72000" tIns="72000" rIns="72000" bIns="7200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4F45C5-B935-2F4F-276D-CD2B90C4024D}"/>
              </a:ext>
            </a:extLst>
          </p:cNvPr>
          <p:cNvSpPr txBox="1">
            <a:spLocks/>
          </p:cNvSpPr>
          <p:nvPr/>
        </p:nvSpPr>
        <p:spPr>
          <a:xfrm>
            <a:off x="1" y="1807330"/>
            <a:ext cx="1529862" cy="877305"/>
          </a:xfrm>
          <a:prstGeom prst="homePlate">
            <a:avLst>
              <a:gd name="adj" fmla="val 12882"/>
            </a:avLst>
          </a:prstGeom>
          <a:solidFill>
            <a:schemeClr val="accent2"/>
          </a:solidFill>
        </p:spPr>
        <p:txBody>
          <a:bodyPr vert="horz" lIns="27432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Cluster Architecture Types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BF9C8-0FC0-FC69-E1F2-E3C35138DF85}"/>
              </a:ext>
            </a:extLst>
          </p:cNvPr>
          <p:cNvSpPr/>
          <p:nvPr/>
        </p:nvSpPr>
        <p:spPr>
          <a:xfrm>
            <a:off x="7924800" y="1480076"/>
            <a:ext cx="4152900" cy="2210527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Treat the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548 self-sustained hubs as a concentrated, activation cohort pre-launch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as these are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high-impact switch targets.</a:t>
            </a:r>
            <a:endParaRPr lang="en-US" sz="1200">
              <a:solidFill>
                <a:schemeClr val="tx1"/>
              </a:solidFill>
              <a:ea typeface="League Spartan" charset="0"/>
              <a:cs typeface="Poppins" pitchFamily="2" charset="77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Field effort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at launch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should be focused on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clustered communities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to drive patient volume from prescribing pattern switches. The strategy should be to engage with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the most connected HCP within an active cluster eventually leading to activation of the referral network.</a:t>
            </a:r>
            <a:endParaRPr lang="en-US" sz="1200">
              <a:solidFill>
                <a:schemeClr val="tx1"/>
              </a:solidFill>
              <a:ea typeface="League Spartan" charset="0"/>
              <a:cs typeface="Poppins" pitchFamily="2" charset="77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Reactively target the HCPs in 4,871 standalone cohorts for post-launch expansion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based on real-time signals and gathered field intelligence.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6A3503-5F2D-5043-E39C-6BA20584EC14}"/>
              </a:ext>
            </a:extLst>
          </p:cNvPr>
          <p:cNvSpPr/>
          <p:nvPr/>
        </p:nvSpPr>
        <p:spPr>
          <a:xfrm>
            <a:off x="1705708" y="3959790"/>
            <a:ext cx="5932051" cy="793124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These </a:t>
            </a:r>
            <a:r>
              <a:rPr lang="en-US" sz="1200" b="1">
                <a:solidFill>
                  <a:srgbClr val="34373F"/>
                </a:solidFill>
              </a:rPr>
              <a:t>Clustered Communities are held together by HCP relationships rather than institutional affiliation</a:t>
            </a:r>
            <a:r>
              <a:rPr lang="en-US" sz="1200">
                <a:solidFill>
                  <a:srgbClr val="34373F"/>
                </a:solidFill>
              </a:rPr>
              <a:t> with </a:t>
            </a:r>
            <a:r>
              <a:rPr lang="en-US" sz="1200" b="1">
                <a:solidFill>
                  <a:srgbClr val="34373F"/>
                </a:solidFill>
              </a:rPr>
              <a:t>74% of referral activity crossing institutional lines </a:t>
            </a:r>
            <a:r>
              <a:rPr lang="en-US" sz="1200">
                <a:solidFill>
                  <a:srgbClr val="34373F"/>
                </a:solidFill>
              </a:rPr>
              <a:t>making relationship-level engagement the most natural access point into NT1 care networks.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AC7B3-30B2-0553-26F3-C44B39861F56}"/>
              </a:ext>
            </a:extLst>
          </p:cNvPr>
          <p:cNvGrpSpPr/>
          <p:nvPr/>
        </p:nvGrpSpPr>
        <p:grpSpPr>
          <a:xfrm>
            <a:off x="1" y="3917700"/>
            <a:ext cx="1617784" cy="877305"/>
            <a:chOff x="1" y="3589709"/>
            <a:chExt cx="1617784" cy="877305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B290815C-2E33-3056-D7BA-0CF880AB0450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3690604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41BAA97D-310D-6D7D-7061-0F9CAAE87470}"/>
                </a:ext>
              </a:extLst>
            </p:cNvPr>
            <p:cNvSpPr txBox="1">
              <a:spLocks/>
            </p:cNvSpPr>
            <p:nvPr/>
          </p:nvSpPr>
          <p:spPr>
            <a:xfrm>
              <a:off x="1" y="3589709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Relationship Dynamics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4D558-672B-4AA6-9015-5137E08B628F}"/>
              </a:ext>
            </a:extLst>
          </p:cNvPr>
          <p:cNvSpPr/>
          <p:nvPr/>
        </p:nvSpPr>
        <p:spPr>
          <a:xfrm>
            <a:off x="1705708" y="5044836"/>
            <a:ext cx="5932051" cy="1702739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Cluster concentration is highest in TX, CA, FL, and OH (6–7% each), alongside NY, MI, PA, NC, IN, and TN, with these </a:t>
            </a:r>
            <a:r>
              <a:rPr lang="en-US" sz="1200" b="1">
                <a:solidFill>
                  <a:srgbClr val="34373F"/>
                </a:solidFill>
              </a:rPr>
              <a:t>10 states accounting for 50% of all clustered community referral activity</a:t>
            </a:r>
            <a:r>
              <a:rPr lang="en-US" sz="1200">
                <a:solidFill>
                  <a:srgbClr val="34373F"/>
                </a:solidFill>
              </a:rPr>
              <a:t>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Across the overall market, network maturity varies. </a:t>
            </a:r>
            <a:r>
              <a:rPr lang="en-US" sz="1200" b="1">
                <a:solidFill>
                  <a:srgbClr val="34373F"/>
                </a:solidFill>
              </a:rPr>
              <a:t>OH, MI, and PA have</a:t>
            </a:r>
            <a:r>
              <a:rPr lang="en-US" sz="1200">
                <a:solidFill>
                  <a:srgbClr val="34373F"/>
                </a:solidFill>
              </a:rPr>
              <a:t> </a:t>
            </a:r>
            <a:r>
              <a:rPr lang="en-US" sz="1200" b="1">
                <a:solidFill>
                  <a:srgbClr val="34373F"/>
                </a:solidFill>
              </a:rPr>
              <a:t>the densest referral ecosystems</a:t>
            </a:r>
            <a:r>
              <a:rPr lang="en-US" sz="1200">
                <a:solidFill>
                  <a:srgbClr val="34373F"/>
                </a:solidFill>
              </a:rPr>
              <a:t>. While, </a:t>
            </a:r>
            <a:r>
              <a:rPr lang="en-US" sz="1200" b="1">
                <a:solidFill>
                  <a:srgbClr val="34373F"/>
                </a:solidFill>
              </a:rPr>
              <a:t>FL and CA </a:t>
            </a:r>
            <a:r>
              <a:rPr lang="en-US" sz="1200">
                <a:solidFill>
                  <a:srgbClr val="34373F"/>
                </a:solidFill>
              </a:rPr>
              <a:t>present a high-volume opportunity with </a:t>
            </a:r>
            <a:r>
              <a:rPr lang="en-US" sz="1200" b="1">
                <a:solidFill>
                  <a:srgbClr val="34373F"/>
                </a:solidFill>
              </a:rPr>
              <a:t>room to deepen structural engagement</a:t>
            </a:r>
            <a:r>
              <a:rPr lang="en-US" sz="1200">
                <a:solidFill>
                  <a:srgbClr val="34373F"/>
                </a:solidFill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D7A9A9-12F6-5EA5-FCB8-D4F711DC0628}"/>
              </a:ext>
            </a:extLst>
          </p:cNvPr>
          <p:cNvGrpSpPr/>
          <p:nvPr/>
        </p:nvGrpSpPr>
        <p:grpSpPr>
          <a:xfrm>
            <a:off x="1" y="5457553"/>
            <a:ext cx="1617784" cy="877305"/>
            <a:chOff x="1" y="5457553"/>
            <a:chExt cx="1617784" cy="877305"/>
          </a:xfrm>
        </p:grpSpPr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491827D7-7E8C-8AA4-07A8-5C68C415B06B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5558448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3FCEEF68-2FB8-642C-5045-1080BD88D429}"/>
                </a:ext>
              </a:extLst>
            </p:cNvPr>
            <p:cNvSpPr txBox="1">
              <a:spLocks/>
            </p:cNvSpPr>
            <p:nvPr/>
          </p:nvSpPr>
          <p:spPr>
            <a:xfrm>
              <a:off x="1" y="5457553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Geographic Concentration &amp; Market Maturity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3A9C26D-886A-FF6E-6042-B00902369BA1}"/>
              </a:ext>
            </a:extLst>
          </p:cNvPr>
          <p:cNvSpPr/>
          <p:nvPr/>
        </p:nvSpPr>
        <p:spPr>
          <a:xfrm>
            <a:off x="7939333" y="5044836"/>
            <a:ext cx="4138367" cy="1702739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Prioritize OH, MI, and PA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for </a:t>
            </a:r>
            <a:r>
              <a:rPr lang="en-US" sz="1200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launch activation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. Established referral relationships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in these markets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mean HCP conversions propagate through the network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, maximizing reach per engagement.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Approach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FL and CA as high-potential expansion markets.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While the patient volume is there; building referral alignment through </a:t>
            </a:r>
            <a:r>
              <a:rPr lang="en-US" sz="1200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conversations in referral channels can build sustained post-launch uptake</a:t>
            </a:r>
            <a:endParaRPr lang="en-US" sz="1200" b="1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521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24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B56C1-2347-D0A2-D414-7ADDF54D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0B42B1-7F2F-5E5C-C2BE-E3CCAC046771}"/>
              </a:ext>
            </a:extLst>
          </p:cNvPr>
          <p:cNvSpPr/>
          <p:nvPr/>
        </p:nvSpPr>
        <p:spPr>
          <a:xfrm>
            <a:off x="1133337" y="69513"/>
            <a:ext cx="3780065" cy="85164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r>
              <a:rPr kumimoji="1" lang="en-US" sz="2000" b="1"/>
              <a:t>Executive Summary </a:t>
            </a:r>
            <a:r>
              <a:rPr kumimoji="1" lang="en-US" sz="2000"/>
              <a:t>| </a:t>
            </a:r>
            <a:r>
              <a:rPr kumimoji="1" lang="en-US" sz="2000" i="1"/>
              <a:t>Patient Leakage Assessment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F9CEF-2BAE-2761-F147-A60CE7F4064D}"/>
              </a:ext>
            </a:extLst>
          </p:cNvPr>
          <p:cNvSpPr txBox="1"/>
          <p:nvPr/>
        </p:nvSpPr>
        <p:spPr>
          <a:xfrm>
            <a:off x="7939333" y="1073855"/>
            <a:ext cx="4138366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/>
              <a:t>Preliminary </a:t>
            </a:r>
            <a:r>
              <a:rPr lang="en-US" sz="1400" b="1"/>
              <a:t>Recommendations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6B8B2-7E0F-6D1E-FE9D-F980075ED034}"/>
              </a:ext>
            </a:extLst>
          </p:cNvPr>
          <p:cNvSpPr txBox="1"/>
          <p:nvPr/>
        </p:nvSpPr>
        <p:spPr>
          <a:xfrm>
            <a:off x="1705707" y="1073855"/>
            <a:ext cx="5932051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400" b="1"/>
              <a:t>Insights</a:t>
            </a:r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E6D1A6-DC95-6CED-118A-3AD982986FD8}"/>
              </a:ext>
            </a:extLst>
          </p:cNvPr>
          <p:cNvSpPr/>
          <p:nvPr/>
        </p:nvSpPr>
        <p:spPr>
          <a:xfrm>
            <a:off x="1705708" y="1480078"/>
            <a:ext cx="5932051" cy="2110847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~70% of NT patients 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go through a misdiagnosis journey </a:t>
            </a:r>
            <a:r>
              <a:rPr lang="en-US" sz="1100">
                <a:solidFill>
                  <a:srgbClr val="34373F"/>
                </a:solidFill>
                <a:latin typeface="Segoe UI"/>
                <a:cs typeface="Segoe UI"/>
              </a:rPr>
              <a:t>before eventually getting diagnosed with NT1.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Majority of them follow a predictable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misdiagnosis 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pathway</a:t>
            </a:r>
            <a:r>
              <a:rPr lang="en-US" sz="1100">
                <a:solidFill>
                  <a:srgbClr val="34373F"/>
                </a:solidFill>
                <a:latin typeface="Segoe UI"/>
                <a:cs typeface="Segoe UI"/>
              </a:rPr>
              <a:t>—moving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from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fatigue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/anxiety-driven presentations </a:t>
            </a:r>
            <a:r>
              <a:rPr lang="en-US" sz="1100">
                <a:solidFill>
                  <a:srgbClr val="34373F"/>
                </a:solidFill>
                <a:latin typeface="Segoe UI"/>
                <a:cs typeface="Segoe UI"/>
              </a:rPr>
              <a:t>to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neurological misclassification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, before converging on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Sleep Apnea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/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Sleep 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Disorders as the final gateway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to NT 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diagnosis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Segoe UI"/>
                <a:cs typeface="Segoe UI"/>
              </a:rPr>
              <a:t>.</a:t>
            </a:r>
            <a:endParaRPr lang="en-US" sz="1100" b="1">
              <a:latin typeface="Segoe UI"/>
              <a:cs typeface="Segoe UI"/>
            </a:endParaRP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Anxiety Disorder (359 days), Mood Disorder (361 days), ADHD (346 days), and Sleep Apnea (344 days) </a:t>
            </a:r>
            <a:r>
              <a:rPr lang="en-US" sz="1200">
                <a:solidFill>
                  <a:srgbClr val="34373F"/>
                </a:solidFill>
              </a:rPr>
              <a:t>are the most common high-delay misdiagnosis pathways, contributing significantly to prolonged diagnosis timelines and delayed treatment initiation.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6F70C6-6B78-E1D6-A94C-EF589C7557B4}"/>
              </a:ext>
            </a:extLst>
          </p:cNvPr>
          <p:cNvGrpSpPr/>
          <p:nvPr/>
        </p:nvGrpSpPr>
        <p:grpSpPr>
          <a:xfrm>
            <a:off x="1" y="2096849"/>
            <a:ext cx="1617784" cy="877305"/>
            <a:chOff x="1" y="1807330"/>
            <a:chExt cx="1617784" cy="877305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885C1037-E2E1-5DD9-2F36-01EA5856F37B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908225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F67ED552-8A13-AAE1-9A08-ADCFF4AAE565}"/>
                </a:ext>
              </a:extLst>
            </p:cNvPr>
            <p:cNvSpPr txBox="1">
              <a:spLocks/>
            </p:cNvSpPr>
            <p:nvPr/>
          </p:nvSpPr>
          <p:spPr>
            <a:xfrm>
              <a:off x="1" y="1807330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Misdiagnosis Journey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0FF03C6-3022-8021-6F11-353E67178A9D}"/>
              </a:ext>
            </a:extLst>
          </p:cNvPr>
          <p:cNvSpPr/>
          <p:nvPr/>
        </p:nvSpPr>
        <p:spPr>
          <a:xfrm>
            <a:off x="7939333" y="1480076"/>
            <a:ext cx="4138367" cy="2110847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Poppins"/>
              </a:rPr>
              <a:t>Prioritize sleep disorder stage HCPs as the key intervention point given proximity to diagnosis</a:t>
            </a:r>
            <a:endParaRPr lang="en-US" sz="1200">
              <a:solidFill>
                <a:schemeClr val="tx1"/>
              </a:solidFill>
              <a:ea typeface="Calibri"/>
              <a:cs typeface="Poppins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Calibri"/>
                <a:cs typeface="Poppins"/>
              </a:rPr>
              <a:t>Selectively shift upstream engagement to misdiagnosed cohorts where delay accumulation is highest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Build geographically distinct launch strategies.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NM and central states warrant pre-diagnosis awareness investment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to shorten the diagnostic loop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. VT, ME, and NE require post-diagnosis treatment activation focus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to close the gap between NT identification and </a:t>
            </a:r>
            <a:r>
              <a:rPr lang="en-US" sz="1200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initiation.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98FBBB-91BE-9507-863F-828730940643}"/>
              </a:ext>
            </a:extLst>
          </p:cNvPr>
          <p:cNvSpPr/>
          <p:nvPr/>
        </p:nvSpPr>
        <p:spPr>
          <a:xfrm>
            <a:off x="1705708" y="3693942"/>
            <a:ext cx="5932051" cy="1702739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7338" indent="-287338"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34373F"/>
                </a:solidFill>
                <a:latin typeface="Segoe UI"/>
                <a:cs typeface="Segoe UI"/>
              </a:rPr>
              <a:t>Even among key specialties, routing efficiency is inconsistent: </a:t>
            </a:r>
            <a:r>
              <a:rPr lang="en-US" sz="1100" b="1">
                <a:solidFill>
                  <a:srgbClr val="34373F"/>
                </a:solidFill>
                <a:latin typeface="Segoe UI"/>
                <a:cs typeface="Segoe UI"/>
              </a:rPr>
              <a:t>~56% of Sleep Specialists successfully route to correct endpoints vs ~40% for others</a:t>
            </a:r>
            <a:endParaRPr lang="en-US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34373F"/>
                </a:solidFill>
                <a:latin typeface="Segoe UI"/>
                <a:ea typeface="Calibri"/>
                <a:cs typeface="Segoe UI"/>
              </a:rPr>
              <a:t>15–22% of HCPs fail to reroute patients entirely</a:t>
            </a:r>
            <a:r>
              <a:rPr lang="en-US" sz="1100">
                <a:solidFill>
                  <a:srgbClr val="34373F"/>
                </a:solidFill>
                <a:latin typeface="Segoe UI"/>
                <a:ea typeface="Calibri"/>
                <a:cs typeface="Segoe UI"/>
              </a:rPr>
              <a:t>, creating drop-offs in the pathway</a:t>
            </a:r>
            <a:endParaRPr lang="en-US" sz="1200" b="1">
              <a:solidFill>
                <a:srgbClr val="34373F"/>
              </a:solidFill>
              <a:ea typeface="Calibri"/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  <a:latin typeface="Calibri"/>
                <a:ea typeface="Calibri"/>
                <a:cs typeface="Calibri"/>
              </a:rPr>
              <a:t>Psychiatrists and Psychologists are the primary contributors to diagnostic delay </a:t>
            </a:r>
            <a:r>
              <a:rPr lang="en-US" sz="1200">
                <a:solidFill>
                  <a:srgbClr val="34373F"/>
                </a:solidFill>
                <a:latin typeface="Calibri"/>
                <a:ea typeface="Calibri"/>
                <a:cs typeface="Calibri"/>
              </a:rPr>
              <a:t>across most major misdiagnosis pathways</a:t>
            </a:r>
            <a:endParaRPr lang="en-US" sz="1100">
              <a:solidFill>
                <a:srgbClr val="34373F"/>
              </a:solidFill>
              <a:latin typeface="Segoe UI"/>
              <a:ea typeface="Calibri"/>
              <a:cs typeface="Segoe U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34373F"/>
                </a:solidFill>
                <a:latin typeface="Segoe UI"/>
                <a:ea typeface="Calibri"/>
                <a:cs typeface="Segoe UI"/>
              </a:rPr>
              <a:t>Leakage patterns are </a:t>
            </a:r>
            <a:r>
              <a:rPr lang="en-US" sz="1100" b="1">
                <a:solidFill>
                  <a:srgbClr val="34373F"/>
                </a:solidFill>
                <a:latin typeface="Segoe UI"/>
                <a:ea typeface="Calibri"/>
                <a:cs typeface="Segoe UI"/>
              </a:rPr>
              <a:t>consistent across specialties</a:t>
            </a:r>
            <a:r>
              <a:rPr lang="en-US" sz="1100">
                <a:solidFill>
                  <a:srgbClr val="34373F"/>
                </a:solidFill>
                <a:latin typeface="Segoe UI"/>
                <a:ea typeface="Calibri"/>
                <a:cs typeface="Segoe UI"/>
              </a:rPr>
              <a:t>, pointing to a systemic routing issue (not just generalists)</a:t>
            </a:r>
            <a:endParaRPr lang="en-US" sz="1200" b="1">
              <a:solidFill>
                <a:srgbClr val="34373F"/>
              </a:solidFill>
              <a:ea typeface="Calibri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1D6D45-5D86-9FB9-CE88-15A4C3646A56}"/>
              </a:ext>
            </a:extLst>
          </p:cNvPr>
          <p:cNvGrpSpPr/>
          <p:nvPr/>
        </p:nvGrpSpPr>
        <p:grpSpPr>
          <a:xfrm>
            <a:off x="1" y="4106659"/>
            <a:ext cx="1617784" cy="877305"/>
            <a:chOff x="1" y="3589709"/>
            <a:chExt cx="1617784" cy="877305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765A5878-98BF-7CF0-6B8D-3A291136BA17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3690604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AE60E2B9-ED71-C4BE-28C6-FFE56FE3F61E}"/>
                </a:ext>
              </a:extLst>
            </p:cNvPr>
            <p:cNvSpPr txBox="1">
              <a:spLocks/>
            </p:cNvSpPr>
            <p:nvPr/>
          </p:nvSpPr>
          <p:spPr>
            <a:xfrm>
              <a:off x="1" y="3589709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HCP Behavior Driving Delay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4D4AA2D-3075-1943-7B51-D5DFC7F50E57}"/>
              </a:ext>
            </a:extLst>
          </p:cNvPr>
          <p:cNvSpPr/>
          <p:nvPr/>
        </p:nvSpPr>
        <p:spPr>
          <a:xfrm>
            <a:off x="7939333" y="3693942"/>
            <a:ext cx="4138367" cy="1702739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Engage Psychiatrists and Psychologists earlier in the patient journey.</a:t>
            </a:r>
            <a:r>
              <a:rPr lang="en-US" sz="1200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 Focused education around NT symptom overlap, referral triggers, and escalation pathways can help reduce prolonged routing through psychiatric and behavioral diagnoses.</a:t>
            </a:r>
            <a:endParaRPr lang="en-US" sz="1200">
              <a:solidFill>
                <a:srgbClr val="34373F"/>
              </a:solidFill>
              <a:highlight>
                <a:srgbClr val="FFFF00"/>
              </a:highlight>
              <a:ea typeface="League Spartan" charset="0"/>
              <a:cs typeface="Poppins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6E7EF0-F7AA-C631-C951-B6B692B6F4F2}"/>
              </a:ext>
            </a:extLst>
          </p:cNvPr>
          <p:cNvSpPr/>
          <p:nvPr/>
        </p:nvSpPr>
        <p:spPr>
          <a:xfrm>
            <a:off x="1705708" y="5499698"/>
            <a:ext cx="5932051" cy="1224951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5,023 HCPs function as sink nodes within the network</a:t>
            </a:r>
            <a:r>
              <a:rPr lang="en-US" sz="1200">
                <a:solidFill>
                  <a:srgbClr val="34373F"/>
                </a:solidFill>
              </a:rPr>
              <a:t>, receiving patients without progressing them toward referral, diagnosis, or treatment, resulting in substantial patient leakage across the NT journey.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Post-diagnosis leakage remains significant</a:t>
            </a:r>
            <a:r>
              <a:rPr lang="en-US" sz="1200">
                <a:solidFill>
                  <a:srgbClr val="34373F"/>
                </a:solidFill>
              </a:rPr>
              <a:t>. Of ~28.9k interacting HCPs, only 19.4k actively refer or manage NT-relevant treatment, while thousands of patients remain in non-specific care pathways or receive no further referrals following diagnosis.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0BB20F-E5D6-E060-5830-7AE15215006A}"/>
              </a:ext>
            </a:extLst>
          </p:cNvPr>
          <p:cNvGrpSpPr/>
          <p:nvPr/>
        </p:nvGrpSpPr>
        <p:grpSpPr>
          <a:xfrm>
            <a:off x="1" y="5693857"/>
            <a:ext cx="1617784" cy="877305"/>
            <a:chOff x="1" y="5457553"/>
            <a:chExt cx="1617784" cy="877305"/>
          </a:xfrm>
        </p:grpSpPr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7BE3997B-A474-0A0A-2D45-29F00B15CA58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5558448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6561690B-7A8B-9C13-FD7F-18DA83C3B8CF}"/>
                </a:ext>
              </a:extLst>
            </p:cNvPr>
            <p:cNvSpPr txBox="1">
              <a:spLocks/>
            </p:cNvSpPr>
            <p:nvPr/>
          </p:nvSpPr>
          <p:spPr>
            <a:xfrm>
              <a:off x="1" y="5457553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Structural Leakage Points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7D1E519-44E0-AD62-9F85-A2A5619501F9}"/>
              </a:ext>
            </a:extLst>
          </p:cNvPr>
          <p:cNvSpPr/>
          <p:nvPr/>
        </p:nvSpPr>
        <p:spPr>
          <a:xfrm>
            <a:off x="7939333" y="5499698"/>
            <a:ext cx="4138367" cy="1224951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Activate sink nodes post-launch to reduce patient leakage. 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Targeted education and referral enablement for passive HCP nodes can improve progression into the NT diagnosis and treatment ecosystem and strengthen referral continuity at scale.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CB72CBA8-AD35-8C02-1E41-990EE799A148}"/>
              </a:ext>
            </a:extLst>
          </p:cNvPr>
          <p:cNvGrpSpPr>
            <a:grpSpLocks/>
          </p:cNvGrpSpPr>
          <p:nvPr/>
        </p:nvGrpSpPr>
        <p:grpSpPr>
          <a:xfrm>
            <a:off x="518576" y="247314"/>
            <a:ext cx="543675" cy="561564"/>
            <a:chOff x="4171854" y="738099"/>
            <a:chExt cx="3853244" cy="4224425"/>
          </a:xfrm>
          <a:solidFill>
            <a:schemeClr val="tx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046E905-5516-DD56-862F-E3641F772262}"/>
                </a:ext>
              </a:extLst>
            </p:cNvPr>
            <p:cNvSpPr/>
            <p:nvPr/>
          </p:nvSpPr>
          <p:spPr>
            <a:xfrm>
              <a:off x="5081873" y="1615725"/>
              <a:ext cx="1598299" cy="1170622"/>
            </a:xfrm>
            <a:custGeom>
              <a:avLst/>
              <a:gdLst>
                <a:gd name="connsiteX0" fmla="*/ 799147 w 1598299"/>
                <a:gd name="connsiteY0" fmla="*/ 1170623 h 1170622"/>
                <a:gd name="connsiteX1" fmla="*/ 429101 w 1598299"/>
                <a:gd name="connsiteY1" fmla="*/ 1044893 h 1170622"/>
                <a:gd name="connsiteX2" fmla="*/ 427863 w 1598299"/>
                <a:gd name="connsiteY2" fmla="*/ 1043940 h 1170622"/>
                <a:gd name="connsiteX3" fmla="*/ 0 w 1598299"/>
                <a:gd name="connsiteY3" fmla="*/ 54864 h 1170622"/>
                <a:gd name="connsiteX4" fmla="*/ 54864 w 1598299"/>
                <a:gd name="connsiteY4" fmla="*/ 0 h 1170622"/>
                <a:gd name="connsiteX5" fmla="*/ 109728 w 1598299"/>
                <a:gd name="connsiteY5" fmla="*/ 54864 h 1170622"/>
                <a:gd name="connsiteX6" fmla="*/ 493490 w 1598299"/>
                <a:gd name="connsiteY6" fmla="*/ 955929 h 1170622"/>
                <a:gd name="connsiteX7" fmla="*/ 493490 w 1598299"/>
                <a:gd name="connsiteY7" fmla="*/ 955929 h 1170622"/>
                <a:gd name="connsiteX8" fmla="*/ 494538 w 1598299"/>
                <a:gd name="connsiteY8" fmla="*/ 956691 h 1170622"/>
                <a:gd name="connsiteX9" fmla="*/ 799243 w 1598299"/>
                <a:gd name="connsiteY9" fmla="*/ 1060799 h 1170622"/>
                <a:gd name="connsiteX10" fmla="*/ 1103852 w 1598299"/>
                <a:gd name="connsiteY10" fmla="*/ 956786 h 1170622"/>
                <a:gd name="connsiteX11" fmla="*/ 1104900 w 1598299"/>
                <a:gd name="connsiteY11" fmla="*/ 956024 h 1170622"/>
                <a:gd name="connsiteX12" fmla="*/ 1104900 w 1598299"/>
                <a:gd name="connsiteY12" fmla="*/ 956024 h 1170622"/>
                <a:gd name="connsiteX13" fmla="*/ 1488567 w 1598299"/>
                <a:gd name="connsiteY13" fmla="*/ 73152 h 1170622"/>
                <a:gd name="connsiteX14" fmla="*/ 1543431 w 1598299"/>
                <a:gd name="connsiteY14" fmla="*/ 18955 h 1170622"/>
                <a:gd name="connsiteX15" fmla="*/ 1544098 w 1598299"/>
                <a:gd name="connsiteY15" fmla="*/ 18955 h 1170622"/>
                <a:gd name="connsiteX16" fmla="*/ 1598295 w 1598299"/>
                <a:gd name="connsiteY16" fmla="*/ 74486 h 1170622"/>
                <a:gd name="connsiteX17" fmla="*/ 1170623 w 1598299"/>
                <a:gd name="connsiteY17" fmla="*/ 1043940 h 1170622"/>
                <a:gd name="connsiteX18" fmla="*/ 1169289 w 1598299"/>
                <a:gd name="connsiteY18" fmla="*/ 1044893 h 1170622"/>
                <a:gd name="connsiteX19" fmla="*/ 799147 w 1598299"/>
                <a:gd name="connsiteY19" fmla="*/ 1170623 h 117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98299" h="1170622">
                  <a:moveTo>
                    <a:pt x="799147" y="1170623"/>
                  </a:moveTo>
                  <a:cubicBezTo>
                    <a:pt x="670370" y="1170623"/>
                    <a:pt x="542354" y="1127189"/>
                    <a:pt x="429101" y="1044893"/>
                  </a:cubicBezTo>
                  <a:cubicBezTo>
                    <a:pt x="428720" y="1044607"/>
                    <a:pt x="428244" y="1044321"/>
                    <a:pt x="427863" y="1043940"/>
                  </a:cubicBezTo>
                  <a:cubicBezTo>
                    <a:pt x="163925" y="851154"/>
                    <a:pt x="0" y="472345"/>
                    <a:pt x="0" y="54864"/>
                  </a:cubicBezTo>
                  <a:cubicBezTo>
                    <a:pt x="0" y="24575"/>
                    <a:pt x="24575" y="0"/>
                    <a:pt x="54864" y="0"/>
                  </a:cubicBezTo>
                  <a:cubicBezTo>
                    <a:pt x="85154" y="0"/>
                    <a:pt x="109728" y="24575"/>
                    <a:pt x="109728" y="54864"/>
                  </a:cubicBezTo>
                  <a:cubicBezTo>
                    <a:pt x="109728" y="438436"/>
                    <a:pt x="256794" y="783717"/>
                    <a:pt x="493490" y="955929"/>
                  </a:cubicBezTo>
                  <a:lnTo>
                    <a:pt x="493490" y="955929"/>
                  </a:lnTo>
                  <a:cubicBezTo>
                    <a:pt x="493871" y="956215"/>
                    <a:pt x="494157" y="956405"/>
                    <a:pt x="494538" y="956691"/>
                  </a:cubicBezTo>
                  <a:cubicBezTo>
                    <a:pt x="590074" y="1025747"/>
                    <a:pt x="692563" y="1060799"/>
                    <a:pt x="799243" y="1060799"/>
                  </a:cubicBezTo>
                  <a:cubicBezTo>
                    <a:pt x="906018" y="1060799"/>
                    <a:pt x="1008507" y="1025843"/>
                    <a:pt x="1103852" y="956786"/>
                  </a:cubicBezTo>
                  <a:cubicBezTo>
                    <a:pt x="1104233" y="956501"/>
                    <a:pt x="1104614" y="956215"/>
                    <a:pt x="1104900" y="956024"/>
                  </a:cubicBezTo>
                  <a:lnTo>
                    <a:pt x="1104900" y="956024"/>
                  </a:lnTo>
                  <a:cubicBezTo>
                    <a:pt x="1337024" y="787241"/>
                    <a:pt x="1483995" y="448913"/>
                    <a:pt x="1488567" y="73152"/>
                  </a:cubicBezTo>
                  <a:cubicBezTo>
                    <a:pt x="1488948" y="43053"/>
                    <a:pt x="1513427" y="18955"/>
                    <a:pt x="1543431" y="18955"/>
                  </a:cubicBezTo>
                  <a:cubicBezTo>
                    <a:pt x="1543622" y="18955"/>
                    <a:pt x="1543907" y="18955"/>
                    <a:pt x="1544098" y="18955"/>
                  </a:cubicBezTo>
                  <a:cubicBezTo>
                    <a:pt x="1574387" y="19336"/>
                    <a:pt x="1598676" y="44196"/>
                    <a:pt x="1598295" y="74486"/>
                  </a:cubicBezTo>
                  <a:cubicBezTo>
                    <a:pt x="1593247" y="483584"/>
                    <a:pt x="1429417" y="854869"/>
                    <a:pt x="1170623" y="1043940"/>
                  </a:cubicBezTo>
                  <a:cubicBezTo>
                    <a:pt x="1170146" y="1044226"/>
                    <a:pt x="1169765" y="1044607"/>
                    <a:pt x="1169289" y="1044893"/>
                  </a:cubicBezTo>
                  <a:cubicBezTo>
                    <a:pt x="1056132" y="1127189"/>
                    <a:pt x="928116" y="1170623"/>
                    <a:pt x="799147" y="1170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081A231-D17F-47F3-48E2-96ECB131B9AD}"/>
                </a:ext>
              </a:extLst>
            </p:cNvPr>
            <p:cNvSpPr/>
            <p:nvPr/>
          </p:nvSpPr>
          <p:spPr>
            <a:xfrm>
              <a:off x="5081778" y="1362431"/>
              <a:ext cx="1598209" cy="382166"/>
            </a:xfrm>
            <a:custGeom>
              <a:avLst/>
              <a:gdLst>
                <a:gd name="connsiteX0" fmla="*/ 1543526 w 1598209"/>
                <a:gd name="connsiteY0" fmla="*/ 382167 h 382166"/>
                <a:gd name="connsiteX1" fmla="*/ 1536287 w 1598209"/>
                <a:gd name="connsiteY1" fmla="*/ 381691 h 382166"/>
                <a:gd name="connsiteX2" fmla="*/ 1049464 w 1598209"/>
                <a:gd name="connsiteY2" fmla="*/ 317206 h 382166"/>
                <a:gd name="connsiteX3" fmla="*/ 1033748 w 1598209"/>
                <a:gd name="connsiteY3" fmla="*/ 312634 h 382166"/>
                <a:gd name="connsiteX4" fmla="*/ 603885 w 1598209"/>
                <a:gd name="connsiteY4" fmla="*/ 115181 h 382166"/>
                <a:gd name="connsiteX5" fmla="*/ 77819 w 1598209"/>
                <a:gd name="connsiteY5" fmla="*/ 358069 h 382166"/>
                <a:gd name="connsiteX6" fmla="*/ 5048 w 1598209"/>
                <a:gd name="connsiteY6" fmla="*/ 331303 h 382166"/>
                <a:gd name="connsiteX7" fmla="*/ 31813 w 1598209"/>
                <a:gd name="connsiteY7" fmla="*/ 258532 h 382166"/>
                <a:gd name="connsiteX8" fmla="*/ 580739 w 1598209"/>
                <a:gd name="connsiteY8" fmla="*/ 5072 h 382166"/>
                <a:gd name="connsiteX9" fmla="*/ 626649 w 1598209"/>
                <a:gd name="connsiteY9" fmla="*/ 5072 h 382166"/>
                <a:gd name="connsiteX10" fmla="*/ 1071943 w 1598209"/>
                <a:gd name="connsiteY10" fmla="*/ 209574 h 382166"/>
                <a:gd name="connsiteX11" fmla="*/ 1550574 w 1598209"/>
                <a:gd name="connsiteY11" fmla="*/ 273010 h 382166"/>
                <a:gd name="connsiteX12" fmla="*/ 1597723 w 1598209"/>
                <a:gd name="connsiteY12" fmla="*/ 334637 h 382166"/>
                <a:gd name="connsiteX13" fmla="*/ 1543526 w 1598209"/>
                <a:gd name="connsiteY13" fmla="*/ 382167 h 38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98209" h="382166">
                  <a:moveTo>
                    <a:pt x="1543526" y="382167"/>
                  </a:moveTo>
                  <a:cubicBezTo>
                    <a:pt x="1541145" y="382167"/>
                    <a:pt x="1538668" y="381976"/>
                    <a:pt x="1536287" y="381691"/>
                  </a:cubicBezTo>
                  <a:lnTo>
                    <a:pt x="1049464" y="317206"/>
                  </a:lnTo>
                  <a:cubicBezTo>
                    <a:pt x="1044035" y="316444"/>
                    <a:pt x="1038701" y="314920"/>
                    <a:pt x="1033748" y="312634"/>
                  </a:cubicBezTo>
                  <a:lnTo>
                    <a:pt x="603885" y="115181"/>
                  </a:lnTo>
                  <a:lnTo>
                    <a:pt x="77819" y="358069"/>
                  </a:lnTo>
                  <a:cubicBezTo>
                    <a:pt x="50292" y="370737"/>
                    <a:pt x="17716" y="358735"/>
                    <a:pt x="5048" y="331303"/>
                  </a:cubicBezTo>
                  <a:cubicBezTo>
                    <a:pt x="-7620" y="303776"/>
                    <a:pt x="4381" y="271201"/>
                    <a:pt x="31813" y="258532"/>
                  </a:cubicBezTo>
                  <a:lnTo>
                    <a:pt x="580739" y="5072"/>
                  </a:lnTo>
                  <a:cubicBezTo>
                    <a:pt x="595312" y="-1691"/>
                    <a:pt x="612076" y="-1691"/>
                    <a:pt x="626649" y="5072"/>
                  </a:cubicBezTo>
                  <a:lnTo>
                    <a:pt x="1071943" y="209574"/>
                  </a:lnTo>
                  <a:lnTo>
                    <a:pt x="1550574" y="273010"/>
                  </a:lnTo>
                  <a:cubicBezTo>
                    <a:pt x="1580578" y="277011"/>
                    <a:pt x="1601724" y="304538"/>
                    <a:pt x="1597723" y="334637"/>
                  </a:cubicBezTo>
                  <a:cubicBezTo>
                    <a:pt x="1594199" y="362069"/>
                    <a:pt x="1570672" y="382167"/>
                    <a:pt x="1543526" y="3821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B2AE15B-43BB-88B4-F1E3-F101A18C7CFC}"/>
                </a:ext>
              </a:extLst>
            </p:cNvPr>
            <p:cNvSpPr/>
            <p:nvPr/>
          </p:nvSpPr>
          <p:spPr>
            <a:xfrm>
              <a:off x="4171854" y="2561236"/>
              <a:ext cx="3059965" cy="2192405"/>
            </a:xfrm>
            <a:custGeom>
              <a:avLst/>
              <a:gdLst>
                <a:gd name="connsiteX0" fmla="*/ 2481453 w 3059965"/>
                <a:gd name="connsiteY0" fmla="*/ 2192405 h 2192405"/>
                <a:gd name="connsiteX1" fmla="*/ 54864 w 3059965"/>
                <a:gd name="connsiteY1" fmla="*/ 2192405 h 2192405"/>
                <a:gd name="connsiteX2" fmla="*/ 0 w 3059965"/>
                <a:gd name="connsiteY2" fmla="*/ 2137541 h 2192405"/>
                <a:gd name="connsiteX3" fmla="*/ 0 w 3059965"/>
                <a:gd name="connsiteY3" fmla="*/ 1537657 h 2192405"/>
                <a:gd name="connsiteX4" fmla="*/ 202883 w 3059965"/>
                <a:gd name="connsiteY4" fmla="*/ 920913 h 2192405"/>
                <a:gd name="connsiteX5" fmla="*/ 732377 w 3059965"/>
                <a:gd name="connsiteY5" fmla="*/ 545152 h 2192405"/>
                <a:gd name="connsiteX6" fmla="*/ 1241870 w 3059965"/>
                <a:gd name="connsiteY6" fmla="*/ 393418 h 2192405"/>
                <a:gd name="connsiteX7" fmla="*/ 1317593 w 3059965"/>
                <a:gd name="connsiteY7" fmla="*/ 43279 h 2192405"/>
                <a:gd name="connsiteX8" fmla="*/ 1382840 w 3059965"/>
                <a:gd name="connsiteY8" fmla="*/ 1274 h 2192405"/>
                <a:gd name="connsiteX9" fmla="*/ 1424845 w 3059965"/>
                <a:gd name="connsiteY9" fmla="*/ 66520 h 2192405"/>
                <a:gd name="connsiteX10" fmla="*/ 1342168 w 3059965"/>
                <a:gd name="connsiteY10" fmla="*/ 448378 h 2192405"/>
                <a:gd name="connsiteX11" fmla="*/ 1304163 w 3059965"/>
                <a:gd name="connsiteY11" fmla="*/ 489335 h 2192405"/>
                <a:gd name="connsiteX12" fmla="*/ 764096 w 3059965"/>
                <a:gd name="connsiteY12" fmla="*/ 650212 h 2192405"/>
                <a:gd name="connsiteX13" fmla="*/ 109633 w 3059965"/>
                <a:gd name="connsiteY13" fmla="*/ 1537657 h 2192405"/>
                <a:gd name="connsiteX14" fmla="*/ 109633 w 3059965"/>
                <a:gd name="connsiteY14" fmla="*/ 2082677 h 2192405"/>
                <a:gd name="connsiteX15" fmla="*/ 2481358 w 3059965"/>
                <a:gd name="connsiteY15" fmla="*/ 2082677 h 2192405"/>
                <a:gd name="connsiteX16" fmla="*/ 2536222 w 3059965"/>
                <a:gd name="connsiteY16" fmla="*/ 2137541 h 2192405"/>
                <a:gd name="connsiteX17" fmla="*/ 2481453 w 3059965"/>
                <a:gd name="connsiteY17" fmla="*/ 2192405 h 2192405"/>
                <a:gd name="connsiteX18" fmla="*/ 3005138 w 3059965"/>
                <a:gd name="connsiteY18" fmla="*/ 833188 h 2192405"/>
                <a:gd name="connsiteX19" fmla="*/ 2970276 w 3059965"/>
                <a:gd name="connsiteY19" fmla="*/ 820710 h 2192405"/>
                <a:gd name="connsiteX20" fmla="*/ 2653665 w 3059965"/>
                <a:gd name="connsiteY20" fmla="*/ 650117 h 2192405"/>
                <a:gd name="connsiteX21" fmla="*/ 2114074 w 3059965"/>
                <a:gd name="connsiteY21" fmla="*/ 489430 h 2192405"/>
                <a:gd name="connsiteX22" fmla="*/ 2076069 w 3059965"/>
                <a:gd name="connsiteY22" fmla="*/ 448473 h 2192405"/>
                <a:gd name="connsiteX23" fmla="*/ 1993392 w 3059965"/>
                <a:gd name="connsiteY23" fmla="*/ 66616 h 2192405"/>
                <a:gd name="connsiteX24" fmla="*/ 2035397 w 3059965"/>
                <a:gd name="connsiteY24" fmla="*/ 1369 h 2192405"/>
                <a:gd name="connsiteX25" fmla="*/ 2100644 w 3059965"/>
                <a:gd name="connsiteY25" fmla="*/ 43375 h 2192405"/>
                <a:gd name="connsiteX26" fmla="*/ 2176463 w 3059965"/>
                <a:gd name="connsiteY26" fmla="*/ 393514 h 2192405"/>
                <a:gd name="connsiteX27" fmla="*/ 2685383 w 3059965"/>
                <a:gd name="connsiteY27" fmla="*/ 545152 h 2192405"/>
                <a:gd name="connsiteX28" fmla="*/ 3039999 w 3059965"/>
                <a:gd name="connsiteY28" fmla="*/ 736033 h 2192405"/>
                <a:gd name="connsiteX29" fmla="*/ 3047429 w 3059965"/>
                <a:gd name="connsiteY29" fmla="*/ 813280 h 2192405"/>
                <a:gd name="connsiteX30" fmla="*/ 3005138 w 3059965"/>
                <a:gd name="connsiteY30" fmla="*/ 833188 h 219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59965" h="2192405">
                  <a:moveTo>
                    <a:pt x="2481453" y="2192405"/>
                  </a:moveTo>
                  <a:lnTo>
                    <a:pt x="54864" y="2192405"/>
                  </a:lnTo>
                  <a:cubicBezTo>
                    <a:pt x="24574" y="2192405"/>
                    <a:pt x="0" y="2167831"/>
                    <a:pt x="0" y="2137541"/>
                  </a:cubicBezTo>
                  <a:lnTo>
                    <a:pt x="0" y="1537657"/>
                  </a:lnTo>
                  <a:cubicBezTo>
                    <a:pt x="0" y="1314105"/>
                    <a:pt x="70199" y="1100840"/>
                    <a:pt x="202883" y="920913"/>
                  </a:cubicBezTo>
                  <a:cubicBezTo>
                    <a:pt x="335661" y="740986"/>
                    <a:pt x="518731" y="611064"/>
                    <a:pt x="732377" y="545152"/>
                  </a:cubicBezTo>
                  <a:lnTo>
                    <a:pt x="1241870" y="393418"/>
                  </a:lnTo>
                  <a:lnTo>
                    <a:pt x="1317593" y="43279"/>
                  </a:lnTo>
                  <a:cubicBezTo>
                    <a:pt x="1323975" y="13657"/>
                    <a:pt x="1353217" y="-5203"/>
                    <a:pt x="1382840" y="1274"/>
                  </a:cubicBezTo>
                  <a:cubicBezTo>
                    <a:pt x="1412462" y="7656"/>
                    <a:pt x="1431227" y="36898"/>
                    <a:pt x="1424845" y="66520"/>
                  </a:cubicBezTo>
                  <a:lnTo>
                    <a:pt x="1342168" y="448378"/>
                  </a:lnTo>
                  <a:cubicBezTo>
                    <a:pt x="1337977" y="467904"/>
                    <a:pt x="1323403" y="483620"/>
                    <a:pt x="1304163" y="489335"/>
                  </a:cubicBezTo>
                  <a:lnTo>
                    <a:pt x="764096" y="650212"/>
                  </a:lnTo>
                  <a:cubicBezTo>
                    <a:pt x="372808" y="770894"/>
                    <a:pt x="109633" y="1127605"/>
                    <a:pt x="109633" y="1537657"/>
                  </a:cubicBezTo>
                  <a:lnTo>
                    <a:pt x="109633" y="2082677"/>
                  </a:lnTo>
                  <a:lnTo>
                    <a:pt x="2481358" y="2082677"/>
                  </a:lnTo>
                  <a:cubicBezTo>
                    <a:pt x="2511647" y="2082677"/>
                    <a:pt x="2536222" y="2107252"/>
                    <a:pt x="2536222" y="2137541"/>
                  </a:cubicBezTo>
                  <a:cubicBezTo>
                    <a:pt x="2536222" y="2167831"/>
                    <a:pt x="2511743" y="2192405"/>
                    <a:pt x="2481453" y="2192405"/>
                  </a:cubicBezTo>
                  <a:close/>
                  <a:moveTo>
                    <a:pt x="3005138" y="833188"/>
                  </a:moveTo>
                  <a:cubicBezTo>
                    <a:pt x="2992850" y="833188"/>
                    <a:pt x="2980468" y="829092"/>
                    <a:pt x="2970276" y="820710"/>
                  </a:cubicBezTo>
                  <a:cubicBezTo>
                    <a:pt x="2876455" y="743462"/>
                    <a:pt x="2769965" y="686026"/>
                    <a:pt x="2653665" y="650117"/>
                  </a:cubicBezTo>
                  <a:lnTo>
                    <a:pt x="2114074" y="489430"/>
                  </a:lnTo>
                  <a:cubicBezTo>
                    <a:pt x="2094928" y="483715"/>
                    <a:pt x="2080355" y="467999"/>
                    <a:pt x="2076069" y="448473"/>
                  </a:cubicBezTo>
                  <a:lnTo>
                    <a:pt x="1993392" y="66616"/>
                  </a:lnTo>
                  <a:cubicBezTo>
                    <a:pt x="1987010" y="36993"/>
                    <a:pt x="2005775" y="7751"/>
                    <a:pt x="2035397" y="1369"/>
                  </a:cubicBezTo>
                  <a:cubicBezTo>
                    <a:pt x="2065020" y="-5012"/>
                    <a:pt x="2094262" y="13752"/>
                    <a:pt x="2100644" y="43375"/>
                  </a:cubicBezTo>
                  <a:lnTo>
                    <a:pt x="2176463" y="393514"/>
                  </a:lnTo>
                  <a:lnTo>
                    <a:pt x="2685383" y="545152"/>
                  </a:lnTo>
                  <a:cubicBezTo>
                    <a:pt x="2815971" y="585442"/>
                    <a:pt x="2935129" y="649641"/>
                    <a:pt x="3039999" y="736033"/>
                  </a:cubicBezTo>
                  <a:cubicBezTo>
                    <a:pt x="3063430" y="755273"/>
                    <a:pt x="3066669" y="789849"/>
                    <a:pt x="3047429" y="813280"/>
                  </a:cubicBezTo>
                  <a:cubicBezTo>
                    <a:pt x="3036665" y="826330"/>
                    <a:pt x="3020949" y="833188"/>
                    <a:pt x="3005138" y="833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1289C34-EFE1-5757-9E94-DE7396D8E1DE}"/>
                </a:ext>
              </a:extLst>
            </p:cNvPr>
            <p:cNvSpPr/>
            <p:nvPr/>
          </p:nvSpPr>
          <p:spPr>
            <a:xfrm>
              <a:off x="4729543" y="4231480"/>
              <a:ext cx="109727" cy="522160"/>
            </a:xfrm>
            <a:custGeom>
              <a:avLst/>
              <a:gdLst>
                <a:gd name="connsiteX0" fmla="*/ 54864 w 109727"/>
                <a:gd name="connsiteY0" fmla="*/ 522161 h 522160"/>
                <a:gd name="connsiteX1" fmla="*/ 0 w 109727"/>
                <a:gd name="connsiteY1" fmla="*/ 467296 h 522160"/>
                <a:gd name="connsiteX2" fmla="*/ 0 w 109727"/>
                <a:gd name="connsiteY2" fmla="*/ 54864 h 522160"/>
                <a:gd name="connsiteX3" fmla="*/ 54864 w 109727"/>
                <a:gd name="connsiteY3" fmla="*/ 0 h 522160"/>
                <a:gd name="connsiteX4" fmla="*/ 109728 w 109727"/>
                <a:gd name="connsiteY4" fmla="*/ 54864 h 522160"/>
                <a:gd name="connsiteX5" fmla="*/ 109728 w 109727"/>
                <a:gd name="connsiteY5" fmla="*/ 467296 h 522160"/>
                <a:gd name="connsiteX6" fmla="*/ 54864 w 109727"/>
                <a:gd name="connsiteY6" fmla="*/ 522161 h 52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727" h="522160">
                  <a:moveTo>
                    <a:pt x="54864" y="522161"/>
                  </a:moveTo>
                  <a:cubicBezTo>
                    <a:pt x="24575" y="522161"/>
                    <a:pt x="0" y="497586"/>
                    <a:pt x="0" y="467296"/>
                  </a:cubicBezTo>
                  <a:lnTo>
                    <a:pt x="0" y="54864"/>
                  </a:lnTo>
                  <a:cubicBezTo>
                    <a:pt x="0" y="24574"/>
                    <a:pt x="24575" y="0"/>
                    <a:pt x="54864" y="0"/>
                  </a:cubicBezTo>
                  <a:cubicBezTo>
                    <a:pt x="85154" y="0"/>
                    <a:pt x="109728" y="24574"/>
                    <a:pt x="109728" y="54864"/>
                  </a:cubicBezTo>
                  <a:lnTo>
                    <a:pt x="109728" y="467296"/>
                  </a:lnTo>
                  <a:cubicBezTo>
                    <a:pt x="109728" y="497586"/>
                    <a:pt x="85154" y="522161"/>
                    <a:pt x="54864" y="5221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509718-2CE7-F992-BF30-79B7F27BA851}"/>
                </a:ext>
              </a:extLst>
            </p:cNvPr>
            <p:cNvSpPr/>
            <p:nvPr/>
          </p:nvSpPr>
          <p:spPr>
            <a:xfrm>
              <a:off x="5405492" y="2943089"/>
              <a:ext cx="951055" cy="726987"/>
            </a:xfrm>
            <a:custGeom>
              <a:avLst/>
              <a:gdLst>
                <a:gd name="connsiteX0" fmla="*/ 475433 w 951055"/>
                <a:gd name="connsiteY0" fmla="*/ 726988 h 726987"/>
                <a:gd name="connsiteX1" fmla="*/ 444857 w 951055"/>
                <a:gd name="connsiteY1" fmla="*/ 717749 h 726987"/>
                <a:gd name="connsiteX2" fmla="*/ 40 w 951055"/>
                <a:gd name="connsiteY2" fmla="*/ 56999 h 726987"/>
                <a:gd name="connsiteX3" fmla="*/ 52808 w 951055"/>
                <a:gd name="connsiteY3" fmla="*/ 40 h 726987"/>
                <a:gd name="connsiteX4" fmla="*/ 109768 w 951055"/>
                <a:gd name="connsiteY4" fmla="*/ 52808 h 726987"/>
                <a:gd name="connsiteX5" fmla="*/ 475433 w 951055"/>
                <a:gd name="connsiteY5" fmla="*/ 604306 h 726987"/>
                <a:gd name="connsiteX6" fmla="*/ 841288 w 951055"/>
                <a:gd name="connsiteY6" fmla="*/ 52808 h 726987"/>
                <a:gd name="connsiteX7" fmla="*/ 898247 w 951055"/>
                <a:gd name="connsiteY7" fmla="*/ 40 h 726987"/>
                <a:gd name="connsiteX8" fmla="*/ 951016 w 951055"/>
                <a:gd name="connsiteY8" fmla="*/ 56999 h 726987"/>
                <a:gd name="connsiteX9" fmla="*/ 506103 w 951055"/>
                <a:gd name="connsiteY9" fmla="*/ 717749 h 726987"/>
                <a:gd name="connsiteX10" fmla="*/ 475433 w 951055"/>
                <a:gd name="connsiteY10" fmla="*/ 726988 h 72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1055" h="726987">
                  <a:moveTo>
                    <a:pt x="475433" y="726988"/>
                  </a:moveTo>
                  <a:cubicBezTo>
                    <a:pt x="464765" y="726988"/>
                    <a:pt x="454097" y="723845"/>
                    <a:pt x="444857" y="717749"/>
                  </a:cubicBezTo>
                  <a:cubicBezTo>
                    <a:pt x="427236" y="705938"/>
                    <a:pt x="14137" y="424950"/>
                    <a:pt x="40" y="56999"/>
                  </a:cubicBezTo>
                  <a:cubicBezTo>
                    <a:pt x="-1103" y="26710"/>
                    <a:pt x="22519" y="1278"/>
                    <a:pt x="52808" y="40"/>
                  </a:cubicBezTo>
                  <a:cubicBezTo>
                    <a:pt x="82907" y="-1103"/>
                    <a:pt x="108530" y="22519"/>
                    <a:pt x="109768" y="52808"/>
                  </a:cubicBezTo>
                  <a:cubicBezTo>
                    <a:pt x="119674" y="311984"/>
                    <a:pt x="384183" y="534964"/>
                    <a:pt x="475433" y="604306"/>
                  </a:cubicBezTo>
                  <a:cubicBezTo>
                    <a:pt x="566682" y="534964"/>
                    <a:pt x="831287" y="312079"/>
                    <a:pt x="841288" y="52808"/>
                  </a:cubicBezTo>
                  <a:cubicBezTo>
                    <a:pt x="842431" y="22519"/>
                    <a:pt x="867767" y="-1103"/>
                    <a:pt x="898247" y="40"/>
                  </a:cubicBezTo>
                  <a:cubicBezTo>
                    <a:pt x="928537" y="1183"/>
                    <a:pt x="952159" y="26710"/>
                    <a:pt x="951016" y="56999"/>
                  </a:cubicBezTo>
                  <a:cubicBezTo>
                    <a:pt x="936919" y="424950"/>
                    <a:pt x="523629" y="705938"/>
                    <a:pt x="506103" y="717749"/>
                  </a:cubicBezTo>
                  <a:cubicBezTo>
                    <a:pt x="496769" y="723940"/>
                    <a:pt x="486101" y="726988"/>
                    <a:pt x="475433" y="7269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901918-D451-8352-E6A2-17BED53D4446}"/>
                </a:ext>
              </a:extLst>
            </p:cNvPr>
            <p:cNvSpPr/>
            <p:nvPr/>
          </p:nvSpPr>
          <p:spPr>
            <a:xfrm>
              <a:off x="5053752" y="738099"/>
              <a:ext cx="1678578" cy="1006594"/>
            </a:xfrm>
            <a:custGeom>
              <a:avLst/>
              <a:gdLst>
                <a:gd name="connsiteX0" fmla="*/ 1571457 w 1678578"/>
                <a:gd name="connsiteY0" fmla="*/ 1006594 h 1006594"/>
                <a:gd name="connsiteX1" fmla="*/ 1553645 w 1678578"/>
                <a:gd name="connsiteY1" fmla="*/ 1003641 h 1006594"/>
                <a:gd name="connsiteX2" fmla="*/ 1519641 w 1678578"/>
                <a:gd name="connsiteY2" fmla="*/ 933918 h 1006594"/>
                <a:gd name="connsiteX3" fmla="*/ 1222080 w 1678578"/>
                <a:gd name="connsiteY3" fmla="*/ 192397 h 1006594"/>
                <a:gd name="connsiteX4" fmla="*/ 679822 w 1678578"/>
                <a:gd name="connsiteY4" fmla="*/ 121150 h 1006594"/>
                <a:gd name="connsiteX5" fmla="*/ 152232 w 1678578"/>
                <a:gd name="connsiteY5" fmla="*/ 576636 h 1006594"/>
                <a:gd name="connsiteX6" fmla="*/ 141469 w 1678578"/>
                <a:gd name="connsiteY6" fmla="*/ 606258 h 1006594"/>
                <a:gd name="connsiteX7" fmla="*/ 135468 w 1678578"/>
                <a:gd name="connsiteY7" fmla="*/ 916583 h 1006594"/>
                <a:gd name="connsiteX8" fmla="*/ 99082 w 1678578"/>
                <a:gd name="connsiteY8" fmla="*/ 985163 h 1006594"/>
                <a:gd name="connsiteX9" fmla="*/ 30502 w 1678578"/>
                <a:gd name="connsiteY9" fmla="*/ 948777 h 1006594"/>
                <a:gd name="connsiteX10" fmla="*/ 43647 w 1678578"/>
                <a:gd name="connsiteY10" fmla="*/ 556062 h 1006594"/>
                <a:gd name="connsiteX11" fmla="*/ 663153 w 1678578"/>
                <a:gd name="connsiteY11" fmla="*/ 12756 h 1006594"/>
                <a:gd name="connsiteX12" fmla="*/ 1266562 w 1678578"/>
                <a:gd name="connsiteY12" fmla="*/ 92194 h 1006594"/>
                <a:gd name="connsiteX13" fmla="*/ 1658801 w 1678578"/>
                <a:gd name="connsiteY13" fmla="*/ 509389 h 1006594"/>
                <a:gd name="connsiteX14" fmla="*/ 1623463 w 1678578"/>
                <a:gd name="connsiteY14" fmla="*/ 969732 h 1006594"/>
                <a:gd name="connsiteX15" fmla="*/ 1571457 w 1678578"/>
                <a:gd name="connsiteY15" fmla="*/ 1006594 h 1006594"/>
                <a:gd name="connsiteX16" fmla="*/ 140993 w 1678578"/>
                <a:gd name="connsiteY16" fmla="*/ 606735 h 1006594"/>
                <a:gd name="connsiteX17" fmla="*/ 140326 w 1678578"/>
                <a:gd name="connsiteY17" fmla="*/ 607592 h 1006594"/>
                <a:gd name="connsiteX18" fmla="*/ 140993 w 1678578"/>
                <a:gd name="connsiteY18" fmla="*/ 606735 h 1006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8578" h="1006594">
                  <a:moveTo>
                    <a:pt x="1571457" y="1006594"/>
                  </a:moveTo>
                  <a:cubicBezTo>
                    <a:pt x="1565552" y="1006594"/>
                    <a:pt x="1559551" y="1005642"/>
                    <a:pt x="1553645" y="1003641"/>
                  </a:cubicBezTo>
                  <a:cubicBezTo>
                    <a:pt x="1524975" y="993831"/>
                    <a:pt x="1509735" y="962589"/>
                    <a:pt x="1519641" y="933918"/>
                  </a:cubicBezTo>
                  <a:cubicBezTo>
                    <a:pt x="1640323" y="583017"/>
                    <a:pt x="1540120" y="333462"/>
                    <a:pt x="1222080" y="192397"/>
                  </a:cubicBezTo>
                  <a:cubicBezTo>
                    <a:pt x="1052916" y="117340"/>
                    <a:pt x="865464" y="92670"/>
                    <a:pt x="679822" y="121150"/>
                  </a:cubicBezTo>
                  <a:cubicBezTo>
                    <a:pt x="449031" y="156774"/>
                    <a:pt x="170044" y="264692"/>
                    <a:pt x="152232" y="576636"/>
                  </a:cubicBezTo>
                  <a:cubicBezTo>
                    <a:pt x="151660" y="587399"/>
                    <a:pt x="147851" y="597686"/>
                    <a:pt x="141469" y="606258"/>
                  </a:cubicBezTo>
                  <a:cubicBezTo>
                    <a:pt x="137944" y="612259"/>
                    <a:pt x="76603" y="724464"/>
                    <a:pt x="135468" y="916583"/>
                  </a:cubicBezTo>
                  <a:cubicBezTo>
                    <a:pt x="144326" y="945539"/>
                    <a:pt x="128039" y="976209"/>
                    <a:pt x="99082" y="985163"/>
                  </a:cubicBezTo>
                  <a:cubicBezTo>
                    <a:pt x="70126" y="994021"/>
                    <a:pt x="39456" y="977733"/>
                    <a:pt x="30502" y="948777"/>
                  </a:cubicBezTo>
                  <a:cubicBezTo>
                    <a:pt x="-30172" y="751038"/>
                    <a:pt x="13357" y="610164"/>
                    <a:pt x="43647" y="556062"/>
                  </a:cubicBezTo>
                  <a:cubicBezTo>
                    <a:pt x="66888" y="263549"/>
                    <a:pt x="286344" y="70858"/>
                    <a:pt x="663153" y="12756"/>
                  </a:cubicBezTo>
                  <a:cubicBezTo>
                    <a:pt x="869560" y="-18867"/>
                    <a:pt x="1078253" y="8565"/>
                    <a:pt x="1266562" y="92194"/>
                  </a:cubicBezTo>
                  <a:cubicBezTo>
                    <a:pt x="1479160" y="186492"/>
                    <a:pt x="1611081" y="326890"/>
                    <a:pt x="1658801" y="509389"/>
                  </a:cubicBezTo>
                  <a:cubicBezTo>
                    <a:pt x="1694044" y="644168"/>
                    <a:pt x="1682137" y="799044"/>
                    <a:pt x="1623463" y="969732"/>
                  </a:cubicBezTo>
                  <a:cubicBezTo>
                    <a:pt x="1615558" y="992307"/>
                    <a:pt x="1594222" y="1006594"/>
                    <a:pt x="1571457" y="1006594"/>
                  </a:cubicBezTo>
                  <a:close/>
                  <a:moveTo>
                    <a:pt x="140993" y="606735"/>
                  </a:moveTo>
                  <a:cubicBezTo>
                    <a:pt x="140802" y="607020"/>
                    <a:pt x="140516" y="607306"/>
                    <a:pt x="140326" y="607592"/>
                  </a:cubicBezTo>
                  <a:cubicBezTo>
                    <a:pt x="140516" y="607306"/>
                    <a:pt x="140707" y="607020"/>
                    <a:pt x="140993" y="6067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33B308-318E-2BD1-07B4-DDB8AC106570}"/>
                </a:ext>
              </a:extLst>
            </p:cNvPr>
            <p:cNvSpPr/>
            <p:nvPr/>
          </p:nvSpPr>
          <p:spPr>
            <a:xfrm>
              <a:off x="6614350" y="3551871"/>
              <a:ext cx="1143571" cy="1143571"/>
            </a:xfrm>
            <a:custGeom>
              <a:avLst/>
              <a:gdLst>
                <a:gd name="connsiteX0" fmla="*/ 571786 w 1143571"/>
                <a:gd name="connsiteY0" fmla="*/ 1143572 h 1143571"/>
                <a:gd name="connsiteX1" fmla="*/ 395573 w 1143571"/>
                <a:gd name="connsiteY1" fmla="*/ 967359 h 1143571"/>
                <a:gd name="connsiteX2" fmla="*/ 395573 w 1143571"/>
                <a:gd name="connsiteY2" fmla="*/ 747998 h 1143571"/>
                <a:gd name="connsiteX3" fmla="*/ 176213 w 1143571"/>
                <a:gd name="connsiteY3" fmla="*/ 747998 h 1143571"/>
                <a:gd name="connsiteX4" fmla="*/ 0 w 1143571"/>
                <a:gd name="connsiteY4" fmla="*/ 571786 h 1143571"/>
                <a:gd name="connsiteX5" fmla="*/ 176213 w 1143571"/>
                <a:gd name="connsiteY5" fmla="*/ 395573 h 1143571"/>
                <a:gd name="connsiteX6" fmla="*/ 395573 w 1143571"/>
                <a:gd name="connsiteY6" fmla="*/ 395573 h 1143571"/>
                <a:gd name="connsiteX7" fmla="*/ 395573 w 1143571"/>
                <a:gd name="connsiteY7" fmla="*/ 176213 h 1143571"/>
                <a:gd name="connsiteX8" fmla="*/ 571786 w 1143571"/>
                <a:gd name="connsiteY8" fmla="*/ 0 h 1143571"/>
                <a:gd name="connsiteX9" fmla="*/ 747998 w 1143571"/>
                <a:gd name="connsiteY9" fmla="*/ 176213 h 1143571"/>
                <a:gd name="connsiteX10" fmla="*/ 747998 w 1143571"/>
                <a:gd name="connsiteY10" fmla="*/ 395573 h 1143571"/>
                <a:gd name="connsiteX11" fmla="*/ 967359 w 1143571"/>
                <a:gd name="connsiteY11" fmla="*/ 395573 h 1143571"/>
                <a:gd name="connsiteX12" fmla="*/ 1143572 w 1143571"/>
                <a:gd name="connsiteY12" fmla="*/ 571786 h 1143571"/>
                <a:gd name="connsiteX13" fmla="*/ 967359 w 1143571"/>
                <a:gd name="connsiteY13" fmla="*/ 747998 h 1143571"/>
                <a:gd name="connsiteX14" fmla="*/ 747998 w 1143571"/>
                <a:gd name="connsiteY14" fmla="*/ 747998 h 1143571"/>
                <a:gd name="connsiteX15" fmla="*/ 747998 w 1143571"/>
                <a:gd name="connsiteY15" fmla="*/ 967359 h 1143571"/>
                <a:gd name="connsiteX16" fmla="*/ 571786 w 1143571"/>
                <a:gd name="connsiteY16" fmla="*/ 1143572 h 1143571"/>
                <a:gd name="connsiteX17" fmla="*/ 176117 w 1143571"/>
                <a:gd name="connsiteY17" fmla="*/ 505111 h 1143571"/>
                <a:gd name="connsiteX18" fmla="*/ 109538 w 1143571"/>
                <a:gd name="connsiteY18" fmla="*/ 571691 h 1143571"/>
                <a:gd name="connsiteX19" fmla="*/ 176117 w 1143571"/>
                <a:gd name="connsiteY19" fmla="*/ 638175 h 1143571"/>
                <a:gd name="connsiteX20" fmla="*/ 450342 w 1143571"/>
                <a:gd name="connsiteY20" fmla="*/ 638175 h 1143571"/>
                <a:gd name="connsiteX21" fmla="*/ 505206 w 1143571"/>
                <a:gd name="connsiteY21" fmla="*/ 693039 h 1143571"/>
                <a:gd name="connsiteX22" fmla="*/ 505206 w 1143571"/>
                <a:gd name="connsiteY22" fmla="*/ 967264 h 1143571"/>
                <a:gd name="connsiteX23" fmla="*/ 571690 w 1143571"/>
                <a:gd name="connsiteY23" fmla="*/ 1033844 h 1143571"/>
                <a:gd name="connsiteX24" fmla="*/ 638270 w 1143571"/>
                <a:gd name="connsiteY24" fmla="*/ 967264 h 1143571"/>
                <a:gd name="connsiteX25" fmla="*/ 638270 w 1143571"/>
                <a:gd name="connsiteY25" fmla="*/ 693039 h 1143571"/>
                <a:gd name="connsiteX26" fmla="*/ 693134 w 1143571"/>
                <a:gd name="connsiteY26" fmla="*/ 638175 h 1143571"/>
                <a:gd name="connsiteX27" fmla="*/ 967359 w 1143571"/>
                <a:gd name="connsiteY27" fmla="*/ 638175 h 1143571"/>
                <a:gd name="connsiteX28" fmla="*/ 1033843 w 1143571"/>
                <a:gd name="connsiteY28" fmla="*/ 571691 h 1143571"/>
                <a:gd name="connsiteX29" fmla="*/ 967359 w 1143571"/>
                <a:gd name="connsiteY29" fmla="*/ 505111 h 1143571"/>
                <a:gd name="connsiteX30" fmla="*/ 693134 w 1143571"/>
                <a:gd name="connsiteY30" fmla="*/ 505111 h 1143571"/>
                <a:gd name="connsiteX31" fmla="*/ 638270 w 1143571"/>
                <a:gd name="connsiteY31" fmla="*/ 450247 h 1143571"/>
                <a:gd name="connsiteX32" fmla="*/ 638270 w 1143571"/>
                <a:gd name="connsiteY32" fmla="*/ 176022 h 1143571"/>
                <a:gd name="connsiteX33" fmla="*/ 571690 w 1143571"/>
                <a:gd name="connsiteY33" fmla="*/ 109538 h 1143571"/>
                <a:gd name="connsiteX34" fmla="*/ 505206 w 1143571"/>
                <a:gd name="connsiteY34" fmla="*/ 176022 h 1143571"/>
                <a:gd name="connsiteX35" fmla="*/ 505206 w 1143571"/>
                <a:gd name="connsiteY35" fmla="*/ 450247 h 1143571"/>
                <a:gd name="connsiteX36" fmla="*/ 450342 w 1143571"/>
                <a:gd name="connsiteY36" fmla="*/ 505111 h 1143571"/>
                <a:gd name="connsiteX37" fmla="*/ 176117 w 1143571"/>
                <a:gd name="connsiteY37" fmla="*/ 505111 h 1143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43571" h="1143571">
                  <a:moveTo>
                    <a:pt x="571786" y="1143572"/>
                  </a:moveTo>
                  <a:cubicBezTo>
                    <a:pt x="474631" y="1143572"/>
                    <a:pt x="395573" y="1064514"/>
                    <a:pt x="395573" y="967359"/>
                  </a:cubicBezTo>
                  <a:lnTo>
                    <a:pt x="395573" y="747998"/>
                  </a:lnTo>
                  <a:lnTo>
                    <a:pt x="176213" y="747998"/>
                  </a:lnTo>
                  <a:cubicBezTo>
                    <a:pt x="79057" y="747998"/>
                    <a:pt x="0" y="668941"/>
                    <a:pt x="0" y="571786"/>
                  </a:cubicBezTo>
                  <a:cubicBezTo>
                    <a:pt x="0" y="474631"/>
                    <a:pt x="79057" y="395573"/>
                    <a:pt x="176213" y="395573"/>
                  </a:cubicBezTo>
                  <a:lnTo>
                    <a:pt x="395573" y="395573"/>
                  </a:lnTo>
                  <a:lnTo>
                    <a:pt x="395573" y="176213"/>
                  </a:lnTo>
                  <a:cubicBezTo>
                    <a:pt x="395573" y="79058"/>
                    <a:pt x="474631" y="0"/>
                    <a:pt x="571786" y="0"/>
                  </a:cubicBezTo>
                  <a:cubicBezTo>
                    <a:pt x="668941" y="0"/>
                    <a:pt x="747998" y="79058"/>
                    <a:pt x="747998" y="176213"/>
                  </a:cubicBezTo>
                  <a:lnTo>
                    <a:pt x="747998" y="395573"/>
                  </a:lnTo>
                  <a:lnTo>
                    <a:pt x="967359" y="395573"/>
                  </a:lnTo>
                  <a:cubicBezTo>
                    <a:pt x="1064514" y="395573"/>
                    <a:pt x="1143572" y="474631"/>
                    <a:pt x="1143572" y="571786"/>
                  </a:cubicBezTo>
                  <a:cubicBezTo>
                    <a:pt x="1143572" y="668941"/>
                    <a:pt x="1064514" y="747998"/>
                    <a:pt x="967359" y="747998"/>
                  </a:cubicBezTo>
                  <a:lnTo>
                    <a:pt x="747998" y="747998"/>
                  </a:lnTo>
                  <a:lnTo>
                    <a:pt x="747998" y="967359"/>
                  </a:lnTo>
                  <a:cubicBezTo>
                    <a:pt x="747998" y="1064514"/>
                    <a:pt x="668941" y="1143572"/>
                    <a:pt x="571786" y="1143572"/>
                  </a:cubicBezTo>
                  <a:close/>
                  <a:moveTo>
                    <a:pt x="176117" y="505111"/>
                  </a:moveTo>
                  <a:cubicBezTo>
                    <a:pt x="139446" y="505111"/>
                    <a:pt x="109538" y="534924"/>
                    <a:pt x="109538" y="571691"/>
                  </a:cubicBezTo>
                  <a:cubicBezTo>
                    <a:pt x="109538" y="608362"/>
                    <a:pt x="139351" y="638175"/>
                    <a:pt x="176117" y="638175"/>
                  </a:cubicBezTo>
                  <a:lnTo>
                    <a:pt x="450342" y="638175"/>
                  </a:lnTo>
                  <a:cubicBezTo>
                    <a:pt x="480631" y="638175"/>
                    <a:pt x="505206" y="662750"/>
                    <a:pt x="505206" y="693039"/>
                  </a:cubicBezTo>
                  <a:lnTo>
                    <a:pt x="505206" y="967264"/>
                  </a:lnTo>
                  <a:cubicBezTo>
                    <a:pt x="505206" y="1003935"/>
                    <a:pt x="535019" y="1033844"/>
                    <a:pt x="571690" y="1033844"/>
                  </a:cubicBezTo>
                  <a:cubicBezTo>
                    <a:pt x="608362" y="1033844"/>
                    <a:pt x="638270" y="1004030"/>
                    <a:pt x="638270" y="967264"/>
                  </a:cubicBezTo>
                  <a:lnTo>
                    <a:pt x="638270" y="693039"/>
                  </a:lnTo>
                  <a:cubicBezTo>
                    <a:pt x="638270" y="662750"/>
                    <a:pt x="662845" y="638175"/>
                    <a:pt x="693134" y="638175"/>
                  </a:cubicBezTo>
                  <a:lnTo>
                    <a:pt x="967359" y="638175"/>
                  </a:lnTo>
                  <a:cubicBezTo>
                    <a:pt x="1004030" y="638175"/>
                    <a:pt x="1033843" y="608362"/>
                    <a:pt x="1033843" y="571691"/>
                  </a:cubicBezTo>
                  <a:cubicBezTo>
                    <a:pt x="1033843" y="535019"/>
                    <a:pt x="1004030" y="505111"/>
                    <a:pt x="967359" y="505111"/>
                  </a:cubicBezTo>
                  <a:lnTo>
                    <a:pt x="693134" y="505111"/>
                  </a:lnTo>
                  <a:cubicBezTo>
                    <a:pt x="662845" y="505111"/>
                    <a:pt x="638270" y="480536"/>
                    <a:pt x="638270" y="450247"/>
                  </a:cubicBezTo>
                  <a:lnTo>
                    <a:pt x="638270" y="176022"/>
                  </a:lnTo>
                  <a:cubicBezTo>
                    <a:pt x="638270" y="139351"/>
                    <a:pt x="608457" y="109538"/>
                    <a:pt x="571690" y="109538"/>
                  </a:cubicBezTo>
                  <a:cubicBezTo>
                    <a:pt x="535019" y="109538"/>
                    <a:pt x="505206" y="139351"/>
                    <a:pt x="505206" y="176022"/>
                  </a:cubicBezTo>
                  <a:lnTo>
                    <a:pt x="505206" y="450247"/>
                  </a:lnTo>
                  <a:cubicBezTo>
                    <a:pt x="505206" y="480536"/>
                    <a:pt x="480631" y="505111"/>
                    <a:pt x="450342" y="505111"/>
                  </a:cubicBezTo>
                  <a:lnTo>
                    <a:pt x="176117" y="50511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FF9697F-2C6C-9E14-38F9-28461AE50517}"/>
                </a:ext>
              </a:extLst>
            </p:cNvPr>
            <p:cNvSpPr/>
            <p:nvPr/>
          </p:nvSpPr>
          <p:spPr>
            <a:xfrm>
              <a:off x="6347174" y="3284600"/>
              <a:ext cx="1677924" cy="1677924"/>
            </a:xfrm>
            <a:custGeom>
              <a:avLst/>
              <a:gdLst>
                <a:gd name="connsiteX0" fmla="*/ 838962 w 1677924"/>
                <a:gd name="connsiteY0" fmla="*/ 1677924 h 1677924"/>
                <a:gd name="connsiteX1" fmla="*/ 0 w 1677924"/>
                <a:gd name="connsiteY1" fmla="*/ 838962 h 1677924"/>
                <a:gd name="connsiteX2" fmla="*/ 838962 w 1677924"/>
                <a:gd name="connsiteY2" fmla="*/ 0 h 1677924"/>
                <a:gd name="connsiteX3" fmla="*/ 1677924 w 1677924"/>
                <a:gd name="connsiteY3" fmla="*/ 838962 h 1677924"/>
                <a:gd name="connsiteX4" fmla="*/ 838962 w 1677924"/>
                <a:gd name="connsiteY4" fmla="*/ 1677924 h 1677924"/>
                <a:gd name="connsiteX5" fmla="*/ 838962 w 1677924"/>
                <a:gd name="connsiteY5" fmla="*/ 109633 h 1677924"/>
                <a:gd name="connsiteX6" fmla="*/ 109728 w 1677924"/>
                <a:gd name="connsiteY6" fmla="*/ 838867 h 1677924"/>
                <a:gd name="connsiteX7" fmla="*/ 838962 w 1677924"/>
                <a:gd name="connsiteY7" fmla="*/ 1568101 h 1677924"/>
                <a:gd name="connsiteX8" fmla="*/ 1568196 w 1677924"/>
                <a:gd name="connsiteY8" fmla="*/ 838867 h 1677924"/>
                <a:gd name="connsiteX9" fmla="*/ 838962 w 1677924"/>
                <a:gd name="connsiteY9" fmla="*/ 109633 h 1677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7924" h="1677924">
                  <a:moveTo>
                    <a:pt x="838962" y="1677924"/>
                  </a:moveTo>
                  <a:cubicBezTo>
                    <a:pt x="376333" y="1677924"/>
                    <a:pt x="0" y="1301591"/>
                    <a:pt x="0" y="838962"/>
                  </a:cubicBezTo>
                  <a:cubicBezTo>
                    <a:pt x="0" y="376333"/>
                    <a:pt x="376333" y="0"/>
                    <a:pt x="838962" y="0"/>
                  </a:cubicBezTo>
                  <a:cubicBezTo>
                    <a:pt x="1301591" y="0"/>
                    <a:pt x="1677924" y="376333"/>
                    <a:pt x="1677924" y="838962"/>
                  </a:cubicBezTo>
                  <a:cubicBezTo>
                    <a:pt x="1677924" y="1301591"/>
                    <a:pt x="1301591" y="1677924"/>
                    <a:pt x="838962" y="1677924"/>
                  </a:cubicBezTo>
                  <a:close/>
                  <a:moveTo>
                    <a:pt x="838962" y="109633"/>
                  </a:moveTo>
                  <a:cubicBezTo>
                    <a:pt x="436817" y="109633"/>
                    <a:pt x="109728" y="436817"/>
                    <a:pt x="109728" y="838867"/>
                  </a:cubicBezTo>
                  <a:cubicBezTo>
                    <a:pt x="109728" y="1240917"/>
                    <a:pt x="436912" y="1568101"/>
                    <a:pt x="838962" y="1568101"/>
                  </a:cubicBezTo>
                  <a:cubicBezTo>
                    <a:pt x="1241012" y="1568101"/>
                    <a:pt x="1568196" y="1240917"/>
                    <a:pt x="1568196" y="838867"/>
                  </a:cubicBezTo>
                  <a:cubicBezTo>
                    <a:pt x="1568196" y="436817"/>
                    <a:pt x="1241108" y="109633"/>
                    <a:pt x="838962" y="1096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154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20" grpId="0" animBg="1"/>
      <p:bldP spid="24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EF8E7-D1F7-2F7B-26A7-451E1172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9088A-96A2-64FB-A526-CB1A85083403}"/>
              </a:ext>
            </a:extLst>
          </p:cNvPr>
          <p:cNvSpPr/>
          <p:nvPr/>
        </p:nvSpPr>
        <p:spPr>
          <a:xfrm>
            <a:off x="1133337" y="69513"/>
            <a:ext cx="3780065" cy="85164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r>
              <a:rPr kumimoji="1" lang="en-US" sz="2000" b="1"/>
              <a:t>Executive Summary </a:t>
            </a:r>
            <a:r>
              <a:rPr kumimoji="1" lang="en-US" sz="2000"/>
              <a:t>| </a:t>
            </a:r>
            <a:r>
              <a:rPr kumimoji="1" lang="en-US" sz="2000" i="1"/>
              <a:t>Influence Network Mapping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B4A553-3E94-C9BB-F0C7-0EB8BB540299}"/>
              </a:ext>
            </a:extLst>
          </p:cNvPr>
          <p:cNvSpPr txBox="1"/>
          <p:nvPr/>
        </p:nvSpPr>
        <p:spPr>
          <a:xfrm>
            <a:off x="7939333" y="1073855"/>
            <a:ext cx="4138366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/>
              <a:t>Preliminary </a:t>
            </a:r>
            <a:r>
              <a:rPr lang="en-US" sz="1400" b="1"/>
              <a:t>Recommendations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16745-3A10-1C99-B74D-317EFE005F77}"/>
              </a:ext>
            </a:extLst>
          </p:cNvPr>
          <p:cNvSpPr txBox="1"/>
          <p:nvPr/>
        </p:nvSpPr>
        <p:spPr>
          <a:xfrm>
            <a:off x="1705707" y="1073855"/>
            <a:ext cx="5932051" cy="3192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>
            <a:defPPr>
              <a:defRPr lang="en-US"/>
            </a:defPPr>
            <a:lvl1pPr algn="ctr" defTabSz="914400">
              <a:defRPr sz="1400" b="1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400" b="1"/>
              <a:t>Insights</a:t>
            </a:r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0C56B-B99C-BED3-0C9C-374C0A8D989C}"/>
              </a:ext>
            </a:extLst>
          </p:cNvPr>
          <p:cNvSpPr/>
          <p:nvPr/>
        </p:nvSpPr>
        <p:spPr>
          <a:xfrm>
            <a:off x="1705708" y="1480077"/>
            <a:ext cx="5932051" cy="2110847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meaningful adoption propagation is observed within connected communities. Between immediately connected HCPs, modest signals emerge at 180 days (17.7%), growing to 36% at 365 days. Showing that adoption influence might be exerted only to the immediate HCP and does not propagate extensively.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For co-located HCPs, the signal at 180 days slightly improves (~29%). However, it is indicative of institutional access  drivers instead.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branded therapy data capture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the underlying dataset, these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findings reflect a data constraint rather than an absence of influence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This analysis warrants re-exploration once branded treatment data is available.</a:t>
            </a:r>
            <a:endParaRPr lang="en-US" sz="1200">
              <a:solidFill>
                <a:srgbClr val="34373F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CD59EF-CD51-CA4F-1418-1D0F8E285244}"/>
              </a:ext>
            </a:extLst>
          </p:cNvPr>
          <p:cNvGrpSpPr/>
          <p:nvPr/>
        </p:nvGrpSpPr>
        <p:grpSpPr>
          <a:xfrm>
            <a:off x="1" y="2096848"/>
            <a:ext cx="1617784" cy="877305"/>
            <a:chOff x="1" y="1807330"/>
            <a:chExt cx="1617784" cy="877305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D55648C7-72B5-16A7-9F12-E3F1B984650C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1908225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B8A0FAF7-6E16-E710-C4EE-12EF04B9A453}"/>
                </a:ext>
              </a:extLst>
            </p:cNvPr>
            <p:cNvSpPr txBox="1">
              <a:spLocks/>
            </p:cNvSpPr>
            <p:nvPr/>
          </p:nvSpPr>
          <p:spPr>
            <a:xfrm>
              <a:off x="1" y="1807330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j-ea"/>
                  <a:cs typeface="Arial" panose="020B0604020202020204" pitchFamily="34" charset="0"/>
                </a:rPr>
                <a:t>Treatment Adoption Propagation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F3CB8B6-B571-5D89-C266-A5E5481818A5}"/>
              </a:ext>
            </a:extLst>
          </p:cNvPr>
          <p:cNvSpPr/>
          <p:nvPr/>
        </p:nvSpPr>
        <p:spPr>
          <a:xfrm>
            <a:off x="7939333" y="1480077"/>
            <a:ext cx="4138367" cy="2110847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Re-run the adoption propagation analysis with branded SP claims data post-launch to establish peer influence coefficients at the HCP pair level. This will enable influence-adjusted targeting and identify which connected HCPs are most likely to switch the treatment choice following a network peer.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E52111-11BF-AF6C-06C7-CCF5D5BB92E4}"/>
              </a:ext>
            </a:extLst>
          </p:cNvPr>
          <p:cNvSpPr/>
          <p:nvPr/>
        </p:nvSpPr>
        <p:spPr>
          <a:xfrm>
            <a:off x="1705708" y="3794506"/>
            <a:ext cx="5932051" cy="1621660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Beyond claims-based referral relationships, the </a:t>
            </a:r>
            <a:r>
              <a:rPr lang="en-US" sz="1200" b="1">
                <a:solidFill>
                  <a:srgbClr val="34373F"/>
                </a:solidFill>
              </a:rPr>
              <a:t>Digital Influence Network identifies 3,745 HCPs connected</a:t>
            </a:r>
            <a:r>
              <a:rPr lang="en-US" sz="1200">
                <a:solidFill>
                  <a:srgbClr val="34373F"/>
                </a:solidFill>
              </a:rPr>
              <a:t> through publications, clinical trials, conferences, payments, and media.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4373F"/>
                </a:solidFill>
              </a:rPr>
              <a:t>Of these, </a:t>
            </a:r>
            <a:r>
              <a:rPr lang="en-US" sz="1200" b="1">
                <a:solidFill>
                  <a:srgbClr val="34373F"/>
                </a:solidFill>
              </a:rPr>
              <a:t>278 carry high influence scores </a:t>
            </a:r>
            <a:r>
              <a:rPr lang="en-US" sz="1200">
                <a:solidFill>
                  <a:srgbClr val="34373F"/>
                </a:solidFill>
              </a:rPr>
              <a:t>based on composite PageRank and Betweenness Centrality and are currently </a:t>
            </a:r>
            <a:r>
              <a:rPr lang="en-US" sz="1200" b="1">
                <a:solidFill>
                  <a:srgbClr val="34373F"/>
                </a:solidFill>
              </a:rPr>
              <a:t>outside Takeda's engagement universe</a:t>
            </a:r>
            <a:r>
              <a:rPr lang="en-US" sz="1200">
                <a:solidFill>
                  <a:srgbClr val="34373F"/>
                </a:solidFill>
              </a:rPr>
              <a:t>, collectively accounting for 14% of total social network activity with approximately 25 activity events per HCP.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E27006-9C28-B2E5-8B9A-01A8E5E2C40B}"/>
              </a:ext>
            </a:extLst>
          </p:cNvPr>
          <p:cNvGrpSpPr/>
          <p:nvPr/>
        </p:nvGrpSpPr>
        <p:grpSpPr>
          <a:xfrm>
            <a:off x="1" y="4166684"/>
            <a:ext cx="1617784" cy="877305"/>
            <a:chOff x="1" y="3589709"/>
            <a:chExt cx="1617784" cy="877305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66CF9D93-36A0-4B35-E1FD-2566330D761A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3690604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46EEE28B-42EF-E867-39F6-57983E84E7E5}"/>
                </a:ext>
              </a:extLst>
            </p:cNvPr>
            <p:cNvSpPr txBox="1">
              <a:spLocks/>
            </p:cNvSpPr>
            <p:nvPr/>
          </p:nvSpPr>
          <p:spPr>
            <a:xfrm>
              <a:off x="1" y="3589709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Digital Influence Network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897C322-6B42-CFCD-B054-FBC3B1EF81BF}"/>
              </a:ext>
            </a:extLst>
          </p:cNvPr>
          <p:cNvSpPr/>
          <p:nvPr/>
        </p:nvSpPr>
        <p:spPr>
          <a:xfrm>
            <a:off x="7939333" y="3794506"/>
            <a:ext cx="4138367" cy="1621660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While the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278 digital network-identified high-influence HCPs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are not part of referral network, they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can help support scientific engagement ahead of launch.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Their disproportionate share of social activity makes them effective channels for </a:t>
            </a:r>
            <a:r>
              <a:rPr lang="en-US" sz="1200" err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200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 scientific communication </a:t>
            </a:r>
            <a:r>
              <a:rPr lang="en-US" sz="1200" b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beyond the referral network.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A31EA6-BDD0-145C-FE26-910D59E8AF6D}"/>
              </a:ext>
            </a:extLst>
          </p:cNvPr>
          <p:cNvSpPr/>
          <p:nvPr/>
        </p:nvSpPr>
        <p:spPr>
          <a:xfrm>
            <a:off x="1705708" y="5619750"/>
            <a:ext cx="5932051" cy="1127825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1">
                <a:solidFill>
                  <a:srgbClr val="34373F"/>
                </a:solidFill>
              </a:rPr>
              <a:t>73% of the 60 KOLs in the NT space map directly to a Super Persona </a:t>
            </a:r>
            <a:r>
              <a:rPr lang="en-US" sz="1200">
                <a:solidFill>
                  <a:srgbClr val="34373F"/>
                </a:solidFill>
              </a:rPr>
              <a:t>in the referral network, with Super </a:t>
            </a:r>
            <a:r>
              <a:rPr lang="en-US" sz="1200" err="1">
                <a:solidFill>
                  <a:srgbClr val="34373F"/>
                </a:solidFill>
              </a:rPr>
              <a:t>Diagnosers</a:t>
            </a:r>
            <a:r>
              <a:rPr lang="en-US" sz="1200">
                <a:solidFill>
                  <a:srgbClr val="34373F"/>
                </a:solidFill>
              </a:rPr>
              <a:t> (40%) and Super Treaters (18%) dominating. The </a:t>
            </a:r>
            <a:r>
              <a:rPr lang="en-US" sz="1200" b="1">
                <a:solidFill>
                  <a:srgbClr val="34373F"/>
                </a:solidFill>
              </a:rPr>
              <a:t>remaining 27% demonstrate high academic involvement with limited referral activity</a:t>
            </a:r>
            <a:r>
              <a:rPr lang="en-US" sz="1200">
                <a:solidFill>
                  <a:srgbClr val="34373F"/>
                </a:solidFill>
              </a:rPr>
              <a:t>, indicating a segment of KOLs whose influence operates primarily through scientific channels rather than patient routing.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E09795-4A81-2AE4-0DC4-B5251C9B41D6}"/>
              </a:ext>
            </a:extLst>
          </p:cNvPr>
          <p:cNvGrpSpPr/>
          <p:nvPr/>
        </p:nvGrpSpPr>
        <p:grpSpPr>
          <a:xfrm>
            <a:off x="1" y="5745010"/>
            <a:ext cx="1617784" cy="877305"/>
            <a:chOff x="1" y="5457553"/>
            <a:chExt cx="1617784" cy="877305"/>
          </a:xfrm>
        </p:grpSpPr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C77F4BB0-CFC8-39A0-3CE1-66816C4CD3C7}"/>
                </a:ext>
              </a:extLst>
            </p:cNvPr>
            <p:cNvSpPr txBox="1">
              <a:spLocks/>
            </p:cNvSpPr>
            <p:nvPr/>
          </p:nvSpPr>
          <p:spPr>
            <a:xfrm>
              <a:off x="373521" y="5558448"/>
              <a:ext cx="1244264" cy="675514"/>
            </a:xfrm>
            <a:prstGeom prst="homePlate">
              <a:avLst>
                <a:gd name="adj" fmla="val 1288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3305B61D-AA94-5E38-F805-A3176177383E}"/>
                </a:ext>
              </a:extLst>
            </p:cNvPr>
            <p:cNvSpPr txBox="1">
              <a:spLocks/>
            </p:cNvSpPr>
            <p:nvPr/>
          </p:nvSpPr>
          <p:spPr>
            <a:xfrm>
              <a:off x="1" y="5457553"/>
              <a:ext cx="1529862" cy="877305"/>
            </a:xfrm>
            <a:prstGeom prst="homePlate">
              <a:avLst>
                <a:gd name="adj" fmla="val 12882"/>
              </a:avLst>
            </a:prstGeom>
            <a:solidFill>
              <a:schemeClr val="accent2"/>
            </a:solidFill>
          </p:spPr>
          <p:txBody>
            <a:bodyPr vert="horz" lIns="27432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lvl="0" algn="l">
                <a:spcAft>
                  <a:spcPts val="600"/>
                </a:spcAft>
                <a:defRPr/>
              </a:pPr>
              <a:r>
                <a:rPr lang="en-US" sz="1400">
                  <a:solidFill>
                    <a:prstClr val="white"/>
                  </a:solidFill>
                  <a:latin typeface="+mj-lt"/>
                </a:rPr>
                <a:t>KOL Overlap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F98A3A7-98E7-27FE-9B24-3EFCF9B53054}"/>
              </a:ext>
            </a:extLst>
          </p:cNvPr>
          <p:cNvSpPr/>
          <p:nvPr/>
        </p:nvSpPr>
        <p:spPr>
          <a:xfrm>
            <a:off x="7939333" y="5619750"/>
            <a:ext cx="4138367" cy="1127825"/>
          </a:xfrm>
          <a:prstGeom prst="rect">
            <a:avLst/>
          </a:prstGeom>
          <a:solidFill>
            <a:srgbClr val="FDED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KOLs mapped to Super </a:t>
            </a:r>
            <a:r>
              <a:rPr lang="en-US" sz="1100" b="1" err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Diagnoser</a:t>
            </a:r>
            <a:r>
              <a:rPr lang="en-US" sz="1100" b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 and Super Treater personas</a:t>
            </a:r>
            <a:r>
              <a:rPr lang="en-US" sz="1100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 represent the </a:t>
            </a:r>
            <a:r>
              <a:rPr lang="en-US" sz="1100" b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highest-leverage peer influence entry points</a:t>
            </a:r>
            <a:r>
              <a:rPr lang="en-US" sz="1100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 for </a:t>
            </a:r>
            <a:r>
              <a:rPr lang="en-US" sz="1100" err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oveporexton</a:t>
            </a:r>
            <a:r>
              <a:rPr lang="en-US" sz="1100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 launch. Their academic credibility combined with referral network centrality makes them effective amplifiers of both scientific and clinical messaging simultaneously and their </a:t>
            </a:r>
            <a:r>
              <a:rPr lang="en-US" sz="1100" b="1">
                <a:solidFill>
                  <a:srgbClr val="34373F"/>
                </a:solidFill>
                <a:ea typeface="League Spartan" charset="0"/>
                <a:cs typeface="Poppins" pitchFamily="2" charset="77"/>
              </a:rPr>
              <a:t>support can be leveraged for broader outreach</a:t>
            </a:r>
            <a:endParaRPr lang="en-US" sz="1200">
              <a:solidFill>
                <a:srgbClr val="34373F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3" name="Freeform 945">
            <a:extLst>
              <a:ext uri="{FF2B5EF4-FFF2-40B4-BE49-F238E27FC236}">
                <a16:creationId xmlns:a16="http://schemas.microsoft.com/office/drawing/2014/main" id="{45771ECB-62A2-B079-5367-914C2EAC7F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30" y="221931"/>
            <a:ext cx="454501" cy="537345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94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20" grpId="0" animBg="1"/>
      <p:bldP spid="24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F097-72DB-DBCD-A740-E151A2D1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EEC9-7D84-C755-3211-BAC1170A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The NT1 referral network is highly concentrated with a distinct group of HCPs forming its established core</a:t>
            </a:r>
            <a:endParaRPr lang="en-US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A6B5E-9910-AFAB-C9E2-AE51E88B96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6078" y="6651476"/>
            <a:ext cx="6968348" cy="205613"/>
          </a:xfrm>
        </p:spPr>
        <p:txBody>
          <a:bodyPr/>
          <a:lstStyle/>
          <a:p>
            <a:r>
              <a:rPr lang="en-US"/>
              <a:t>* Observation period varies by patient with each patient having 6 years of lookback and </a:t>
            </a:r>
            <a:r>
              <a:rPr lang="en-US" err="1"/>
              <a:t>atleast</a:t>
            </a:r>
            <a:r>
              <a:rPr lang="en-US"/>
              <a:t> 4 years of </a:t>
            </a:r>
            <a:r>
              <a:rPr lang="en-US" err="1"/>
              <a:t>lookforward</a:t>
            </a:r>
            <a:r>
              <a:rPr lang="en-US"/>
              <a:t> between 2016-2025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4BF9056-40C9-1CBE-AE5C-5092D307CD83}"/>
              </a:ext>
            </a:extLst>
          </p:cNvPr>
          <p:cNvSpPr/>
          <p:nvPr/>
        </p:nvSpPr>
        <p:spPr>
          <a:xfrm>
            <a:off x="90255" y="1308019"/>
            <a:ext cx="4734391" cy="473439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CED553-3EBD-63BA-6EF8-4D55E68A13DE}"/>
              </a:ext>
            </a:extLst>
          </p:cNvPr>
          <p:cNvSpPr/>
          <p:nvPr/>
        </p:nvSpPr>
        <p:spPr>
          <a:xfrm>
            <a:off x="511330" y="2150169"/>
            <a:ext cx="3892241" cy="389224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E6F202-57D2-5A24-C1C4-0CA12AF8AE86}"/>
              </a:ext>
            </a:extLst>
          </p:cNvPr>
          <p:cNvSpPr/>
          <p:nvPr/>
        </p:nvSpPr>
        <p:spPr>
          <a:xfrm>
            <a:off x="989146" y="3105802"/>
            <a:ext cx="2936608" cy="293660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DD9FFD-A7B4-1A6D-69DA-5B64214665CA}"/>
              </a:ext>
            </a:extLst>
          </p:cNvPr>
          <p:cNvSpPr/>
          <p:nvPr/>
        </p:nvSpPr>
        <p:spPr>
          <a:xfrm>
            <a:off x="1213786" y="1476735"/>
            <a:ext cx="2487328" cy="52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29</a:t>
            </a:r>
            <a:r>
              <a:rPr 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HCPs interacting</a:t>
            </a:r>
            <a:r>
              <a:rPr lang="en-US" sz="12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with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NT Patients for Relevant Activities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F11A64-7CE3-EFFD-F229-0270D05CAB5D}"/>
              </a:ext>
            </a:extLst>
          </p:cNvPr>
          <p:cNvSpPr/>
          <p:nvPr/>
        </p:nvSpPr>
        <p:spPr>
          <a:xfrm>
            <a:off x="1308948" y="2432368"/>
            <a:ext cx="2297005" cy="52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179K</a:t>
            </a:r>
            <a:br>
              <a:rPr lang="en-US" sz="1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HCPs with NT referral history</a:t>
            </a:r>
            <a:endParaRPr lang="en-US" sz="14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06361E-8A59-E4C5-1B21-E9A3F4DC392D}"/>
              </a:ext>
            </a:extLst>
          </p:cNvPr>
          <p:cNvSpPr/>
          <p:nvPr/>
        </p:nvSpPr>
        <p:spPr>
          <a:xfrm>
            <a:off x="1308948" y="4313775"/>
            <a:ext cx="2297005" cy="52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67K</a:t>
            </a:r>
            <a:br>
              <a:rPr lang="en-US" sz="1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HCPs actively involved in NT referrals</a:t>
            </a:r>
            <a:endParaRPr lang="en-US" sz="1400" b="1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BD7042-5A56-DBD1-D7E2-62A44ABAC17D}"/>
              </a:ext>
            </a:extLst>
          </p:cNvPr>
          <p:cNvSpPr/>
          <p:nvPr/>
        </p:nvSpPr>
        <p:spPr>
          <a:xfrm>
            <a:off x="0" y="6245774"/>
            <a:ext cx="12191998" cy="407951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400" b="1">
                <a:solidFill>
                  <a:schemeClr val="bg1"/>
                </a:solidFill>
              </a:rPr>
              <a:t>Understanding who these concentrated sub-cohort of HCPs are and how they're connected will help unlock strategic opportunity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22E271-5207-4AD5-0257-B5C00A716654}"/>
              </a:ext>
            </a:extLst>
          </p:cNvPr>
          <p:cNvGrpSpPr/>
          <p:nvPr/>
        </p:nvGrpSpPr>
        <p:grpSpPr>
          <a:xfrm>
            <a:off x="6544598" y="858227"/>
            <a:ext cx="3558626" cy="3148438"/>
            <a:chOff x="6544598" y="1578489"/>
            <a:chExt cx="3558626" cy="3148438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800B40E0-93A5-A795-CF8A-793061A82F5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85392723"/>
                </p:ext>
              </p:extLst>
            </p:nvPr>
          </p:nvGraphicFramePr>
          <p:xfrm>
            <a:off x="6544598" y="1578489"/>
            <a:ext cx="3558626" cy="314843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8F077F-1D88-07FE-3DA0-60907BD25B8C}"/>
                </a:ext>
              </a:extLst>
            </p:cNvPr>
            <p:cNvSpPr/>
            <p:nvPr/>
          </p:nvSpPr>
          <p:spPr>
            <a:xfrm>
              <a:off x="7175409" y="2892377"/>
              <a:ext cx="2297005" cy="520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14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67K</a:t>
              </a:r>
              <a:br>
                <a:rPr lang="en-US" sz="105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HCPs actively involved </a:t>
              </a:r>
              <a:br>
                <a:rPr lang="en-US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NT referrals</a:t>
              </a:r>
              <a:endPara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7E67311-1F7C-5762-7991-3F2C5FD68E21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3925754" y="2432446"/>
            <a:ext cx="2618844" cy="214166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29AA6A-9B2E-D65B-11C8-9657638B4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42239"/>
              </p:ext>
            </p:extLst>
          </p:nvPr>
        </p:nvGraphicFramePr>
        <p:xfrm>
          <a:off x="5980388" y="4017487"/>
          <a:ext cx="5486400" cy="1828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904371047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1152697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Key Personas</a:t>
                      </a:r>
                      <a:br>
                        <a:rPr lang="en-US" sz="12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0" i="1">
                          <a:solidFill>
                            <a:schemeClr val="bg1"/>
                          </a:solidFill>
                        </a:rPr>
                        <a:t>(n=3132)</a:t>
                      </a:r>
                      <a:endParaRPr lang="en-US" sz="1200" b="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HCPs with an established and strategic role in the NT1 referral network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94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Leakage HCPs</a:t>
                      </a:r>
                      <a:br>
                        <a:rPr lang="en-US" sz="1200" b="1">
                          <a:solidFill>
                            <a:schemeClr val="bg1"/>
                          </a:solidFill>
                        </a:rPr>
                      </a:br>
                      <a:r>
                        <a:rPr lang="en-US" sz="1100" b="0" i="1">
                          <a:solidFill>
                            <a:schemeClr val="bg1"/>
                          </a:solidFill>
                        </a:rPr>
                        <a:t>(n=5023)</a:t>
                      </a:r>
                      <a:endParaRPr lang="en-US" sz="1200" b="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HCPs who are acting as a sink point with no further referrals, NT1 treatments or Diagnosis for patients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3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Auxiliary Personas</a:t>
                      </a:r>
                    </a:p>
                    <a:p>
                      <a:r>
                        <a:rPr lang="en-US" sz="1100" b="0" i="1">
                          <a:solidFill>
                            <a:schemeClr val="bg1"/>
                          </a:solidFill>
                        </a:rPr>
                        <a:t>(n=46,097)</a:t>
                      </a:r>
                      <a:endParaRPr lang="en-US" sz="1200" b="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7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HCPs with aligned referral roles but limited strategic presence within the NT1 ecosystem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90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Undifferentiated HCPs </a:t>
                      </a:r>
                      <a:r>
                        <a:rPr lang="en-US" sz="1100" b="0" i="1"/>
                        <a:t>(n=13,313)</a:t>
                      </a:r>
                      <a:endParaRPr lang="en-US" sz="1200" b="0" i="1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HCPs present within the NT1 referral network but without a defined strategic or functional role in referral management.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5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6239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6587-0182-7422-1290-32731B9B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entagon 3">
            <a:extLst>
              <a:ext uri="{FF2B5EF4-FFF2-40B4-BE49-F238E27FC236}">
                <a16:creationId xmlns:a16="http://schemas.microsoft.com/office/drawing/2014/main" id="{8F86F0E5-766B-3BC5-1F3C-2E599CF276B8}"/>
              </a:ext>
            </a:extLst>
          </p:cNvPr>
          <p:cNvSpPr/>
          <p:nvPr/>
        </p:nvSpPr>
        <p:spPr>
          <a:xfrm>
            <a:off x="8802079" y="1133958"/>
            <a:ext cx="2039674" cy="26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40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AUXILIARY PERSONAS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5245E6-6076-5619-3419-677ECFE6F0D6}"/>
              </a:ext>
            </a:extLst>
          </p:cNvPr>
          <p:cNvGrpSpPr/>
          <p:nvPr/>
        </p:nvGrpSpPr>
        <p:grpSpPr>
          <a:xfrm>
            <a:off x="8802079" y="1573252"/>
            <a:ext cx="2651760" cy="548640"/>
            <a:chOff x="656629" y="3472817"/>
            <a:chExt cx="2651760" cy="2032079"/>
          </a:xfrm>
        </p:grpSpPr>
        <p:sp>
          <p:nvSpPr>
            <p:cNvPr id="33" name="Pentagon 3">
              <a:extLst>
                <a:ext uri="{FF2B5EF4-FFF2-40B4-BE49-F238E27FC236}">
                  <a16:creationId xmlns:a16="http://schemas.microsoft.com/office/drawing/2014/main" id="{609A1D75-A1C1-21FB-50FC-45708DE98E80}"/>
                </a:ext>
              </a:extLst>
            </p:cNvPr>
            <p:cNvSpPr/>
            <p:nvPr/>
          </p:nvSpPr>
          <p:spPr>
            <a:xfrm>
              <a:off x="656629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Low Value Treaters: </a:t>
              </a:r>
              <a:r>
                <a:rPr lang="en-US" sz="1200" b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0.42% </a:t>
              </a:r>
              <a:r>
                <a:rPr lang="en-US" sz="1000" i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(n=286)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34" name="Pentagon 3">
              <a:extLst>
                <a:ext uri="{FF2B5EF4-FFF2-40B4-BE49-F238E27FC236}">
                  <a16:creationId xmlns:a16="http://schemas.microsoft.com/office/drawing/2014/main" id="{020BFA21-96A7-16BB-C0B3-34FF69DB9E03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E1242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AEA03F-4330-769B-F703-299E7D652B2D}"/>
              </a:ext>
            </a:extLst>
          </p:cNvPr>
          <p:cNvGrpSpPr/>
          <p:nvPr/>
        </p:nvGrpSpPr>
        <p:grpSpPr>
          <a:xfrm>
            <a:off x="8802079" y="2259747"/>
            <a:ext cx="2651760" cy="548640"/>
            <a:chOff x="656629" y="3472817"/>
            <a:chExt cx="2651760" cy="2032079"/>
          </a:xfrm>
        </p:grpSpPr>
        <p:sp>
          <p:nvSpPr>
            <p:cNvPr id="40" name="Pentagon 3">
              <a:extLst>
                <a:ext uri="{FF2B5EF4-FFF2-40B4-BE49-F238E27FC236}">
                  <a16:creationId xmlns:a16="http://schemas.microsoft.com/office/drawing/2014/main" id="{93FB67C8-64D8-6092-50FB-4203D42F73C0}"/>
                </a:ext>
              </a:extLst>
            </p:cNvPr>
            <p:cNvSpPr/>
            <p:nvPr/>
          </p:nvSpPr>
          <p:spPr>
            <a:xfrm>
              <a:off x="656629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chemeClr val="tx1"/>
                  </a:solidFill>
                  <a:ea typeface="League Spartan" charset="0"/>
                  <a:cs typeface="Poppins" pitchFamily="2" charset="77"/>
                </a:rPr>
                <a:t>Low Value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Diagnosers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: </a:t>
              </a:r>
              <a:r>
                <a:rPr lang="en-US" sz="1200" b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0.64% </a:t>
              </a:r>
              <a:r>
                <a:rPr lang="en-US" sz="1000" i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(n=430)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43" name="Pentagon 3">
              <a:extLst>
                <a:ext uri="{FF2B5EF4-FFF2-40B4-BE49-F238E27FC236}">
                  <a16:creationId xmlns:a16="http://schemas.microsoft.com/office/drawing/2014/main" id="{57B22B8F-33C6-EA1E-8F1A-EE59787B87EE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00B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4633A0D-1F5C-EDB9-F1A3-9219B5458655}"/>
              </a:ext>
            </a:extLst>
          </p:cNvPr>
          <p:cNvGrpSpPr/>
          <p:nvPr/>
        </p:nvGrpSpPr>
        <p:grpSpPr>
          <a:xfrm>
            <a:off x="8802079" y="3632737"/>
            <a:ext cx="2651760" cy="548640"/>
            <a:chOff x="656630" y="3472817"/>
            <a:chExt cx="2651760" cy="2032079"/>
          </a:xfrm>
        </p:grpSpPr>
        <p:sp>
          <p:nvSpPr>
            <p:cNvPr id="53" name="Pentagon 3">
              <a:extLst>
                <a:ext uri="{FF2B5EF4-FFF2-40B4-BE49-F238E27FC236}">
                  <a16:creationId xmlns:a16="http://schemas.microsoft.com/office/drawing/2014/main" id="{6D712E94-7148-0C11-E126-3885B53F88C5}"/>
                </a:ext>
              </a:extLst>
            </p:cNvPr>
            <p:cNvSpPr/>
            <p:nvPr/>
          </p:nvSpPr>
          <p:spPr>
            <a:xfrm>
              <a:off x="656630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chemeClr val="tx1"/>
                  </a:solidFill>
                  <a:ea typeface="League Spartan" charset="0"/>
                  <a:cs typeface="Poppins" pitchFamily="2" charset="77"/>
                </a:rPr>
                <a:t>Low Value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Influencers: </a:t>
              </a:r>
              <a:r>
                <a:rPr lang="en-US" sz="1200" b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0.93% </a:t>
              </a:r>
              <a:r>
                <a:rPr lang="en-US" sz="1000" i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(n=628)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55" name="Pentagon 3">
              <a:extLst>
                <a:ext uri="{FF2B5EF4-FFF2-40B4-BE49-F238E27FC236}">
                  <a16:creationId xmlns:a16="http://schemas.microsoft.com/office/drawing/2014/main" id="{B4CAD15E-DCD6-59BB-AAF6-D926C3444A5D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7030A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29EA959-B3E5-08B9-8790-055B8667D0B4}"/>
              </a:ext>
            </a:extLst>
          </p:cNvPr>
          <p:cNvGrpSpPr/>
          <p:nvPr/>
        </p:nvGrpSpPr>
        <p:grpSpPr>
          <a:xfrm>
            <a:off x="8802079" y="4319233"/>
            <a:ext cx="2651760" cy="548640"/>
            <a:chOff x="656630" y="3472817"/>
            <a:chExt cx="2651760" cy="2032079"/>
          </a:xfrm>
        </p:grpSpPr>
        <p:sp>
          <p:nvSpPr>
            <p:cNvPr id="57" name="Pentagon 3">
              <a:extLst>
                <a:ext uri="{FF2B5EF4-FFF2-40B4-BE49-F238E27FC236}">
                  <a16:creationId xmlns:a16="http://schemas.microsoft.com/office/drawing/2014/main" id="{F45A8C2F-0111-CCEE-7E80-3FEB587E7B2D}"/>
                </a:ext>
              </a:extLst>
            </p:cNvPr>
            <p:cNvSpPr/>
            <p:nvPr/>
          </p:nvSpPr>
          <p:spPr>
            <a:xfrm>
              <a:off x="656630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chemeClr val="tx1"/>
                  </a:solidFill>
                  <a:ea typeface="League Spartan" charset="0"/>
                  <a:cs typeface="Poppins" pitchFamily="2" charset="77"/>
                </a:rPr>
                <a:t>Low Value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Referrers: </a:t>
              </a:r>
              <a:r>
                <a:rPr lang="en-US" sz="1200" b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66.18% </a:t>
              </a:r>
              <a:r>
                <a:rPr lang="en-US" sz="1000" i="1" dirty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(n=44,753)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58" name="Pentagon 3">
              <a:extLst>
                <a:ext uri="{FF2B5EF4-FFF2-40B4-BE49-F238E27FC236}">
                  <a16:creationId xmlns:a16="http://schemas.microsoft.com/office/drawing/2014/main" id="{B7C821AF-0B24-3C5F-CA66-7B65A0EE003F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0070C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42CD9F9A-6B07-4401-26B7-CC5D92E08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3" y="1573252"/>
            <a:ext cx="3572264" cy="3501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14C633-F89F-516F-9A2E-0AC4D9B8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accent1"/>
                </a:solidFill>
                <a:latin typeface="Calibri"/>
                <a:ea typeface="メイリオ"/>
                <a:cs typeface="Calibri"/>
              </a:rPr>
              <a:t>Key Personas:</a:t>
            </a:r>
            <a:r>
              <a:rPr lang="en-US" sz="2000">
                <a:latin typeface="Calibri"/>
                <a:ea typeface="メイリオ"/>
                <a:cs typeface="Calibri"/>
              </a:rPr>
              <a:t> A small, high-impact cohort of 5% HCPs accounts for a disproportionate share of 53% of top-decile targets in the NT network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4ACE8D6-FA44-7BAA-03A3-146188505226}"/>
              </a:ext>
            </a:extLst>
          </p:cNvPr>
          <p:cNvGrpSpPr/>
          <p:nvPr/>
        </p:nvGrpSpPr>
        <p:grpSpPr>
          <a:xfrm>
            <a:off x="4813096" y="1573252"/>
            <a:ext cx="2651760" cy="548640"/>
            <a:chOff x="656629" y="3472817"/>
            <a:chExt cx="2651760" cy="2032079"/>
          </a:xfrm>
        </p:grpSpPr>
        <p:sp>
          <p:nvSpPr>
            <p:cNvPr id="93" name="Pentagon 3">
              <a:extLst>
                <a:ext uri="{FF2B5EF4-FFF2-40B4-BE49-F238E27FC236}">
                  <a16:creationId xmlns:a16="http://schemas.microsoft.com/office/drawing/2014/main" id="{81A51EFD-81BA-0CA4-204C-B2E5375F38F5}"/>
                </a:ext>
              </a:extLst>
            </p:cNvPr>
            <p:cNvSpPr/>
            <p:nvPr/>
          </p:nvSpPr>
          <p:spPr>
            <a:xfrm>
              <a:off x="656629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Super Treaters: </a:t>
              </a:r>
              <a:r>
                <a:rPr lang="en-US" sz="12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0.47% </a:t>
              </a:r>
              <a:r>
                <a:rPr lang="en-US" sz="10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(n=315)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05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Managing NT1 relevant treatment for a high-volume of patients</a:t>
              </a:r>
            </a:p>
          </p:txBody>
        </p:sp>
        <p:sp>
          <p:nvSpPr>
            <p:cNvPr id="94" name="Pentagon 3">
              <a:extLst>
                <a:ext uri="{FF2B5EF4-FFF2-40B4-BE49-F238E27FC236}">
                  <a16:creationId xmlns:a16="http://schemas.microsoft.com/office/drawing/2014/main" id="{08F43E0F-477C-312D-89E6-15EAA53ED6E6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D924409F-9561-0A5E-82A7-5FA597B188F5}"/>
              </a:ext>
            </a:extLst>
          </p:cNvPr>
          <p:cNvSpPr/>
          <p:nvPr/>
        </p:nvSpPr>
        <p:spPr>
          <a:xfrm>
            <a:off x="4813095" y="5126845"/>
            <a:ext cx="3083619" cy="1028887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kumimoji="1" lang="en-US" sz="1100" b="1"/>
              <a:t>Total HCPs</a:t>
            </a:r>
            <a:r>
              <a:rPr kumimoji="1" lang="en-US" sz="1100"/>
              <a:t>: 3,132 </a:t>
            </a:r>
            <a:r>
              <a:rPr kumimoji="1" lang="en-US" sz="1050" i="1"/>
              <a:t>(5% of the Universe)</a:t>
            </a:r>
          </a:p>
          <a:p>
            <a:pPr>
              <a:spcBef>
                <a:spcPts val="600"/>
              </a:spcBef>
            </a:pPr>
            <a:r>
              <a:rPr kumimoji="1" lang="en-US" sz="1100" b="1"/>
              <a:t>% of Identified Targets Covered</a:t>
            </a:r>
            <a:r>
              <a:rPr kumimoji="1" lang="en-US" sz="1100" b="1" baseline="30000"/>
              <a:t>*</a:t>
            </a:r>
            <a:r>
              <a:rPr kumimoji="1" lang="en-US" sz="1100" b="1"/>
              <a:t>: </a:t>
            </a:r>
            <a:r>
              <a:rPr kumimoji="1" lang="en-US" sz="1100"/>
              <a:t>29%</a:t>
            </a:r>
            <a:r>
              <a:rPr kumimoji="1" lang="en-US" sz="1100" b="1"/>
              <a:t> </a:t>
            </a:r>
          </a:p>
          <a:p>
            <a:pPr>
              <a:spcBef>
                <a:spcPts val="600"/>
              </a:spcBef>
            </a:pPr>
            <a:r>
              <a:rPr kumimoji="1" lang="en-US" sz="1100" b="1"/>
              <a:t>% of Identified Decile 5-10 Targets Covered</a:t>
            </a:r>
            <a:r>
              <a:rPr kumimoji="1" lang="en-US" sz="1100" b="1" baseline="30000"/>
              <a:t>^</a:t>
            </a:r>
            <a:r>
              <a:rPr kumimoji="1" lang="en-US" sz="1100" b="1"/>
              <a:t>: </a:t>
            </a:r>
            <a:r>
              <a:rPr kumimoji="1" lang="en-US" sz="1100"/>
              <a:t>53%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D8031-164C-7920-3D9D-A3D129541B91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/>
              <a:t>* Amongst target list HCPs who are part of Referral Universe : N=7,562</a:t>
            </a:r>
          </a:p>
          <a:p>
            <a:r>
              <a:rPr kumimoji="1" lang="en-US" sz="800"/>
              <a:t>^ Amongst Decile 5-10 target list HCPs who are part of Referral Universe : N=2,584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3A85E-D06C-7E8C-EA1F-E33DB2C01E6E}"/>
              </a:ext>
            </a:extLst>
          </p:cNvPr>
          <p:cNvGrpSpPr/>
          <p:nvPr/>
        </p:nvGrpSpPr>
        <p:grpSpPr>
          <a:xfrm>
            <a:off x="4813096" y="2259747"/>
            <a:ext cx="2651760" cy="548640"/>
            <a:chOff x="656629" y="3472817"/>
            <a:chExt cx="2651760" cy="2032079"/>
          </a:xfrm>
        </p:grpSpPr>
        <p:sp>
          <p:nvSpPr>
            <p:cNvPr id="7" name="Pentagon 3">
              <a:extLst>
                <a:ext uri="{FF2B5EF4-FFF2-40B4-BE49-F238E27FC236}">
                  <a16:creationId xmlns:a16="http://schemas.microsoft.com/office/drawing/2014/main" id="{265CA2F9-7A87-E843-3E4A-DB6598132558}"/>
                </a:ext>
              </a:extLst>
            </p:cNvPr>
            <p:cNvSpPr/>
            <p:nvPr/>
          </p:nvSpPr>
          <p:spPr>
            <a:xfrm>
              <a:off x="656629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Super </a:t>
              </a:r>
              <a:r>
                <a:rPr kumimoji="0" lang="en-US" sz="1200" b="1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Diagnosers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: </a:t>
              </a:r>
              <a:r>
                <a:rPr lang="en-US" sz="12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1.06% </a:t>
              </a:r>
              <a:r>
                <a:rPr lang="en-US" sz="10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(n=717)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05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Consistently seeing and diagnosing a high-volume of patients with NT1</a:t>
              </a:r>
            </a:p>
          </p:txBody>
        </p:sp>
        <p:sp>
          <p:nvSpPr>
            <p:cNvPr id="8" name="Pentagon 3">
              <a:extLst>
                <a:ext uri="{FF2B5EF4-FFF2-40B4-BE49-F238E27FC236}">
                  <a16:creationId xmlns:a16="http://schemas.microsoft.com/office/drawing/2014/main" id="{A1A50B21-60D1-300B-0D48-036612E8213A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1F13E8-6610-321F-CAAB-368DF54303FD}"/>
              </a:ext>
            </a:extLst>
          </p:cNvPr>
          <p:cNvGrpSpPr/>
          <p:nvPr/>
        </p:nvGrpSpPr>
        <p:grpSpPr>
          <a:xfrm>
            <a:off x="4813097" y="2946242"/>
            <a:ext cx="2651760" cy="548640"/>
            <a:chOff x="656630" y="3472817"/>
            <a:chExt cx="2651760" cy="2032079"/>
          </a:xfrm>
        </p:grpSpPr>
        <p:sp>
          <p:nvSpPr>
            <p:cNvPr id="10" name="Pentagon 3">
              <a:extLst>
                <a:ext uri="{FF2B5EF4-FFF2-40B4-BE49-F238E27FC236}">
                  <a16:creationId xmlns:a16="http://schemas.microsoft.com/office/drawing/2014/main" id="{6D5A25E2-BE06-D5B1-AD53-E09931EB1CE5}"/>
                </a:ext>
              </a:extLst>
            </p:cNvPr>
            <p:cNvSpPr/>
            <p:nvPr/>
          </p:nvSpPr>
          <p:spPr>
            <a:xfrm>
              <a:off x="656630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Bridgers: </a:t>
              </a:r>
              <a:r>
                <a:rPr lang="en-US" sz="12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0.41% </a:t>
              </a:r>
              <a:r>
                <a:rPr lang="en-US" sz="10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(n=280)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05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Key HCP redirecting the patient to the targeted HCPs for NT1 diagnosis or referrals</a:t>
              </a:r>
            </a:p>
          </p:txBody>
        </p:sp>
        <p:sp>
          <p:nvSpPr>
            <p:cNvPr id="11" name="Pentagon 3">
              <a:extLst>
                <a:ext uri="{FF2B5EF4-FFF2-40B4-BE49-F238E27FC236}">
                  <a16:creationId xmlns:a16="http://schemas.microsoft.com/office/drawing/2014/main" id="{059EEA42-06CE-DB1D-EC3F-64ADBB9036FA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F2A31C-C89B-0F43-5647-A638C3550668}"/>
              </a:ext>
            </a:extLst>
          </p:cNvPr>
          <p:cNvGrpSpPr/>
          <p:nvPr/>
        </p:nvGrpSpPr>
        <p:grpSpPr>
          <a:xfrm>
            <a:off x="4813097" y="3632737"/>
            <a:ext cx="2651760" cy="548640"/>
            <a:chOff x="656630" y="3472817"/>
            <a:chExt cx="2651760" cy="2032079"/>
          </a:xfrm>
        </p:grpSpPr>
        <p:sp>
          <p:nvSpPr>
            <p:cNvPr id="14" name="Pentagon 3">
              <a:extLst>
                <a:ext uri="{FF2B5EF4-FFF2-40B4-BE49-F238E27FC236}">
                  <a16:creationId xmlns:a16="http://schemas.microsoft.com/office/drawing/2014/main" id="{18919FA2-C7CC-FDCC-C6F0-85205FA880D4}"/>
                </a:ext>
              </a:extLst>
            </p:cNvPr>
            <p:cNvSpPr/>
            <p:nvPr/>
          </p:nvSpPr>
          <p:spPr>
            <a:xfrm>
              <a:off x="656630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Key Influencers: </a:t>
              </a:r>
              <a:r>
                <a:rPr lang="en-US" sz="12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1.88% </a:t>
              </a:r>
              <a:r>
                <a:rPr lang="en-US" sz="10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(n=1,271)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05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Highly connected HCPs managing and redirecting a high-volume of patients </a:t>
              </a:r>
            </a:p>
          </p:txBody>
        </p:sp>
        <p:sp>
          <p:nvSpPr>
            <p:cNvPr id="15" name="Pentagon 3">
              <a:extLst>
                <a:ext uri="{FF2B5EF4-FFF2-40B4-BE49-F238E27FC236}">
                  <a16:creationId xmlns:a16="http://schemas.microsoft.com/office/drawing/2014/main" id="{B1D372A1-980A-91CE-54D7-D2D09470904B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5FE221-629A-97AE-9BEA-85054B773296}"/>
              </a:ext>
            </a:extLst>
          </p:cNvPr>
          <p:cNvGrpSpPr/>
          <p:nvPr/>
        </p:nvGrpSpPr>
        <p:grpSpPr>
          <a:xfrm>
            <a:off x="4813097" y="4319233"/>
            <a:ext cx="2651760" cy="548640"/>
            <a:chOff x="656630" y="3472817"/>
            <a:chExt cx="2651760" cy="2032079"/>
          </a:xfrm>
        </p:grpSpPr>
        <p:sp>
          <p:nvSpPr>
            <p:cNvPr id="17" name="Pentagon 3">
              <a:extLst>
                <a:ext uri="{FF2B5EF4-FFF2-40B4-BE49-F238E27FC236}">
                  <a16:creationId xmlns:a16="http://schemas.microsoft.com/office/drawing/2014/main" id="{BA15F06A-69B4-2134-03F5-CF72CA0DB491}"/>
                </a:ext>
              </a:extLst>
            </p:cNvPr>
            <p:cNvSpPr/>
            <p:nvPr/>
          </p:nvSpPr>
          <p:spPr>
            <a:xfrm>
              <a:off x="656630" y="3472817"/>
              <a:ext cx="2651760" cy="2026012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League Spartan" charset="0"/>
                  <a:cs typeface="Poppins" pitchFamily="2" charset="77"/>
                </a:rPr>
                <a:t>Super Referrers: </a:t>
              </a:r>
              <a:r>
                <a:rPr lang="en-US" sz="12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0.81% </a:t>
              </a:r>
              <a:r>
                <a:rPr lang="en-US" sz="10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(n=549)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05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HCPs actively redirecting patients to other HCPs in their referral network</a:t>
              </a:r>
            </a:p>
          </p:txBody>
        </p:sp>
        <p:sp>
          <p:nvSpPr>
            <p:cNvPr id="20" name="Pentagon 3">
              <a:extLst>
                <a:ext uri="{FF2B5EF4-FFF2-40B4-BE49-F238E27FC236}">
                  <a16:creationId xmlns:a16="http://schemas.microsoft.com/office/drawing/2014/main" id="{9A4137EB-37BA-E0C8-B517-D133F7708393}"/>
                </a:ext>
              </a:extLst>
            </p:cNvPr>
            <p:cNvSpPr/>
            <p:nvPr/>
          </p:nvSpPr>
          <p:spPr>
            <a:xfrm>
              <a:off x="656630" y="3472817"/>
              <a:ext cx="45719" cy="2032079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21" name="Pentagon 3">
            <a:extLst>
              <a:ext uri="{FF2B5EF4-FFF2-40B4-BE49-F238E27FC236}">
                <a16:creationId xmlns:a16="http://schemas.microsoft.com/office/drawing/2014/main" id="{C4CF650B-6C5E-2C32-A972-2C974A314275}"/>
              </a:ext>
            </a:extLst>
          </p:cNvPr>
          <p:cNvSpPr/>
          <p:nvPr/>
        </p:nvSpPr>
        <p:spPr>
          <a:xfrm>
            <a:off x="4813096" y="1133958"/>
            <a:ext cx="2039674" cy="26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40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KEY PERSONAS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4ED12CF-1B2D-99B5-70DA-22ACD55DFB2E}"/>
              </a:ext>
            </a:extLst>
          </p:cNvPr>
          <p:cNvSpPr/>
          <p:nvPr/>
        </p:nvSpPr>
        <p:spPr>
          <a:xfrm>
            <a:off x="8802079" y="5126845"/>
            <a:ext cx="3083619" cy="1028887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kumimoji="1" lang="en-US" sz="1100" b="1"/>
              <a:t>Total HCPs</a:t>
            </a:r>
            <a:r>
              <a:rPr kumimoji="1" lang="en-US" sz="1100"/>
              <a:t>: 46,097 </a:t>
            </a:r>
            <a:r>
              <a:rPr kumimoji="1" lang="en-US" sz="1050" i="1"/>
              <a:t>(69% of the Universe)</a:t>
            </a:r>
          </a:p>
          <a:p>
            <a:pPr>
              <a:spcBef>
                <a:spcPts val="600"/>
              </a:spcBef>
            </a:pPr>
            <a:r>
              <a:rPr kumimoji="1" lang="en-US" sz="1100" b="1"/>
              <a:t>% of Identified Targets Covered</a:t>
            </a:r>
            <a:r>
              <a:rPr kumimoji="1" lang="en-US" sz="1100" b="1" baseline="30000"/>
              <a:t>*</a:t>
            </a:r>
            <a:r>
              <a:rPr kumimoji="1" lang="en-US" sz="1100" b="1"/>
              <a:t>: </a:t>
            </a:r>
            <a:r>
              <a:rPr kumimoji="1" lang="en-US" sz="1100"/>
              <a:t>46%</a:t>
            </a:r>
            <a:r>
              <a:rPr kumimoji="1" lang="en-US" sz="1100" b="1"/>
              <a:t> </a:t>
            </a:r>
          </a:p>
          <a:p>
            <a:pPr>
              <a:spcBef>
                <a:spcPts val="600"/>
              </a:spcBef>
            </a:pPr>
            <a:r>
              <a:rPr kumimoji="1" lang="en-US" sz="1100" b="1"/>
              <a:t>% of Identified Decile 5-10 Targets Covered</a:t>
            </a:r>
            <a:r>
              <a:rPr kumimoji="1" lang="en-US" sz="1100" b="1" baseline="30000"/>
              <a:t>^</a:t>
            </a:r>
            <a:r>
              <a:rPr kumimoji="1" lang="en-US" sz="1100" b="1"/>
              <a:t>: </a:t>
            </a:r>
            <a:r>
              <a:rPr kumimoji="1" lang="en-US" sz="1100"/>
              <a:t>33%</a:t>
            </a:r>
          </a:p>
        </p:txBody>
      </p:sp>
    </p:spTree>
    <p:extLst>
      <p:ext uri="{BB962C8B-B14F-4D97-AF65-F5344CB8AC3E}">
        <p14:creationId xmlns:p14="http://schemas.microsoft.com/office/powerpoint/2010/main" val="427092934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5E5D-C6ED-814B-777D-FF2E3776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CFE205-EBAE-EA72-AD80-0D5A79007893}"/>
              </a:ext>
            </a:extLst>
          </p:cNvPr>
          <p:cNvCxnSpPr>
            <a:cxnSpLocks/>
            <a:stCxn id="5" idx="1"/>
            <a:endCxn id="9" idx="3"/>
          </p:cNvCxnSpPr>
          <p:nvPr/>
        </p:nvCxnSpPr>
        <p:spPr>
          <a:xfrm>
            <a:off x="687410" y="2020372"/>
            <a:ext cx="1083119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5F3BA94-8413-8485-1B99-D682CD30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3" y="161605"/>
            <a:ext cx="9940253" cy="68580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j-lt"/>
              </a:rPr>
              <a:t>These HCP personas capture the distinct roles patients encounter as they navigate the NT1 referral network from initial symptoms to eventual treatment</a:t>
            </a:r>
          </a:p>
        </p:txBody>
      </p: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3FFA458A-F23A-4E01-E5A6-DCB8A32D9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11</a:t>
            </a:fld>
            <a:endParaRPr lang="ja-JP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412E9D-1CCC-EFEB-2E68-89FB7FF39D4B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 b="1" dirty="0">
                <a:solidFill>
                  <a:schemeClr val="accent1"/>
                </a:solidFill>
              </a:rPr>
              <a:t>A single HCP can have multiple personas; However, for a 1:1 tagging we have used the one they most often showcase</a:t>
            </a:r>
          </a:p>
          <a:p>
            <a:r>
              <a:rPr kumimoji="1" lang="en-US" sz="800" dirty="0"/>
              <a:t>All interacted patient volumes are based on the identified NT patient cohort throughout their journey, including pre-diagnosis </a:t>
            </a:r>
          </a:p>
          <a:p>
            <a:r>
              <a:rPr kumimoji="1" lang="en-US" sz="800" dirty="0"/>
              <a:t>All insights shown here are interim and subject to change post validation across all the dependent KBQs currently under analysis</a:t>
            </a:r>
          </a:p>
        </p:txBody>
      </p:sp>
      <p:sp>
        <p:nvSpPr>
          <p:cNvPr id="5" name="Pentagon 3">
            <a:extLst>
              <a:ext uri="{FF2B5EF4-FFF2-40B4-BE49-F238E27FC236}">
                <a16:creationId xmlns:a16="http://schemas.microsoft.com/office/drawing/2014/main" id="{D030EDDE-E88F-4B61-545F-AFF67F6DB381}"/>
              </a:ext>
            </a:extLst>
          </p:cNvPr>
          <p:cNvSpPr/>
          <p:nvPr/>
        </p:nvSpPr>
        <p:spPr>
          <a:xfrm>
            <a:off x="687410" y="1887042"/>
            <a:ext cx="2039674" cy="26665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Super Referrers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DBD0C05-65B6-4B63-0A5B-FEC41E2755B8}"/>
              </a:ext>
            </a:extLst>
          </p:cNvPr>
          <p:cNvSpPr txBox="1">
            <a:spLocks/>
          </p:cNvSpPr>
          <p:nvPr/>
        </p:nvSpPr>
        <p:spPr>
          <a:xfrm>
            <a:off x="783672" y="2192095"/>
            <a:ext cx="1847149" cy="6001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2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HCPs actively </a:t>
            </a:r>
            <a:r>
              <a:rPr lang="en-US" sz="120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redirecting patients to other HCPs</a:t>
            </a:r>
            <a:r>
              <a:rPr lang="en-US" sz="12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in their referral network</a:t>
            </a:r>
            <a:endParaRPr lang="en-US" sz="1200" noProof="0">
              <a:solidFill>
                <a:schemeClr val="tx1"/>
              </a:solidFill>
              <a:latin typeface="+mj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F19045-3A7C-C323-E273-FDDCA8CB69AE}"/>
              </a:ext>
            </a:extLst>
          </p:cNvPr>
          <p:cNvGrpSpPr/>
          <p:nvPr/>
        </p:nvGrpSpPr>
        <p:grpSpPr>
          <a:xfrm>
            <a:off x="1464931" y="1235641"/>
            <a:ext cx="484632" cy="484631"/>
            <a:chOff x="10962044" y="4875330"/>
            <a:chExt cx="338329" cy="338059"/>
          </a:xfrm>
          <a:solidFill>
            <a:srgbClr val="002060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5C1FC37-9F97-32E2-E9C1-234791B36A9C}"/>
                </a:ext>
              </a:extLst>
            </p:cNvPr>
            <p:cNvSpPr/>
            <p:nvPr/>
          </p:nvSpPr>
          <p:spPr>
            <a:xfrm>
              <a:off x="10962044" y="4956914"/>
              <a:ext cx="208190" cy="256475"/>
            </a:xfrm>
            <a:custGeom>
              <a:avLst/>
              <a:gdLst>
                <a:gd name="connsiteX0" fmla="*/ 1567960 w 2326195"/>
                <a:gd name="connsiteY0" fmla="*/ 1192881 h 2865702"/>
                <a:gd name="connsiteX1" fmla="*/ 1626748 w 2326195"/>
                <a:gd name="connsiteY1" fmla="*/ 1095398 h 2865702"/>
                <a:gd name="connsiteX2" fmla="*/ 1628981 w 2326195"/>
                <a:gd name="connsiteY2" fmla="*/ 1090933 h 2865702"/>
                <a:gd name="connsiteX3" fmla="*/ 1658002 w 2326195"/>
                <a:gd name="connsiteY3" fmla="*/ 1033634 h 2865702"/>
                <a:gd name="connsiteX4" fmla="*/ 1670651 w 2326195"/>
                <a:gd name="connsiteY4" fmla="*/ 1005356 h 2865702"/>
                <a:gd name="connsiteX5" fmla="*/ 1687022 w 2326195"/>
                <a:gd name="connsiteY5" fmla="*/ 967405 h 2865702"/>
                <a:gd name="connsiteX6" fmla="*/ 1704884 w 2326195"/>
                <a:gd name="connsiteY6" fmla="*/ 920523 h 2865702"/>
                <a:gd name="connsiteX7" fmla="*/ 1713814 w 2326195"/>
                <a:gd name="connsiteY7" fmla="*/ 896710 h 2865702"/>
                <a:gd name="connsiteX8" fmla="*/ 1730929 w 2326195"/>
                <a:gd name="connsiteY8" fmla="*/ 840155 h 2865702"/>
                <a:gd name="connsiteX9" fmla="*/ 1736137 w 2326195"/>
                <a:gd name="connsiteY9" fmla="*/ 823040 h 2865702"/>
                <a:gd name="connsiteX10" fmla="*/ 1749533 w 2326195"/>
                <a:gd name="connsiteY10" fmla="*/ 764999 h 2865702"/>
                <a:gd name="connsiteX11" fmla="*/ 1753252 w 2326195"/>
                <a:gd name="connsiteY11" fmla="*/ 748627 h 2865702"/>
                <a:gd name="connsiteX12" fmla="*/ 1761439 w 2326195"/>
                <a:gd name="connsiteY12" fmla="*/ 692071 h 2865702"/>
                <a:gd name="connsiteX13" fmla="*/ 1763672 w 2326195"/>
                <a:gd name="connsiteY13" fmla="*/ 675700 h 2865702"/>
                <a:gd name="connsiteX14" fmla="*/ 1767391 w 2326195"/>
                <a:gd name="connsiteY14" fmla="*/ 607238 h 2865702"/>
                <a:gd name="connsiteX15" fmla="*/ 1160153 w 2326195"/>
                <a:gd name="connsiteY15" fmla="*/ 0 h 2865702"/>
                <a:gd name="connsiteX16" fmla="*/ 552915 w 2326195"/>
                <a:gd name="connsiteY16" fmla="*/ 607238 h 2865702"/>
                <a:gd name="connsiteX17" fmla="*/ 556637 w 2326195"/>
                <a:gd name="connsiteY17" fmla="*/ 675700 h 2865702"/>
                <a:gd name="connsiteX18" fmla="*/ 558870 w 2326195"/>
                <a:gd name="connsiteY18" fmla="*/ 693561 h 2865702"/>
                <a:gd name="connsiteX19" fmla="*/ 567054 w 2326195"/>
                <a:gd name="connsiteY19" fmla="*/ 748627 h 2865702"/>
                <a:gd name="connsiteX20" fmla="*/ 570776 w 2326195"/>
                <a:gd name="connsiteY20" fmla="*/ 767231 h 2865702"/>
                <a:gd name="connsiteX21" fmla="*/ 583425 w 2326195"/>
                <a:gd name="connsiteY21" fmla="*/ 823040 h 2865702"/>
                <a:gd name="connsiteX22" fmla="*/ 589377 w 2326195"/>
                <a:gd name="connsiteY22" fmla="*/ 843130 h 2865702"/>
                <a:gd name="connsiteX23" fmla="*/ 605748 w 2326195"/>
                <a:gd name="connsiteY23" fmla="*/ 896706 h 2865702"/>
                <a:gd name="connsiteX24" fmla="*/ 614679 w 2326195"/>
                <a:gd name="connsiteY24" fmla="*/ 922752 h 2865702"/>
                <a:gd name="connsiteX25" fmla="*/ 631793 w 2326195"/>
                <a:gd name="connsiteY25" fmla="*/ 968144 h 2865702"/>
                <a:gd name="connsiteX26" fmla="*/ 648165 w 2326195"/>
                <a:gd name="connsiteY26" fmla="*/ 1005349 h 2865702"/>
                <a:gd name="connsiteX27" fmla="*/ 661561 w 2326195"/>
                <a:gd name="connsiteY27" fmla="*/ 1034373 h 2865702"/>
                <a:gd name="connsiteX28" fmla="*/ 689092 w 2326195"/>
                <a:gd name="connsiteY28" fmla="*/ 1088696 h 2865702"/>
                <a:gd name="connsiteX29" fmla="*/ 692814 w 2326195"/>
                <a:gd name="connsiteY29" fmla="*/ 1095394 h 2865702"/>
                <a:gd name="connsiteX30" fmla="*/ 752346 w 2326195"/>
                <a:gd name="connsiteY30" fmla="*/ 1193616 h 2865702"/>
                <a:gd name="connsiteX31" fmla="*/ 2232 w 2326195"/>
                <a:gd name="connsiteY31" fmla="*/ 2123066 h 2865702"/>
                <a:gd name="connsiteX32" fmla="*/ 0 w 2326195"/>
                <a:gd name="connsiteY32" fmla="*/ 2190038 h 2865702"/>
                <a:gd name="connsiteX33" fmla="*/ 0 w 2326195"/>
                <a:gd name="connsiteY33" fmla="*/ 2865703 h 2865702"/>
                <a:gd name="connsiteX34" fmla="*/ 2326196 w 2326195"/>
                <a:gd name="connsiteY34" fmla="*/ 2865703 h 2865702"/>
                <a:gd name="connsiteX35" fmla="*/ 2326196 w 2326195"/>
                <a:gd name="connsiteY35" fmla="*/ 2190038 h 2865702"/>
                <a:gd name="connsiteX36" fmla="*/ 2323963 w 2326195"/>
                <a:gd name="connsiteY36" fmla="*/ 2121576 h 2865702"/>
                <a:gd name="connsiteX37" fmla="*/ 1567907 w 2326195"/>
                <a:gd name="connsiteY37" fmla="*/ 1192888 h 2865702"/>
                <a:gd name="connsiteX38" fmla="*/ 1159414 w 2326195"/>
                <a:gd name="connsiteY38" fmla="*/ 122804 h 2865702"/>
                <a:gd name="connsiteX39" fmla="*/ 1644579 w 2326195"/>
                <a:gd name="connsiteY39" fmla="*/ 607969 h 2865702"/>
                <a:gd name="connsiteX40" fmla="*/ 1640857 w 2326195"/>
                <a:gd name="connsiteY40" fmla="*/ 670476 h 2865702"/>
                <a:gd name="connsiteX41" fmla="*/ 1637138 w 2326195"/>
                <a:gd name="connsiteY41" fmla="*/ 700244 h 2865702"/>
                <a:gd name="connsiteX42" fmla="*/ 1631930 w 2326195"/>
                <a:gd name="connsiteY42" fmla="*/ 732983 h 2865702"/>
                <a:gd name="connsiteX43" fmla="*/ 1623742 w 2326195"/>
                <a:gd name="connsiteY43" fmla="*/ 773910 h 2865702"/>
                <a:gd name="connsiteX44" fmla="*/ 1620024 w 2326195"/>
                <a:gd name="connsiteY44" fmla="*/ 789539 h 2865702"/>
                <a:gd name="connsiteX45" fmla="*/ 1565701 w 2326195"/>
                <a:gd name="connsiteY45" fmla="*/ 948042 h 2865702"/>
                <a:gd name="connsiteX46" fmla="*/ 1557513 w 2326195"/>
                <a:gd name="connsiteY46" fmla="*/ 966647 h 2865702"/>
                <a:gd name="connsiteX47" fmla="*/ 1538166 w 2326195"/>
                <a:gd name="connsiteY47" fmla="*/ 1006831 h 2865702"/>
                <a:gd name="connsiteX48" fmla="*/ 1521051 w 2326195"/>
                <a:gd name="connsiteY48" fmla="*/ 1039574 h 2865702"/>
                <a:gd name="connsiteX49" fmla="*/ 1505423 w 2326195"/>
                <a:gd name="connsiteY49" fmla="*/ 1067848 h 2865702"/>
                <a:gd name="connsiteX50" fmla="*/ 1419846 w 2326195"/>
                <a:gd name="connsiteY50" fmla="*/ 1188400 h 2865702"/>
                <a:gd name="connsiteX51" fmla="*/ 1160884 w 2326195"/>
                <a:gd name="connsiteY51" fmla="*/ 1337226 h 2865702"/>
                <a:gd name="connsiteX52" fmla="*/ 904155 w 2326195"/>
                <a:gd name="connsiteY52" fmla="*/ 1190629 h 2865702"/>
                <a:gd name="connsiteX53" fmla="*/ 776162 w 2326195"/>
                <a:gd name="connsiteY53" fmla="*/ 991198 h 2865702"/>
                <a:gd name="connsiteX54" fmla="*/ 773186 w 2326195"/>
                <a:gd name="connsiteY54" fmla="*/ 985247 h 2865702"/>
                <a:gd name="connsiteX55" fmla="*/ 741933 w 2326195"/>
                <a:gd name="connsiteY55" fmla="*/ 913810 h 2865702"/>
                <a:gd name="connsiteX56" fmla="*/ 740443 w 2326195"/>
                <a:gd name="connsiteY56" fmla="*/ 910834 h 2865702"/>
                <a:gd name="connsiteX57" fmla="*/ 713655 w 2326195"/>
                <a:gd name="connsiteY57" fmla="*/ 833445 h 2865702"/>
                <a:gd name="connsiteX58" fmla="*/ 712912 w 2326195"/>
                <a:gd name="connsiteY58" fmla="*/ 831955 h 2865702"/>
                <a:gd name="connsiteX59" fmla="*/ 695051 w 2326195"/>
                <a:gd name="connsiteY59" fmla="*/ 764240 h 2865702"/>
                <a:gd name="connsiteX60" fmla="*/ 690589 w 2326195"/>
                <a:gd name="connsiteY60" fmla="*/ 743403 h 2865702"/>
                <a:gd name="connsiteX61" fmla="*/ 682402 w 2326195"/>
                <a:gd name="connsiteY61" fmla="*/ 693546 h 2865702"/>
                <a:gd name="connsiteX62" fmla="*/ 679426 w 2326195"/>
                <a:gd name="connsiteY62" fmla="*/ 672713 h 2865702"/>
                <a:gd name="connsiteX63" fmla="*/ 675704 w 2326195"/>
                <a:gd name="connsiteY63" fmla="*/ 608716 h 2865702"/>
                <a:gd name="connsiteX64" fmla="*/ 1159383 w 2326195"/>
                <a:gd name="connsiteY64" fmla="*/ 122789 h 2865702"/>
                <a:gd name="connsiteX65" fmla="*/ 1325358 w 2326195"/>
                <a:gd name="connsiteY65" fmla="*/ 1416109 h 2865702"/>
                <a:gd name="connsiteX66" fmla="*/ 1159414 w 2326195"/>
                <a:gd name="connsiteY66" fmla="*/ 1844733 h 2865702"/>
                <a:gd name="connsiteX67" fmla="*/ 993469 w 2326195"/>
                <a:gd name="connsiteY67" fmla="*/ 1416870 h 2865702"/>
                <a:gd name="connsiteX68" fmla="*/ 1158667 w 2326195"/>
                <a:gd name="connsiteY68" fmla="*/ 1459287 h 2865702"/>
                <a:gd name="connsiteX69" fmla="*/ 1325354 w 2326195"/>
                <a:gd name="connsiteY69" fmla="*/ 1416128 h 2865702"/>
                <a:gd name="connsiteX70" fmla="*/ 2204173 w 2326195"/>
                <a:gd name="connsiteY70" fmla="*/ 2745151 h 2865702"/>
                <a:gd name="connsiteX71" fmla="*/ 122084 w 2326195"/>
                <a:gd name="connsiteY71" fmla="*/ 2745151 h 2865702"/>
                <a:gd name="connsiteX72" fmla="*/ 122084 w 2326195"/>
                <a:gd name="connsiteY72" fmla="*/ 2191520 h 2865702"/>
                <a:gd name="connsiteX73" fmla="*/ 123572 w 2326195"/>
                <a:gd name="connsiteY73" fmla="*/ 2131246 h 2865702"/>
                <a:gd name="connsiteX74" fmla="*/ 819356 w 2326195"/>
                <a:gd name="connsiteY74" fmla="*/ 1303752 h 2865702"/>
                <a:gd name="connsiteX75" fmla="*/ 1158682 w 2326195"/>
                <a:gd name="connsiteY75" fmla="*/ 2182566 h 2865702"/>
                <a:gd name="connsiteX76" fmla="*/ 1500241 w 2326195"/>
                <a:gd name="connsiteY76" fmla="*/ 1301504 h 2865702"/>
                <a:gd name="connsiteX77" fmla="*/ 2201967 w 2326195"/>
                <a:gd name="connsiteY77" fmla="*/ 2130483 h 2865702"/>
                <a:gd name="connsiteX78" fmla="*/ 2203453 w 2326195"/>
                <a:gd name="connsiteY78" fmla="*/ 2191504 h 2865702"/>
                <a:gd name="connsiteX79" fmla="*/ 2203453 w 2326195"/>
                <a:gd name="connsiteY79" fmla="*/ 2745135 h 28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326195" h="2865702">
                  <a:moveTo>
                    <a:pt x="1567960" y="1192881"/>
                  </a:moveTo>
                  <a:cubicBezTo>
                    <a:pt x="1588797" y="1162370"/>
                    <a:pt x="1608144" y="1129627"/>
                    <a:pt x="1626748" y="1095398"/>
                  </a:cubicBezTo>
                  <a:cubicBezTo>
                    <a:pt x="1627491" y="1093908"/>
                    <a:pt x="1628238" y="1092422"/>
                    <a:pt x="1628981" y="1090933"/>
                  </a:cubicBezTo>
                  <a:cubicBezTo>
                    <a:pt x="1639397" y="1072328"/>
                    <a:pt x="1649071" y="1052981"/>
                    <a:pt x="1658002" y="1033634"/>
                  </a:cubicBezTo>
                  <a:cubicBezTo>
                    <a:pt x="1662467" y="1023960"/>
                    <a:pt x="1666932" y="1015030"/>
                    <a:pt x="1670651" y="1005356"/>
                  </a:cubicBezTo>
                  <a:cubicBezTo>
                    <a:pt x="1675863" y="992707"/>
                    <a:pt x="1681814" y="980058"/>
                    <a:pt x="1687022" y="967405"/>
                  </a:cubicBezTo>
                  <a:cubicBezTo>
                    <a:pt x="1693720" y="951780"/>
                    <a:pt x="1698929" y="936151"/>
                    <a:pt x="1704884" y="920523"/>
                  </a:cubicBezTo>
                  <a:cubicBezTo>
                    <a:pt x="1707859" y="912339"/>
                    <a:pt x="1710835" y="904898"/>
                    <a:pt x="1713814" y="896710"/>
                  </a:cubicBezTo>
                  <a:cubicBezTo>
                    <a:pt x="1720509" y="878110"/>
                    <a:pt x="1725721" y="858759"/>
                    <a:pt x="1730929" y="840155"/>
                  </a:cubicBezTo>
                  <a:cubicBezTo>
                    <a:pt x="1732415" y="834203"/>
                    <a:pt x="1734647" y="828248"/>
                    <a:pt x="1736137" y="823040"/>
                  </a:cubicBezTo>
                  <a:cubicBezTo>
                    <a:pt x="1741345" y="803693"/>
                    <a:pt x="1745811" y="784346"/>
                    <a:pt x="1749533" y="764999"/>
                  </a:cubicBezTo>
                  <a:cubicBezTo>
                    <a:pt x="1750276" y="759790"/>
                    <a:pt x="1751766" y="753835"/>
                    <a:pt x="1753252" y="748627"/>
                  </a:cubicBezTo>
                  <a:cubicBezTo>
                    <a:pt x="1756974" y="729280"/>
                    <a:pt x="1759207" y="710676"/>
                    <a:pt x="1761439" y="692071"/>
                  </a:cubicBezTo>
                  <a:cubicBezTo>
                    <a:pt x="1762182" y="686863"/>
                    <a:pt x="1762925" y="680912"/>
                    <a:pt x="1763672" y="675700"/>
                  </a:cubicBezTo>
                  <a:cubicBezTo>
                    <a:pt x="1765901" y="652634"/>
                    <a:pt x="1767391" y="629564"/>
                    <a:pt x="1767391" y="607238"/>
                  </a:cubicBezTo>
                  <a:cubicBezTo>
                    <a:pt x="1767391" y="272373"/>
                    <a:pt x="1495037" y="0"/>
                    <a:pt x="1160153" y="0"/>
                  </a:cubicBezTo>
                  <a:cubicBezTo>
                    <a:pt x="825288" y="0"/>
                    <a:pt x="552915" y="272354"/>
                    <a:pt x="552915" y="607238"/>
                  </a:cubicBezTo>
                  <a:cubicBezTo>
                    <a:pt x="552915" y="629564"/>
                    <a:pt x="554405" y="652630"/>
                    <a:pt x="556637" y="675700"/>
                  </a:cubicBezTo>
                  <a:cubicBezTo>
                    <a:pt x="557380" y="681655"/>
                    <a:pt x="558123" y="687606"/>
                    <a:pt x="558870" y="693561"/>
                  </a:cubicBezTo>
                  <a:cubicBezTo>
                    <a:pt x="561103" y="711419"/>
                    <a:pt x="563331" y="730023"/>
                    <a:pt x="567054" y="748627"/>
                  </a:cubicBezTo>
                  <a:cubicBezTo>
                    <a:pt x="568544" y="754578"/>
                    <a:pt x="570029" y="761276"/>
                    <a:pt x="570776" y="767231"/>
                  </a:cubicBezTo>
                  <a:cubicBezTo>
                    <a:pt x="574495" y="785832"/>
                    <a:pt x="578960" y="804436"/>
                    <a:pt x="583425" y="823040"/>
                  </a:cubicBezTo>
                  <a:cubicBezTo>
                    <a:pt x="584911" y="829734"/>
                    <a:pt x="587144" y="836432"/>
                    <a:pt x="589377" y="843130"/>
                  </a:cubicBezTo>
                  <a:cubicBezTo>
                    <a:pt x="594589" y="860988"/>
                    <a:pt x="599797" y="878849"/>
                    <a:pt x="605748" y="896706"/>
                  </a:cubicBezTo>
                  <a:cubicBezTo>
                    <a:pt x="608728" y="905637"/>
                    <a:pt x="611703" y="913821"/>
                    <a:pt x="614679" y="922752"/>
                  </a:cubicBezTo>
                  <a:cubicBezTo>
                    <a:pt x="619887" y="937633"/>
                    <a:pt x="625842" y="953262"/>
                    <a:pt x="631793" y="968144"/>
                  </a:cubicBezTo>
                  <a:cubicBezTo>
                    <a:pt x="637002" y="980793"/>
                    <a:pt x="642214" y="993442"/>
                    <a:pt x="648165" y="1005349"/>
                  </a:cubicBezTo>
                  <a:cubicBezTo>
                    <a:pt x="652630" y="1015026"/>
                    <a:pt x="657096" y="1024700"/>
                    <a:pt x="661561" y="1034373"/>
                  </a:cubicBezTo>
                  <a:cubicBezTo>
                    <a:pt x="670492" y="1052974"/>
                    <a:pt x="679418" y="1070835"/>
                    <a:pt x="689092" y="1088696"/>
                  </a:cubicBezTo>
                  <a:cubicBezTo>
                    <a:pt x="690582" y="1090929"/>
                    <a:pt x="691325" y="1093161"/>
                    <a:pt x="692814" y="1095394"/>
                  </a:cubicBezTo>
                  <a:cubicBezTo>
                    <a:pt x="711419" y="1129623"/>
                    <a:pt x="731509" y="1163105"/>
                    <a:pt x="752346" y="1193616"/>
                  </a:cubicBezTo>
                  <a:cubicBezTo>
                    <a:pt x="330426" y="1320119"/>
                    <a:pt x="26807" y="1689948"/>
                    <a:pt x="2232" y="2123066"/>
                  </a:cubicBezTo>
                  <a:cubicBezTo>
                    <a:pt x="744" y="2145392"/>
                    <a:pt x="0" y="2167715"/>
                    <a:pt x="0" y="2190038"/>
                  </a:cubicBezTo>
                  <a:lnTo>
                    <a:pt x="0" y="2865703"/>
                  </a:lnTo>
                  <a:lnTo>
                    <a:pt x="2326196" y="2865703"/>
                  </a:lnTo>
                  <a:lnTo>
                    <a:pt x="2326196" y="2190038"/>
                  </a:lnTo>
                  <a:cubicBezTo>
                    <a:pt x="2326196" y="2166972"/>
                    <a:pt x="2325453" y="2144645"/>
                    <a:pt x="2323963" y="2121576"/>
                  </a:cubicBezTo>
                  <a:cubicBezTo>
                    <a:pt x="2298661" y="1687731"/>
                    <a:pt x="1992821" y="1317170"/>
                    <a:pt x="1567907" y="1192888"/>
                  </a:cubicBezTo>
                  <a:close/>
                  <a:moveTo>
                    <a:pt x="1159414" y="122804"/>
                  </a:moveTo>
                  <a:cubicBezTo>
                    <a:pt x="1427302" y="122804"/>
                    <a:pt x="1644579" y="340839"/>
                    <a:pt x="1644579" y="607969"/>
                  </a:cubicBezTo>
                  <a:cubicBezTo>
                    <a:pt x="1644579" y="628060"/>
                    <a:pt x="1643089" y="648896"/>
                    <a:pt x="1640857" y="670476"/>
                  </a:cubicBezTo>
                  <a:cubicBezTo>
                    <a:pt x="1640114" y="680150"/>
                    <a:pt x="1638628" y="689823"/>
                    <a:pt x="1637138" y="700244"/>
                  </a:cubicBezTo>
                  <a:cubicBezTo>
                    <a:pt x="1635648" y="710660"/>
                    <a:pt x="1633416" y="721824"/>
                    <a:pt x="1631930" y="732983"/>
                  </a:cubicBezTo>
                  <a:cubicBezTo>
                    <a:pt x="1629697" y="746379"/>
                    <a:pt x="1626718" y="759775"/>
                    <a:pt x="1623742" y="773910"/>
                  </a:cubicBezTo>
                  <a:cubicBezTo>
                    <a:pt x="1622256" y="779118"/>
                    <a:pt x="1620767" y="784330"/>
                    <a:pt x="1620024" y="789539"/>
                  </a:cubicBezTo>
                  <a:cubicBezTo>
                    <a:pt x="1606628" y="841629"/>
                    <a:pt x="1588023" y="895205"/>
                    <a:pt x="1565701" y="948042"/>
                  </a:cubicBezTo>
                  <a:cubicBezTo>
                    <a:pt x="1562721" y="953994"/>
                    <a:pt x="1560492" y="960692"/>
                    <a:pt x="1557513" y="966647"/>
                  </a:cubicBezTo>
                  <a:cubicBezTo>
                    <a:pt x="1551562" y="980039"/>
                    <a:pt x="1544864" y="993435"/>
                    <a:pt x="1538166" y="1006831"/>
                  </a:cubicBezTo>
                  <a:cubicBezTo>
                    <a:pt x="1532957" y="1017990"/>
                    <a:pt x="1527006" y="1028411"/>
                    <a:pt x="1521051" y="1039574"/>
                  </a:cubicBezTo>
                  <a:cubicBezTo>
                    <a:pt x="1515843" y="1049247"/>
                    <a:pt x="1510635" y="1058921"/>
                    <a:pt x="1505423" y="1067848"/>
                  </a:cubicBezTo>
                  <a:cubicBezTo>
                    <a:pt x="1479381" y="1111750"/>
                    <a:pt x="1451100" y="1152681"/>
                    <a:pt x="1419846" y="1188400"/>
                  </a:cubicBezTo>
                  <a:cubicBezTo>
                    <a:pt x="1343943" y="1277699"/>
                    <a:pt x="1254648" y="1337226"/>
                    <a:pt x="1160884" y="1337226"/>
                  </a:cubicBezTo>
                  <a:cubicBezTo>
                    <a:pt x="1067867" y="1337226"/>
                    <a:pt x="980058" y="1278438"/>
                    <a:pt x="904155" y="1190629"/>
                  </a:cubicBezTo>
                  <a:cubicBezTo>
                    <a:pt x="855787" y="1134820"/>
                    <a:pt x="812627" y="1065615"/>
                    <a:pt x="776162" y="991198"/>
                  </a:cubicBezTo>
                  <a:cubicBezTo>
                    <a:pt x="775419" y="988966"/>
                    <a:pt x="773929" y="987480"/>
                    <a:pt x="773186" y="985247"/>
                  </a:cubicBezTo>
                  <a:cubicBezTo>
                    <a:pt x="762023" y="961435"/>
                    <a:pt x="751606" y="937622"/>
                    <a:pt x="741933" y="913810"/>
                  </a:cubicBezTo>
                  <a:cubicBezTo>
                    <a:pt x="741190" y="913067"/>
                    <a:pt x="741190" y="911577"/>
                    <a:pt x="740443" y="910834"/>
                  </a:cubicBezTo>
                  <a:cubicBezTo>
                    <a:pt x="730027" y="885532"/>
                    <a:pt x="721096" y="859487"/>
                    <a:pt x="713655" y="833445"/>
                  </a:cubicBezTo>
                  <a:cubicBezTo>
                    <a:pt x="713655" y="832698"/>
                    <a:pt x="713655" y="831955"/>
                    <a:pt x="712912" y="831955"/>
                  </a:cubicBezTo>
                  <a:cubicBezTo>
                    <a:pt x="706214" y="808886"/>
                    <a:pt x="700263" y="786563"/>
                    <a:pt x="695051" y="764240"/>
                  </a:cubicBezTo>
                  <a:cubicBezTo>
                    <a:pt x="693565" y="757542"/>
                    <a:pt x="692075" y="750101"/>
                    <a:pt x="690589" y="743403"/>
                  </a:cubicBezTo>
                  <a:cubicBezTo>
                    <a:pt x="686867" y="726289"/>
                    <a:pt x="684634" y="709917"/>
                    <a:pt x="682402" y="693546"/>
                  </a:cubicBezTo>
                  <a:cubicBezTo>
                    <a:pt x="681659" y="686848"/>
                    <a:pt x="680169" y="679407"/>
                    <a:pt x="679426" y="672713"/>
                  </a:cubicBezTo>
                  <a:cubicBezTo>
                    <a:pt x="677193" y="650386"/>
                    <a:pt x="675704" y="628810"/>
                    <a:pt x="675704" y="608716"/>
                  </a:cubicBezTo>
                  <a:cubicBezTo>
                    <a:pt x="673471" y="340827"/>
                    <a:pt x="891506" y="122789"/>
                    <a:pt x="1159383" y="122789"/>
                  </a:cubicBezTo>
                  <a:close/>
                  <a:moveTo>
                    <a:pt x="1325358" y="1416109"/>
                  </a:moveTo>
                  <a:lnTo>
                    <a:pt x="1159414" y="1844733"/>
                  </a:lnTo>
                  <a:lnTo>
                    <a:pt x="993469" y="1416870"/>
                  </a:lnTo>
                  <a:cubicBezTo>
                    <a:pt x="1046302" y="1443659"/>
                    <a:pt x="1101368" y="1459287"/>
                    <a:pt x="1158667" y="1459287"/>
                  </a:cubicBezTo>
                  <a:cubicBezTo>
                    <a:pt x="1216708" y="1459287"/>
                    <a:pt x="1272521" y="1443659"/>
                    <a:pt x="1325354" y="1416128"/>
                  </a:cubicBezTo>
                  <a:close/>
                  <a:moveTo>
                    <a:pt x="2204173" y="2745151"/>
                  </a:moveTo>
                  <a:lnTo>
                    <a:pt x="122084" y="2745151"/>
                  </a:lnTo>
                  <a:lnTo>
                    <a:pt x="122084" y="2191520"/>
                  </a:lnTo>
                  <a:cubicBezTo>
                    <a:pt x="122084" y="2171430"/>
                    <a:pt x="122828" y="2151336"/>
                    <a:pt x="123572" y="2131246"/>
                  </a:cubicBezTo>
                  <a:cubicBezTo>
                    <a:pt x="145896" y="1739082"/>
                    <a:pt x="429414" y="1405707"/>
                    <a:pt x="819356" y="1303752"/>
                  </a:cubicBezTo>
                  <a:lnTo>
                    <a:pt x="1158682" y="2182566"/>
                  </a:lnTo>
                  <a:lnTo>
                    <a:pt x="1500241" y="1301504"/>
                  </a:lnTo>
                  <a:cubicBezTo>
                    <a:pt x="1893128" y="1401962"/>
                    <a:pt x="2178878" y="1735348"/>
                    <a:pt x="2201967" y="2130483"/>
                  </a:cubicBezTo>
                  <a:cubicBezTo>
                    <a:pt x="2203453" y="2150574"/>
                    <a:pt x="2203453" y="2171411"/>
                    <a:pt x="2203453" y="2191504"/>
                  </a:cubicBezTo>
                  <a:lnTo>
                    <a:pt x="2203453" y="274513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DF25B0D-1A30-68FC-3C9A-03C8527D6E73}"/>
                </a:ext>
              </a:extLst>
            </p:cNvPr>
            <p:cNvSpPr/>
            <p:nvPr/>
          </p:nvSpPr>
          <p:spPr>
            <a:xfrm>
              <a:off x="11136738" y="4875330"/>
              <a:ext cx="163635" cy="154177"/>
            </a:xfrm>
            <a:custGeom>
              <a:avLst/>
              <a:gdLst>
                <a:gd name="connsiteX0" fmla="*/ 1466705 w 1828361"/>
                <a:gd name="connsiteY0" fmla="*/ 0 h 1722681"/>
                <a:gd name="connsiteX1" fmla="*/ 361653 w 1828361"/>
                <a:gd name="connsiteY1" fmla="*/ 0 h 1722681"/>
                <a:gd name="connsiteX2" fmla="*/ 0 w 1828361"/>
                <a:gd name="connsiteY2" fmla="*/ 361653 h 1722681"/>
                <a:gd name="connsiteX3" fmla="*/ 0 w 1828361"/>
                <a:gd name="connsiteY3" fmla="*/ 857983 h 1722681"/>
                <a:gd name="connsiteX4" fmla="*/ 300632 w 1828361"/>
                <a:gd name="connsiteY4" fmla="*/ 1214428 h 1722681"/>
                <a:gd name="connsiteX5" fmla="*/ 305840 w 1828361"/>
                <a:gd name="connsiteY5" fmla="*/ 1722682 h 1722681"/>
                <a:gd name="connsiteX6" fmla="*/ 880312 w 1828361"/>
                <a:gd name="connsiteY6" fmla="*/ 1219647 h 1722681"/>
                <a:gd name="connsiteX7" fmla="*/ 1466709 w 1828361"/>
                <a:gd name="connsiteY7" fmla="*/ 1219647 h 1722681"/>
                <a:gd name="connsiteX8" fmla="*/ 1828362 w 1828361"/>
                <a:gd name="connsiteY8" fmla="*/ 857995 h 1722681"/>
                <a:gd name="connsiteX9" fmla="*/ 1828362 w 1828361"/>
                <a:gd name="connsiteY9" fmla="*/ 361664 h 1722681"/>
                <a:gd name="connsiteX10" fmla="*/ 1466709 w 1828361"/>
                <a:gd name="connsiteY10" fmla="*/ 11 h 1722681"/>
                <a:gd name="connsiteX11" fmla="*/ 1706320 w 1828361"/>
                <a:gd name="connsiteY11" fmla="*/ 858014 h 1722681"/>
                <a:gd name="connsiteX12" fmla="*/ 1466705 w 1828361"/>
                <a:gd name="connsiteY12" fmla="*/ 1097628 h 1722681"/>
                <a:gd name="connsiteX13" fmla="*/ 834169 w 1828361"/>
                <a:gd name="connsiteY13" fmla="*/ 1097628 h 1722681"/>
                <a:gd name="connsiteX14" fmla="*/ 424899 w 1828361"/>
                <a:gd name="connsiteY14" fmla="*/ 1456306 h 1722681"/>
                <a:gd name="connsiteX15" fmla="*/ 421176 w 1828361"/>
                <a:gd name="connsiteY15" fmla="*/ 1097628 h 1722681"/>
                <a:gd name="connsiteX16" fmla="*/ 360902 w 1828361"/>
                <a:gd name="connsiteY16" fmla="*/ 1097628 h 1722681"/>
                <a:gd name="connsiteX17" fmla="*/ 121288 w 1828361"/>
                <a:gd name="connsiteY17" fmla="*/ 858014 h 1722681"/>
                <a:gd name="connsiteX18" fmla="*/ 121288 w 1828361"/>
                <a:gd name="connsiteY18" fmla="*/ 361683 h 1722681"/>
                <a:gd name="connsiteX19" fmla="*/ 360902 w 1828361"/>
                <a:gd name="connsiteY19" fmla="*/ 122069 h 1722681"/>
                <a:gd name="connsiteX20" fmla="*/ 1466679 w 1828361"/>
                <a:gd name="connsiteY20" fmla="*/ 122069 h 1722681"/>
                <a:gd name="connsiteX21" fmla="*/ 1706293 w 1828361"/>
                <a:gd name="connsiteY21" fmla="*/ 361683 h 1722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8361" h="1722681">
                  <a:moveTo>
                    <a:pt x="1466705" y="0"/>
                  </a:moveTo>
                  <a:lnTo>
                    <a:pt x="361653" y="0"/>
                  </a:lnTo>
                  <a:cubicBezTo>
                    <a:pt x="162222" y="0"/>
                    <a:pt x="0" y="162222"/>
                    <a:pt x="0" y="361653"/>
                  </a:cubicBezTo>
                  <a:lnTo>
                    <a:pt x="0" y="857983"/>
                  </a:lnTo>
                  <a:cubicBezTo>
                    <a:pt x="0" y="1036577"/>
                    <a:pt x="130226" y="1185407"/>
                    <a:pt x="300632" y="1214428"/>
                  </a:cubicBezTo>
                  <a:lnTo>
                    <a:pt x="305840" y="1722682"/>
                  </a:lnTo>
                  <a:lnTo>
                    <a:pt x="880312" y="1219647"/>
                  </a:lnTo>
                  <a:lnTo>
                    <a:pt x="1466709" y="1219647"/>
                  </a:lnTo>
                  <a:cubicBezTo>
                    <a:pt x="1666140" y="1219647"/>
                    <a:pt x="1828362" y="1057425"/>
                    <a:pt x="1828362" y="857995"/>
                  </a:cubicBezTo>
                  <a:lnTo>
                    <a:pt x="1828362" y="361664"/>
                  </a:lnTo>
                  <a:cubicBezTo>
                    <a:pt x="1828362" y="162234"/>
                    <a:pt x="1666140" y="11"/>
                    <a:pt x="1466709" y="11"/>
                  </a:cubicBezTo>
                  <a:close/>
                  <a:moveTo>
                    <a:pt x="1706320" y="858014"/>
                  </a:moveTo>
                  <a:cubicBezTo>
                    <a:pt x="1706320" y="989725"/>
                    <a:pt x="1599164" y="1097628"/>
                    <a:pt x="1466705" y="1097628"/>
                  </a:cubicBezTo>
                  <a:lnTo>
                    <a:pt x="834169" y="1097628"/>
                  </a:lnTo>
                  <a:lnTo>
                    <a:pt x="424899" y="1456306"/>
                  </a:lnTo>
                  <a:lnTo>
                    <a:pt x="421176" y="1097628"/>
                  </a:lnTo>
                  <a:lnTo>
                    <a:pt x="360902" y="1097628"/>
                  </a:lnTo>
                  <a:cubicBezTo>
                    <a:pt x="229191" y="1097628"/>
                    <a:pt x="121288" y="990472"/>
                    <a:pt x="121288" y="858014"/>
                  </a:cubicBezTo>
                  <a:lnTo>
                    <a:pt x="121288" y="361683"/>
                  </a:lnTo>
                  <a:cubicBezTo>
                    <a:pt x="121288" y="229972"/>
                    <a:pt x="228444" y="122069"/>
                    <a:pt x="360902" y="122069"/>
                  </a:cubicBezTo>
                  <a:lnTo>
                    <a:pt x="1466679" y="122069"/>
                  </a:lnTo>
                  <a:cubicBezTo>
                    <a:pt x="1598390" y="122069"/>
                    <a:pt x="1706293" y="229225"/>
                    <a:pt x="1706293" y="36168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713C4F5-147D-B06B-9880-62AC1328E25C}"/>
                </a:ext>
              </a:extLst>
            </p:cNvPr>
            <p:cNvSpPr/>
            <p:nvPr/>
          </p:nvSpPr>
          <p:spPr>
            <a:xfrm>
              <a:off x="11093116" y="5137133"/>
              <a:ext cx="49085" cy="10922"/>
            </a:xfrm>
            <a:custGeom>
              <a:avLst/>
              <a:gdLst>
                <a:gd name="connsiteX0" fmla="*/ 0 w 548449"/>
                <a:gd name="connsiteY0" fmla="*/ 0 h 122037"/>
                <a:gd name="connsiteX1" fmla="*/ 548450 w 548449"/>
                <a:gd name="connsiteY1" fmla="*/ 0 h 122037"/>
                <a:gd name="connsiteX2" fmla="*/ 548450 w 548449"/>
                <a:gd name="connsiteY2" fmla="*/ 122038 h 122037"/>
                <a:gd name="connsiteX3" fmla="*/ 0 w 548449"/>
                <a:gd name="connsiteY3" fmla="*/ 122038 h 12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449" h="122037">
                  <a:moveTo>
                    <a:pt x="0" y="0"/>
                  </a:moveTo>
                  <a:lnTo>
                    <a:pt x="548450" y="0"/>
                  </a:lnTo>
                  <a:lnTo>
                    <a:pt x="548450" y="122038"/>
                  </a:lnTo>
                  <a:lnTo>
                    <a:pt x="0" y="122038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61BB5EA-F372-C3CF-AE2C-7E0688D49060}"/>
                </a:ext>
              </a:extLst>
            </p:cNvPr>
            <p:cNvSpPr/>
            <p:nvPr/>
          </p:nvSpPr>
          <p:spPr>
            <a:xfrm>
              <a:off x="11166244" y="4908097"/>
              <a:ext cx="39160" cy="38161"/>
            </a:xfrm>
            <a:custGeom>
              <a:avLst/>
              <a:gdLst>
                <a:gd name="connsiteX0" fmla="*/ 385462 w 437551"/>
                <a:gd name="connsiteY0" fmla="*/ 66229 h 426392"/>
                <a:gd name="connsiteX1" fmla="*/ 279795 w 437551"/>
                <a:gd name="connsiteY1" fmla="*/ 116087 h 426392"/>
                <a:gd name="connsiteX2" fmla="*/ 279795 w 437551"/>
                <a:gd name="connsiteY2" fmla="*/ 0 h 426392"/>
                <a:gd name="connsiteX3" fmla="*/ 157757 w 437551"/>
                <a:gd name="connsiteY3" fmla="*/ 0 h 426392"/>
                <a:gd name="connsiteX4" fmla="*/ 157757 w 437551"/>
                <a:gd name="connsiteY4" fmla="*/ 116087 h 426392"/>
                <a:gd name="connsiteX5" fmla="*/ 52833 w 437551"/>
                <a:gd name="connsiteY5" fmla="*/ 66229 h 426392"/>
                <a:gd name="connsiteX6" fmla="*/ 0 w 437551"/>
                <a:gd name="connsiteY6" fmla="*/ 176361 h 426392"/>
                <a:gd name="connsiteX7" fmla="*/ 77389 w 437551"/>
                <a:gd name="connsiteY7" fmla="*/ 212823 h 426392"/>
                <a:gd name="connsiteX8" fmla="*/ 0 w 437551"/>
                <a:gd name="connsiteY8" fmla="*/ 250031 h 426392"/>
                <a:gd name="connsiteX9" fmla="*/ 52833 w 437551"/>
                <a:gd name="connsiteY9" fmla="*/ 360163 h 426392"/>
                <a:gd name="connsiteX10" fmla="*/ 157757 w 437551"/>
                <a:gd name="connsiteY10" fmla="*/ 309562 h 426392"/>
                <a:gd name="connsiteX11" fmla="*/ 157757 w 437551"/>
                <a:gd name="connsiteY11" fmla="*/ 426392 h 426392"/>
                <a:gd name="connsiteX12" fmla="*/ 279795 w 437551"/>
                <a:gd name="connsiteY12" fmla="*/ 426392 h 426392"/>
                <a:gd name="connsiteX13" fmla="*/ 279795 w 437551"/>
                <a:gd name="connsiteY13" fmla="*/ 309562 h 426392"/>
                <a:gd name="connsiteX14" fmla="*/ 385462 w 437551"/>
                <a:gd name="connsiteY14" fmla="*/ 360163 h 426392"/>
                <a:gd name="connsiteX15" fmla="*/ 437552 w 437551"/>
                <a:gd name="connsiteY15" fmla="*/ 250031 h 426392"/>
                <a:gd name="connsiteX16" fmla="*/ 360163 w 437551"/>
                <a:gd name="connsiteY16" fmla="*/ 212823 h 426392"/>
                <a:gd name="connsiteX17" fmla="*/ 437552 w 437551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1" h="426392">
                  <a:moveTo>
                    <a:pt x="385462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5462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89AA598-C7A6-0290-003A-3AA280F89FFE}"/>
                </a:ext>
              </a:extLst>
            </p:cNvPr>
            <p:cNvSpPr/>
            <p:nvPr/>
          </p:nvSpPr>
          <p:spPr>
            <a:xfrm>
              <a:off x="11231709" y="4908097"/>
              <a:ext cx="39160" cy="38161"/>
            </a:xfrm>
            <a:custGeom>
              <a:avLst/>
              <a:gdLst>
                <a:gd name="connsiteX0" fmla="*/ 384719 w 437552"/>
                <a:gd name="connsiteY0" fmla="*/ 66229 h 426392"/>
                <a:gd name="connsiteX1" fmla="*/ 279795 w 437552"/>
                <a:gd name="connsiteY1" fmla="*/ 116087 h 426392"/>
                <a:gd name="connsiteX2" fmla="*/ 279795 w 437552"/>
                <a:gd name="connsiteY2" fmla="*/ 0 h 426392"/>
                <a:gd name="connsiteX3" fmla="*/ 157757 w 437552"/>
                <a:gd name="connsiteY3" fmla="*/ 0 h 426392"/>
                <a:gd name="connsiteX4" fmla="*/ 157757 w 437552"/>
                <a:gd name="connsiteY4" fmla="*/ 116087 h 426392"/>
                <a:gd name="connsiteX5" fmla="*/ 52833 w 437552"/>
                <a:gd name="connsiteY5" fmla="*/ 66229 h 426392"/>
                <a:gd name="connsiteX6" fmla="*/ 0 w 437552"/>
                <a:gd name="connsiteY6" fmla="*/ 176361 h 426392"/>
                <a:gd name="connsiteX7" fmla="*/ 77389 w 437552"/>
                <a:gd name="connsiteY7" fmla="*/ 212823 h 426392"/>
                <a:gd name="connsiteX8" fmla="*/ 0 w 437552"/>
                <a:gd name="connsiteY8" fmla="*/ 250031 h 426392"/>
                <a:gd name="connsiteX9" fmla="*/ 52833 w 437552"/>
                <a:gd name="connsiteY9" fmla="*/ 360163 h 426392"/>
                <a:gd name="connsiteX10" fmla="*/ 157757 w 437552"/>
                <a:gd name="connsiteY10" fmla="*/ 309562 h 426392"/>
                <a:gd name="connsiteX11" fmla="*/ 157757 w 437552"/>
                <a:gd name="connsiteY11" fmla="*/ 426392 h 426392"/>
                <a:gd name="connsiteX12" fmla="*/ 279795 w 437552"/>
                <a:gd name="connsiteY12" fmla="*/ 426392 h 426392"/>
                <a:gd name="connsiteX13" fmla="*/ 279795 w 437552"/>
                <a:gd name="connsiteY13" fmla="*/ 309562 h 426392"/>
                <a:gd name="connsiteX14" fmla="*/ 384719 w 437552"/>
                <a:gd name="connsiteY14" fmla="*/ 360163 h 426392"/>
                <a:gd name="connsiteX15" fmla="*/ 437552 w 437552"/>
                <a:gd name="connsiteY15" fmla="*/ 250031 h 426392"/>
                <a:gd name="connsiteX16" fmla="*/ 360163 w 437552"/>
                <a:gd name="connsiteY16" fmla="*/ 212823 h 426392"/>
                <a:gd name="connsiteX17" fmla="*/ 437552 w 437552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2" h="426392">
                  <a:moveTo>
                    <a:pt x="384719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4719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5" name="Pentagon 3">
            <a:extLst>
              <a:ext uri="{FF2B5EF4-FFF2-40B4-BE49-F238E27FC236}">
                <a16:creationId xmlns:a16="http://schemas.microsoft.com/office/drawing/2014/main" id="{36F9B5A8-B1FB-E584-0276-1D5244D2B57C}"/>
              </a:ext>
            </a:extLst>
          </p:cNvPr>
          <p:cNvSpPr/>
          <p:nvPr/>
        </p:nvSpPr>
        <p:spPr>
          <a:xfrm>
            <a:off x="675981" y="3114816"/>
            <a:ext cx="2062534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Referral Strength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Weighted outdegree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&gt;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90</a:t>
            </a:r>
            <a:r>
              <a:rPr lang="en-US" sz="1050" baseline="300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Percentile and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Weighted indegree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&lt;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10</a:t>
            </a:r>
            <a:r>
              <a:rPr lang="en-US" sz="1050" baseline="300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Percentile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Patient Volume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: Interacted patient volume ≥ ~90th Percentile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Referral Activity: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 Referral activity with 2+ patients</a:t>
            </a:r>
          </a:p>
        </p:txBody>
      </p:sp>
      <p:sp>
        <p:nvSpPr>
          <p:cNvPr id="56" name="Pentagon 3">
            <a:extLst>
              <a:ext uri="{FF2B5EF4-FFF2-40B4-BE49-F238E27FC236}">
                <a16:creationId xmlns:a16="http://schemas.microsoft.com/office/drawing/2014/main" id="{D9C1DA62-4424-66FC-4ABF-D37185D7FB2C}"/>
              </a:ext>
            </a:extLst>
          </p:cNvPr>
          <p:cNvSpPr/>
          <p:nvPr/>
        </p:nvSpPr>
        <p:spPr>
          <a:xfrm>
            <a:off x="675980" y="3114816"/>
            <a:ext cx="45719" cy="18288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</p:txBody>
      </p:sp>
      <p:sp>
        <p:nvSpPr>
          <p:cNvPr id="7" name="Chevron 5">
            <a:extLst>
              <a:ext uri="{FF2B5EF4-FFF2-40B4-BE49-F238E27FC236}">
                <a16:creationId xmlns:a16="http://schemas.microsoft.com/office/drawing/2014/main" id="{8277A0CA-532D-DD5F-3293-BB914F0DD9C6}"/>
              </a:ext>
            </a:extLst>
          </p:cNvPr>
          <p:cNvSpPr/>
          <p:nvPr/>
        </p:nvSpPr>
        <p:spPr>
          <a:xfrm>
            <a:off x="5083171" y="1887042"/>
            <a:ext cx="2039674" cy="266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Bridgers</a:t>
            </a:r>
          </a:p>
        </p:txBody>
      </p:sp>
      <p:sp>
        <p:nvSpPr>
          <p:cNvPr id="14" name="Freeform 949">
            <a:extLst>
              <a:ext uri="{FF2B5EF4-FFF2-40B4-BE49-F238E27FC236}">
                <a16:creationId xmlns:a16="http://schemas.microsoft.com/office/drawing/2014/main" id="{ACBEE9AF-BF8C-5AC4-5A68-5141C45AE4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9271" y="1233488"/>
            <a:ext cx="487475" cy="488939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rgbClr val="CC9B0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FB08387-871D-4E97-8D7A-6E943B0C34BE}"/>
              </a:ext>
            </a:extLst>
          </p:cNvPr>
          <p:cNvSpPr txBox="1">
            <a:spLocks/>
          </p:cNvSpPr>
          <p:nvPr/>
        </p:nvSpPr>
        <p:spPr>
          <a:xfrm>
            <a:off x="5179434" y="2164519"/>
            <a:ext cx="1847149" cy="600164"/>
          </a:xfrm>
          <a:prstGeom prst="rect">
            <a:avLst/>
          </a:prstGeom>
        </p:spPr>
        <p:txBody>
          <a:bodyPr vert="horz" wrap="square" lIns="45720" tIns="22860" rIns="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noProof="0"/>
              <a:t>Key HCP </a:t>
            </a:r>
            <a:r>
              <a:rPr lang="en-US" b="1" noProof="0"/>
              <a:t>redirecting the patient to the targeted HCPs</a:t>
            </a:r>
            <a:r>
              <a:rPr lang="en-US" noProof="0"/>
              <a:t> for NT1 diagnosis or referrals</a:t>
            </a:r>
          </a:p>
        </p:txBody>
      </p:sp>
      <p:sp>
        <p:nvSpPr>
          <p:cNvPr id="51" name="Pentagon 3">
            <a:extLst>
              <a:ext uri="{FF2B5EF4-FFF2-40B4-BE49-F238E27FC236}">
                <a16:creationId xmlns:a16="http://schemas.microsoft.com/office/drawing/2014/main" id="{A78E9A75-EC1D-073D-1C2C-51C04C4AFD9E}"/>
              </a:ext>
            </a:extLst>
          </p:cNvPr>
          <p:cNvSpPr/>
          <p:nvPr/>
        </p:nvSpPr>
        <p:spPr>
          <a:xfrm>
            <a:off x="5071741" y="3114816"/>
            <a:ext cx="2062534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Network Influence: 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Top ~15%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betweenness subset centrality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Rerouting Intensity:</a:t>
            </a:r>
            <a:r>
              <a:rPr lang="en-US" sz="105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Min. 2 patients referred out</a:t>
            </a:r>
            <a:endParaRPr lang="en-US" sz="1050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  <a:p>
            <a:r>
              <a:rPr lang="en-US" sz="1050" i="1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OR</a:t>
            </a:r>
            <a:endParaRPr lang="en-US" sz="1050" i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Rerouting Value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25%+ patients received NT Dx/Tx immediately post referral (min n=3)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Connection Strength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Inbound Referral Connections with ≥ 2 unique HCPs</a:t>
            </a:r>
          </a:p>
        </p:txBody>
      </p:sp>
      <p:sp>
        <p:nvSpPr>
          <p:cNvPr id="52" name="Pentagon 3">
            <a:extLst>
              <a:ext uri="{FF2B5EF4-FFF2-40B4-BE49-F238E27FC236}">
                <a16:creationId xmlns:a16="http://schemas.microsoft.com/office/drawing/2014/main" id="{7329D9E0-BE94-F37C-C74C-9E3731AC22ED}"/>
              </a:ext>
            </a:extLst>
          </p:cNvPr>
          <p:cNvSpPr/>
          <p:nvPr/>
        </p:nvSpPr>
        <p:spPr>
          <a:xfrm>
            <a:off x="5071741" y="3114816"/>
            <a:ext cx="45719" cy="18288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</p:txBody>
      </p:sp>
      <p:sp>
        <p:nvSpPr>
          <p:cNvPr id="8" name="Chevron 6">
            <a:extLst>
              <a:ext uri="{FF2B5EF4-FFF2-40B4-BE49-F238E27FC236}">
                <a16:creationId xmlns:a16="http://schemas.microsoft.com/office/drawing/2014/main" id="{7D467CEC-8255-C388-3D3B-DF4A4AD00791}"/>
              </a:ext>
            </a:extLst>
          </p:cNvPr>
          <p:cNvSpPr/>
          <p:nvPr/>
        </p:nvSpPr>
        <p:spPr>
          <a:xfrm>
            <a:off x="7281051" y="1887042"/>
            <a:ext cx="2039674" cy="2666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</a:t>
            </a:r>
            <a:r>
              <a:rPr lang="en-US" sz="1400" b="1" noProof="0" err="1">
                <a:solidFill>
                  <a:schemeClr val="bg1"/>
                </a:solidFill>
                <a:latin typeface="+mj-lt"/>
                <a:cs typeface="Poppins" pitchFamily="2" charset="77"/>
              </a:rPr>
              <a:t>Diagnosers</a:t>
            </a:r>
            <a:endParaRPr lang="en-US" sz="1400" b="1" noProof="0">
              <a:solidFill>
                <a:schemeClr val="bg1"/>
              </a:solidFill>
              <a:latin typeface="+mj-lt"/>
              <a:cs typeface="Poppins" pitchFamily="2" charset="77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C585F2C-3A36-0B56-5E42-C4BB91D03360}"/>
              </a:ext>
            </a:extLst>
          </p:cNvPr>
          <p:cNvSpPr txBox="1">
            <a:spLocks/>
          </p:cNvSpPr>
          <p:nvPr/>
        </p:nvSpPr>
        <p:spPr>
          <a:xfrm>
            <a:off x="7377314" y="2164519"/>
            <a:ext cx="1847149" cy="6001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noProof="0"/>
              <a:t>Consistently </a:t>
            </a:r>
            <a:r>
              <a:rPr lang="en-US" b="1" noProof="0"/>
              <a:t>seeing and diagnosing</a:t>
            </a:r>
            <a:r>
              <a:rPr lang="en-US" noProof="0"/>
              <a:t> a high-volume of patients with NT1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EF8F9EB-4F4A-C057-C633-C764342D37F9}"/>
              </a:ext>
            </a:extLst>
          </p:cNvPr>
          <p:cNvSpPr>
            <a:spLocks noChangeAspect="1"/>
          </p:cNvSpPr>
          <p:nvPr/>
        </p:nvSpPr>
        <p:spPr>
          <a:xfrm>
            <a:off x="8050049" y="1249357"/>
            <a:ext cx="501678" cy="457200"/>
          </a:xfrm>
          <a:custGeom>
            <a:avLst/>
            <a:gdLst>
              <a:gd name="connsiteX0" fmla="*/ 168967 w 856359"/>
              <a:gd name="connsiteY0" fmla="*/ 125369 h 803463"/>
              <a:gd name="connsiteX1" fmla="*/ 138059 w 856359"/>
              <a:gd name="connsiteY1" fmla="*/ 120931 h 803463"/>
              <a:gd name="connsiteX2" fmla="*/ 104654 w 856359"/>
              <a:gd name="connsiteY2" fmla="*/ 141743 h 803463"/>
              <a:gd name="connsiteX3" fmla="*/ 104645 w 856359"/>
              <a:gd name="connsiteY3" fmla="*/ 141762 h 803463"/>
              <a:gd name="connsiteX4" fmla="*/ 95720 w 856359"/>
              <a:gd name="connsiteY4" fmla="*/ 180205 h 803463"/>
              <a:gd name="connsiteX5" fmla="*/ 109903 w 856359"/>
              <a:gd name="connsiteY5" fmla="*/ 207970 h 803463"/>
              <a:gd name="connsiteX6" fmla="*/ 168967 w 856359"/>
              <a:gd name="connsiteY6" fmla="*/ 125369 h 803463"/>
              <a:gd name="connsiteX7" fmla="*/ 168967 w 856359"/>
              <a:gd name="connsiteY7" fmla="*/ 125369 h 803463"/>
              <a:gd name="connsiteX8" fmla="*/ 594049 w 856359"/>
              <a:gd name="connsiteY8" fmla="*/ 131246 h 803463"/>
              <a:gd name="connsiteX9" fmla="*/ 655218 w 856359"/>
              <a:gd name="connsiteY9" fmla="*/ 131246 h 803463"/>
              <a:gd name="connsiteX10" fmla="*/ 663962 w 856359"/>
              <a:gd name="connsiteY10" fmla="*/ 139990 h 803463"/>
              <a:gd name="connsiteX11" fmla="*/ 663962 w 856359"/>
              <a:gd name="connsiteY11" fmla="*/ 192425 h 803463"/>
              <a:gd name="connsiteX12" fmla="*/ 716340 w 856359"/>
              <a:gd name="connsiteY12" fmla="*/ 192425 h 803463"/>
              <a:gd name="connsiteX13" fmla="*/ 725084 w 856359"/>
              <a:gd name="connsiteY13" fmla="*/ 201160 h 803463"/>
              <a:gd name="connsiteX14" fmla="*/ 725084 w 856359"/>
              <a:gd name="connsiteY14" fmla="*/ 262282 h 803463"/>
              <a:gd name="connsiteX15" fmla="*/ 716340 w 856359"/>
              <a:gd name="connsiteY15" fmla="*/ 271026 h 803463"/>
              <a:gd name="connsiteX16" fmla="*/ 663962 w 856359"/>
              <a:gd name="connsiteY16" fmla="*/ 271026 h 803463"/>
              <a:gd name="connsiteX17" fmla="*/ 663962 w 856359"/>
              <a:gd name="connsiteY17" fmla="*/ 323461 h 803463"/>
              <a:gd name="connsiteX18" fmla="*/ 655218 w 856359"/>
              <a:gd name="connsiteY18" fmla="*/ 332205 h 803463"/>
              <a:gd name="connsiteX19" fmla="*/ 594049 w 856359"/>
              <a:gd name="connsiteY19" fmla="*/ 332205 h 803463"/>
              <a:gd name="connsiteX20" fmla="*/ 585315 w 856359"/>
              <a:gd name="connsiteY20" fmla="*/ 323461 h 803463"/>
              <a:gd name="connsiteX21" fmla="*/ 585315 w 856359"/>
              <a:gd name="connsiteY21" fmla="*/ 271026 h 803463"/>
              <a:gd name="connsiteX22" fmla="*/ 532927 w 856359"/>
              <a:gd name="connsiteY22" fmla="*/ 271026 h 803463"/>
              <a:gd name="connsiteX23" fmla="*/ 524183 w 856359"/>
              <a:gd name="connsiteY23" fmla="*/ 262282 h 803463"/>
              <a:gd name="connsiteX24" fmla="*/ 524183 w 856359"/>
              <a:gd name="connsiteY24" fmla="*/ 201160 h 803463"/>
              <a:gd name="connsiteX25" fmla="*/ 532927 w 856359"/>
              <a:gd name="connsiteY25" fmla="*/ 192425 h 803463"/>
              <a:gd name="connsiteX26" fmla="*/ 585315 w 856359"/>
              <a:gd name="connsiteY26" fmla="*/ 192425 h 803463"/>
              <a:gd name="connsiteX27" fmla="*/ 585315 w 856359"/>
              <a:gd name="connsiteY27" fmla="*/ 139981 h 803463"/>
              <a:gd name="connsiteX28" fmla="*/ 594049 w 856359"/>
              <a:gd name="connsiteY28" fmla="*/ 131246 h 803463"/>
              <a:gd name="connsiteX29" fmla="*/ 594049 w 856359"/>
              <a:gd name="connsiteY29" fmla="*/ 131246 h 803463"/>
              <a:gd name="connsiteX30" fmla="*/ 646484 w 856359"/>
              <a:gd name="connsiteY30" fmla="*/ 148725 h 803463"/>
              <a:gd name="connsiteX31" fmla="*/ 602783 w 856359"/>
              <a:gd name="connsiteY31" fmla="*/ 148725 h 803463"/>
              <a:gd name="connsiteX32" fmla="*/ 602783 w 856359"/>
              <a:gd name="connsiteY32" fmla="*/ 201160 h 803463"/>
              <a:gd name="connsiteX33" fmla="*/ 594049 w 856359"/>
              <a:gd name="connsiteY33" fmla="*/ 209894 h 803463"/>
              <a:gd name="connsiteX34" fmla="*/ 541661 w 856359"/>
              <a:gd name="connsiteY34" fmla="*/ 209894 h 803463"/>
              <a:gd name="connsiteX35" fmla="*/ 541661 w 856359"/>
              <a:gd name="connsiteY35" fmla="*/ 253538 h 803463"/>
              <a:gd name="connsiteX36" fmla="*/ 594049 w 856359"/>
              <a:gd name="connsiteY36" fmla="*/ 253538 h 803463"/>
              <a:gd name="connsiteX37" fmla="*/ 602783 w 856359"/>
              <a:gd name="connsiteY37" fmla="*/ 262272 h 803463"/>
              <a:gd name="connsiteX38" fmla="*/ 602783 w 856359"/>
              <a:gd name="connsiteY38" fmla="*/ 314707 h 803463"/>
              <a:gd name="connsiteX39" fmla="*/ 646484 w 856359"/>
              <a:gd name="connsiteY39" fmla="*/ 314707 h 803463"/>
              <a:gd name="connsiteX40" fmla="*/ 646484 w 856359"/>
              <a:gd name="connsiteY40" fmla="*/ 262282 h 803463"/>
              <a:gd name="connsiteX41" fmla="*/ 655218 w 856359"/>
              <a:gd name="connsiteY41" fmla="*/ 253547 h 803463"/>
              <a:gd name="connsiteX42" fmla="*/ 707606 w 856359"/>
              <a:gd name="connsiteY42" fmla="*/ 253547 h 803463"/>
              <a:gd name="connsiteX43" fmla="*/ 707606 w 856359"/>
              <a:gd name="connsiteY43" fmla="*/ 209894 h 803463"/>
              <a:gd name="connsiteX44" fmla="*/ 655218 w 856359"/>
              <a:gd name="connsiteY44" fmla="*/ 209894 h 803463"/>
              <a:gd name="connsiteX45" fmla="*/ 646484 w 856359"/>
              <a:gd name="connsiteY45" fmla="*/ 201160 h 803463"/>
              <a:gd name="connsiteX46" fmla="*/ 646484 w 856359"/>
              <a:gd name="connsiteY46" fmla="*/ 148725 h 803463"/>
              <a:gd name="connsiteX47" fmla="*/ 646484 w 856359"/>
              <a:gd name="connsiteY47" fmla="*/ 148725 h 803463"/>
              <a:gd name="connsiteX48" fmla="*/ 240900 w 856359"/>
              <a:gd name="connsiteY48" fmla="*/ 503931 h 803463"/>
              <a:gd name="connsiteX49" fmla="*/ 270237 w 856359"/>
              <a:gd name="connsiteY49" fmla="*/ 516085 h 803463"/>
              <a:gd name="connsiteX50" fmla="*/ 282391 w 856359"/>
              <a:gd name="connsiteY50" fmla="*/ 545422 h 803463"/>
              <a:gd name="connsiteX51" fmla="*/ 270237 w 856359"/>
              <a:gd name="connsiteY51" fmla="*/ 574759 h 803463"/>
              <a:gd name="connsiteX52" fmla="*/ 240900 w 856359"/>
              <a:gd name="connsiteY52" fmla="*/ 586913 h 803463"/>
              <a:gd name="connsiteX53" fmla="*/ 211563 w 856359"/>
              <a:gd name="connsiteY53" fmla="*/ 574759 h 803463"/>
              <a:gd name="connsiteX54" fmla="*/ 199409 w 856359"/>
              <a:gd name="connsiteY54" fmla="*/ 545422 h 803463"/>
              <a:gd name="connsiteX55" fmla="*/ 211563 w 856359"/>
              <a:gd name="connsiteY55" fmla="*/ 516085 h 803463"/>
              <a:gd name="connsiteX56" fmla="*/ 240900 w 856359"/>
              <a:gd name="connsiteY56" fmla="*/ 503931 h 803463"/>
              <a:gd name="connsiteX57" fmla="*/ 240900 w 856359"/>
              <a:gd name="connsiteY57" fmla="*/ 503931 h 803463"/>
              <a:gd name="connsiteX58" fmla="*/ 257883 w 856359"/>
              <a:gd name="connsiteY58" fmla="*/ 528448 h 803463"/>
              <a:gd name="connsiteX59" fmla="*/ 240900 w 856359"/>
              <a:gd name="connsiteY59" fmla="*/ 521419 h 803463"/>
              <a:gd name="connsiteX60" fmla="*/ 223917 w 856359"/>
              <a:gd name="connsiteY60" fmla="*/ 528448 h 803463"/>
              <a:gd name="connsiteX61" fmla="*/ 216887 w 856359"/>
              <a:gd name="connsiteY61" fmla="*/ 545431 h 803463"/>
              <a:gd name="connsiteX62" fmla="*/ 223917 w 856359"/>
              <a:gd name="connsiteY62" fmla="*/ 562414 h 803463"/>
              <a:gd name="connsiteX63" fmla="*/ 240900 w 856359"/>
              <a:gd name="connsiteY63" fmla="*/ 569444 h 803463"/>
              <a:gd name="connsiteX64" fmla="*/ 257883 w 856359"/>
              <a:gd name="connsiteY64" fmla="*/ 562414 h 803463"/>
              <a:gd name="connsiteX65" fmla="*/ 264913 w 856359"/>
              <a:gd name="connsiteY65" fmla="*/ 545431 h 803463"/>
              <a:gd name="connsiteX66" fmla="*/ 257883 w 856359"/>
              <a:gd name="connsiteY66" fmla="*/ 528448 h 803463"/>
              <a:gd name="connsiteX67" fmla="*/ 257883 w 856359"/>
              <a:gd name="connsiteY67" fmla="*/ 528448 h 803463"/>
              <a:gd name="connsiteX68" fmla="*/ 332026 w 856359"/>
              <a:gd name="connsiteY68" fmla="*/ 568768 h 803463"/>
              <a:gd name="connsiteX69" fmla="*/ 289144 w 856359"/>
              <a:gd name="connsiteY69" fmla="*/ 586532 h 803463"/>
              <a:gd name="connsiteX70" fmla="*/ 271380 w 856359"/>
              <a:gd name="connsiteY70" fmla="*/ 629413 h 803463"/>
              <a:gd name="connsiteX71" fmla="*/ 289144 w 856359"/>
              <a:gd name="connsiteY71" fmla="*/ 672295 h 803463"/>
              <a:gd name="connsiteX72" fmla="*/ 332026 w 856359"/>
              <a:gd name="connsiteY72" fmla="*/ 690059 h 803463"/>
              <a:gd name="connsiteX73" fmla="*/ 374907 w 856359"/>
              <a:gd name="connsiteY73" fmla="*/ 672295 h 803463"/>
              <a:gd name="connsiteX74" fmla="*/ 392671 w 856359"/>
              <a:gd name="connsiteY74" fmla="*/ 629413 h 803463"/>
              <a:gd name="connsiteX75" fmla="*/ 374907 w 856359"/>
              <a:gd name="connsiteY75" fmla="*/ 586532 h 803463"/>
              <a:gd name="connsiteX76" fmla="*/ 332026 w 856359"/>
              <a:gd name="connsiteY76" fmla="*/ 568768 h 803463"/>
              <a:gd name="connsiteX77" fmla="*/ 332026 w 856359"/>
              <a:gd name="connsiteY77" fmla="*/ 568768 h 803463"/>
              <a:gd name="connsiteX78" fmla="*/ 362544 w 856359"/>
              <a:gd name="connsiteY78" fmla="*/ 598886 h 803463"/>
              <a:gd name="connsiteX79" fmla="*/ 375183 w 856359"/>
              <a:gd name="connsiteY79" fmla="*/ 629404 h 803463"/>
              <a:gd name="connsiteX80" fmla="*/ 362544 w 856359"/>
              <a:gd name="connsiteY80" fmla="*/ 659922 h 803463"/>
              <a:gd name="connsiteX81" fmla="*/ 332026 w 856359"/>
              <a:gd name="connsiteY81" fmla="*/ 672562 h 803463"/>
              <a:gd name="connsiteX82" fmla="*/ 301508 w 856359"/>
              <a:gd name="connsiteY82" fmla="*/ 659922 h 803463"/>
              <a:gd name="connsiteX83" fmla="*/ 288868 w 856359"/>
              <a:gd name="connsiteY83" fmla="*/ 629404 h 803463"/>
              <a:gd name="connsiteX84" fmla="*/ 301508 w 856359"/>
              <a:gd name="connsiteY84" fmla="*/ 598886 h 803463"/>
              <a:gd name="connsiteX85" fmla="*/ 332026 w 856359"/>
              <a:gd name="connsiteY85" fmla="*/ 586246 h 803463"/>
              <a:gd name="connsiteX86" fmla="*/ 362544 w 856359"/>
              <a:gd name="connsiteY86" fmla="*/ 598886 h 803463"/>
              <a:gd name="connsiteX87" fmla="*/ 362544 w 856359"/>
              <a:gd name="connsiteY87" fmla="*/ 598886 h 803463"/>
              <a:gd name="connsiteX88" fmla="*/ 175492 w 856359"/>
              <a:gd name="connsiteY88" fmla="*/ 595466 h 803463"/>
              <a:gd name="connsiteX89" fmla="*/ 230927 w 856359"/>
              <a:gd name="connsiteY89" fmla="*/ 618431 h 803463"/>
              <a:gd name="connsiteX90" fmla="*/ 253892 w 856359"/>
              <a:gd name="connsiteY90" fmla="*/ 673866 h 803463"/>
              <a:gd name="connsiteX91" fmla="*/ 230927 w 856359"/>
              <a:gd name="connsiteY91" fmla="*/ 729302 h 803463"/>
              <a:gd name="connsiteX92" fmla="*/ 175492 w 856359"/>
              <a:gd name="connsiteY92" fmla="*/ 752267 h 803463"/>
              <a:gd name="connsiteX93" fmla="*/ 120056 w 856359"/>
              <a:gd name="connsiteY93" fmla="*/ 729302 h 803463"/>
              <a:gd name="connsiteX94" fmla="*/ 97092 w 856359"/>
              <a:gd name="connsiteY94" fmla="*/ 673866 h 803463"/>
              <a:gd name="connsiteX95" fmla="*/ 120056 w 856359"/>
              <a:gd name="connsiteY95" fmla="*/ 618431 h 803463"/>
              <a:gd name="connsiteX96" fmla="*/ 175492 w 856359"/>
              <a:gd name="connsiteY96" fmla="*/ 595466 h 803463"/>
              <a:gd name="connsiteX97" fmla="*/ 175492 w 856359"/>
              <a:gd name="connsiteY97" fmla="*/ 595466 h 803463"/>
              <a:gd name="connsiteX98" fmla="*/ 218564 w 856359"/>
              <a:gd name="connsiteY98" fmla="*/ 630785 h 803463"/>
              <a:gd name="connsiteX99" fmla="*/ 175482 w 856359"/>
              <a:gd name="connsiteY99" fmla="*/ 612945 h 803463"/>
              <a:gd name="connsiteX100" fmla="*/ 132410 w 856359"/>
              <a:gd name="connsiteY100" fmla="*/ 630785 h 803463"/>
              <a:gd name="connsiteX101" fmla="*/ 114570 w 856359"/>
              <a:gd name="connsiteY101" fmla="*/ 673857 h 803463"/>
              <a:gd name="connsiteX102" fmla="*/ 132410 w 856359"/>
              <a:gd name="connsiteY102" fmla="*/ 716939 h 803463"/>
              <a:gd name="connsiteX103" fmla="*/ 175482 w 856359"/>
              <a:gd name="connsiteY103" fmla="*/ 734779 h 803463"/>
              <a:gd name="connsiteX104" fmla="*/ 218564 w 856359"/>
              <a:gd name="connsiteY104" fmla="*/ 716939 h 803463"/>
              <a:gd name="connsiteX105" fmla="*/ 236404 w 856359"/>
              <a:gd name="connsiteY105" fmla="*/ 673857 h 803463"/>
              <a:gd name="connsiteX106" fmla="*/ 218564 w 856359"/>
              <a:gd name="connsiteY106" fmla="*/ 630785 h 803463"/>
              <a:gd name="connsiteX107" fmla="*/ 218564 w 856359"/>
              <a:gd name="connsiteY107" fmla="*/ 630785 h 803463"/>
              <a:gd name="connsiteX108" fmla="*/ 332102 w 856359"/>
              <a:gd name="connsiteY108" fmla="*/ 342168 h 803463"/>
              <a:gd name="connsiteX109" fmla="*/ 352971 w 856359"/>
              <a:gd name="connsiteY109" fmla="*/ 333338 h 803463"/>
              <a:gd name="connsiteX110" fmla="*/ 361801 w 856359"/>
              <a:gd name="connsiteY110" fmla="*/ 312088 h 803463"/>
              <a:gd name="connsiteX111" fmla="*/ 352971 w 856359"/>
              <a:gd name="connsiteY111" fmla="*/ 290838 h 803463"/>
              <a:gd name="connsiteX112" fmla="*/ 331721 w 856359"/>
              <a:gd name="connsiteY112" fmla="*/ 282008 h 803463"/>
              <a:gd name="connsiteX113" fmla="*/ 163243 w 856359"/>
              <a:gd name="connsiteY113" fmla="*/ 282008 h 803463"/>
              <a:gd name="connsiteX114" fmla="*/ 141992 w 856359"/>
              <a:gd name="connsiteY114" fmla="*/ 290838 h 803463"/>
              <a:gd name="connsiteX115" fmla="*/ 133163 w 856359"/>
              <a:gd name="connsiteY115" fmla="*/ 312088 h 803463"/>
              <a:gd name="connsiteX116" fmla="*/ 141992 w 856359"/>
              <a:gd name="connsiteY116" fmla="*/ 333338 h 803463"/>
              <a:gd name="connsiteX117" fmla="*/ 162862 w 856359"/>
              <a:gd name="connsiteY117" fmla="*/ 342168 h 803463"/>
              <a:gd name="connsiteX118" fmla="*/ 162862 w 856359"/>
              <a:gd name="connsiteY118" fmla="*/ 381277 h 803463"/>
              <a:gd name="connsiteX119" fmla="*/ 162185 w 856359"/>
              <a:gd name="connsiteY119" fmla="*/ 389393 h 803463"/>
              <a:gd name="connsiteX120" fmla="*/ 160090 w 856359"/>
              <a:gd name="connsiteY120" fmla="*/ 395851 h 803463"/>
              <a:gd name="connsiteX121" fmla="*/ 159776 w 856359"/>
              <a:gd name="connsiteY121" fmla="*/ 396422 h 803463"/>
              <a:gd name="connsiteX122" fmla="*/ 6880 w 856359"/>
              <a:gd name="connsiteY122" fmla="*/ 702394 h 803463"/>
              <a:gd name="connsiteX123" fmla="*/ 6909 w 856359"/>
              <a:gd name="connsiteY123" fmla="*/ 702403 h 803463"/>
              <a:gd name="connsiteX124" fmla="*/ 222 w 856359"/>
              <a:gd name="connsiteY124" fmla="*/ 736703 h 803463"/>
              <a:gd name="connsiteX125" fmla="*/ 12310 w 856359"/>
              <a:gd name="connsiteY125" fmla="*/ 770869 h 803463"/>
              <a:gd name="connsiteX126" fmla="*/ 38151 w 856359"/>
              <a:gd name="connsiteY126" fmla="*/ 794996 h 803463"/>
              <a:gd name="connsiteX127" fmla="*/ 72412 w 856359"/>
              <a:gd name="connsiteY127" fmla="*/ 803464 h 803463"/>
              <a:gd name="connsiteX128" fmla="*/ 440735 w 856359"/>
              <a:gd name="connsiteY128" fmla="*/ 803464 h 803463"/>
              <a:gd name="connsiteX129" fmla="*/ 475729 w 856359"/>
              <a:gd name="connsiteY129" fmla="*/ 794586 h 803463"/>
              <a:gd name="connsiteX130" fmla="*/ 501714 w 856359"/>
              <a:gd name="connsiteY130" fmla="*/ 769536 h 803463"/>
              <a:gd name="connsiteX131" fmla="*/ 512658 w 856359"/>
              <a:gd name="connsiteY131" fmla="*/ 735122 h 803463"/>
              <a:gd name="connsiteX132" fmla="*/ 505066 w 856359"/>
              <a:gd name="connsiteY132" fmla="*/ 699851 h 803463"/>
              <a:gd name="connsiteX133" fmla="*/ 505066 w 856359"/>
              <a:gd name="connsiteY133" fmla="*/ 699851 h 803463"/>
              <a:gd name="connsiteX134" fmla="*/ 504866 w 856359"/>
              <a:gd name="connsiteY134" fmla="*/ 699470 h 803463"/>
              <a:gd name="connsiteX135" fmla="*/ 335864 w 856359"/>
              <a:gd name="connsiteY135" fmla="*/ 396879 h 803463"/>
              <a:gd name="connsiteX136" fmla="*/ 332950 w 856359"/>
              <a:gd name="connsiteY136" fmla="*/ 389164 h 803463"/>
              <a:gd name="connsiteX137" fmla="*/ 332102 w 856359"/>
              <a:gd name="connsiteY137" fmla="*/ 380182 h 803463"/>
              <a:gd name="connsiteX138" fmla="*/ 332102 w 856359"/>
              <a:gd name="connsiteY138" fmla="*/ 342168 h 803463"/>
              <a:gd name="connsiteX139" fmla="*/ 332102 w 856359"/>
              <a:gd name="connsiteY139" fmla="*/ 342168 h 803463"/>
              <a:gd name="connsiteX140" fmla="*/ 180331 w 856359"/>
              <a:gd name="connsiteY140" fmla="*/ 342168 h 803463"/>
              <a:gd name="connsiteX141" fmla="*/ 180331 w 856359"/>
              <a:gd name="connsiteY141" fmla="*/ 381277 h 803463"/>
              <a:gd name="connsiteX142" fmla="*/ 179311 w 856359"/>
              <a:gd name="connsiteY142" fmla="*/ 392746 h 803463"/>
              <a:gd name="connsiteX143" fmla="*/ 175730 w 856359"/>
              <a:gd name="connsiteY143" fmla="*/ 403490 h 803463"/>
              <a:gd name="connsiteX144" fmla="*/ 175416 w 856359"/>
              <a:gd name="connsiteY144" fmla="*/ 404214 h 803463"/>
              <a:gd name="connsiteX145" fmla="*/ 22520 w 856359"/>
              <a:gd name="connsiteY145" fmla="*/ 710176 h 803463"/>
              <a:gd name="connsiteX146" fmla="*/ 22492 w 856359"/>
              <a:gd name="connsiteY146" fmla="*/ 710166 h 803463"/>
              <a:gd name="connsiteX147" fmla="*/ 22482 w 856359"/>
              <a:gd name="connsiteY147" fmla="*/ 710176 h 803463"/>
              <a:gd name="connsiteX148" fmla="*/ 17624 w 856359"/>
              <a:gd name="connsiteY148" fmla="*/ 735341 h 803463"/>
              <a:gd name="connsiteX149" fmla="*/ 26911 w 856359"/>
              <a:gd name="connsiteY149" fmla="*/ 761392 h 803463"/>
              <a:gd name="connsiteX150" fmla="*/ 46409 w 856359"/>
              <a:gd name="connsiteY150" fmla="*/ 779642 h 803463"/>
              <a:gd name="connsiteX151" fmla="*/ 72412 w 856359"/>
              <a:gd name="connsiteY151" fmla="*/ 785985 h 803463"/>
              <a:gd name="connsiteX152" fmla="*/ 440735 w 856359"/>
              <a:gd name="connsiteY152" fmla="*/ 785985 h 803463"/>
              <a:gd name="connsiteX153" fmla="*/ 467262 w 856359"/>
              <a:gd name="connsiteY153" fmla="*/ 779365 h 803463"/>
              <a:gd name="connsiteX154" fmla="*/ 486893 w 856359"/>
              <a:gd name="connsiteY154" fmla="*/ 760325 h 803463"/>
              <a:gd name="connsiteX155" fmla="*/ 495246 w 856359"/>
              <a:gd name="connsiteY155" fmla="*/ 734303 h 803463"/>
              <a:gd name="connsiteX156" fmla="*/ 489464 w 856359"/>
              <a:gd name="connsiteY156" fmla="*/ 707642 h 803463"/>
              <a:gd name="connsiteX157" fmla="*/ 320634 w 856359"/>
              <a:gd name="connsiteY157" fmla="*/ 405347 h 803463"/>
              <a:gd name="connsiteX158" fmla="*/ 315881 w 856359"/>
              <a:gd name="connsiteY158" fmla="*/ 392860 h 803463"/>
              <a:gd name="connsiteX159" fmla="*/ 314624 w 856359"/>
              <a:gd name="connsiteY159" fmla="*/ 380192 h 803463"/>
              <a:gd name="connsiteX160" fmla="*/ 314624 w 856359"/>
              <a:gd name="connsiteY160" fmla="*/ 342168 h 803463"/>
              <a:gd name="connsiteX161" fmla="*/ 180331 w 856359"/>
              <a:gd name="connsiteY161" fmla="*/ 342168 h 803463"/>
              <a:gd name="connsiteX162" fmla="*/ 180331 w 856359"/>
              <a:gd name="connsiteY162" fmla="*/ 342168 h 803463"/>
              <a:gd name="connsiteX163" fmla="*/ 331721 w 856359"/>
              <a:gd name="connsiteY163" fmla="*/ 299486 h 803463"/>
              <a:gd name="connsiteX164" fmla="*/ 340617 w 856359"/>
              <a:gd name="connsiteY164" fmla="*/ 303192 h 803463"/>
              <a:gd name="connsiteX165" fmla="*/ 344322 w 856359"/>
              <a:gd name="connsiteY165" fmla="*/ 312088 h 803463"/>
              <a:gd name="connsiteX166" fmla="*/ 340617 w 856359"/>
              <a:gd name="connsiteY166" fmla="*/ 320984 h 803463"/>
              <a:gd name="connsiteX167" fmla="*/ 331721 w 856359"/>
              <a:gd name="connsiteY167" fmla="*/ 324689 h 803463"/>
              <a:gd name="connsiteX168" fmla="*/ 323367 w 856359"/>
              <a:gd name="connsiteY168" fmla="*/ 324689 h 803463"/>
              <a:gd name="connsiteX169" fmla="*/ 171596 w 856359"/>
              <a:gd name="connsiteY169" fmla="*/ 324689 h 803463"/>
              <a:gd name="connsiteX170" fmla="*/ 163243 w 856359"/>
              <a:gd name="connsiteY170" fmla="*/ 324689 h 803463"/>
              <a:gd name="connsiteX171" fmla="*/ 154346 w 856359"/>
              <a:gd name="connsiteY171" fmla="*/ 320984 h 803463"/>
              <a:gd name="connsiteX172" fmla="*/ 150632 w 856359"/>
              <a:gd name="connsiteY172" fmla="*/ 312088 h 803463"/>
              <a:gd name="connsiteX173" fmla="*/ 154346 w 856359"/>
              <a:gd name="connsiteY173" fmla="*/ 303192 h 803463"/>
              <a:gd name="connsiteX174" fmla="*/ 163243 w 856359"/>
              <a:gd name="connsiteY174" fmla="*/ 299486 h 803463"/>
              <a:gd name="connsiteX175" fmla="*/ 331721 w 856359"/>
              <a:gd name="connsiteY175" fmla="*/ 299486 h 803463"/>
              <a:gd name="connsiteX176" fmla="*/ 331721 w 856359"/>
              <a:gd name="connsiteY176" fmla="*/ 299486 h 803463"/>
              <a:gd name="connsiteX177" fmla="*/ 682098 w 856359"/>
              <a:gd name="connsiteY177" fmla="*/ 456258 h 803463"/>
              <a:gd name="connsiteX178" fmla="*/ 790626 w 856359"/>
              <a:gd name="connsiteY178" fmla="*/ 393422 h 803463"/>
              <a:gd name="connsiteX179" fmla="*/ 856339 w 856359"/>
              <a:gd name="connsiteY179" fmla="*/ 228706 h 803463"/>
              <a:gd name="connsiteX180" fmla="*/ 786330 w 856359"/>
              <a:gd name="connsiteY180" fmla="*/ 65733 h 803463"/>
              <a:gd name="connsiteX181" fmla="*/ 621614 w 856359"/>
              <a:gd name="connsiteY181" fmla="*/ 20 h 803463"/>
              <a:gd name="connsiteX182" fmla="*/ 458632 w 856359"/>
              <a:gd name="connsiteY182" fmla="*/ 70029 h 803463"/>
              <a:gd name="connsiteX183" fmla="*/ 392919 w 856359"/>
              <a:gd name="connsiteY183" fmla="*/ 234745 h 803463"/>
              <a:gd name="connsiteX184" fmla="*/ 462918 w 856359"/>
              <a:gd name="connsiteY184" fmla="*/ 397718 h 803463"/>
              <a:gd name="connsiteX185" fmla="*/ 568874 w 856359"/>
              <a:gd name="connsiteY185" fmla="*/ 456706 h 803463"/>
              <a:gd name="connsiteX186" fmla="*/ 569151 w 856359"/>
              <a:gd name="connsiteY186" fmla="*/ 540012 h 803463"/>
              <a:gd name="connsiteX187" fmla="*/ 559959 w 856359"/>
              <a:gd name="connsiteY187" fmla="*/ 545698 h 803463"/>
              <a:gd name="connsiteX188" fmla="*/ 544862 w 856359"/>
              <a:gd name="connsiteY188" fmla="*/ 574749 h 803463"/>
              <a:gd name="connsiteX189" fmla="*/ 543586 w 856359"/>
              <a:gd name="connsiteY189" fmla="*/ 762792 h 803463"/>
              <a:gd name="connsiteX190" fmla="*/ 558206 w 856359"/>
              <a:gd name="connsiteY190" fmla="*/ 791834 h 803463"/>
              <a:gd name="connsiteX191" fmla="*/ 591363 w 856359"/>
              <a:gd name="connsiteY191" fmla="*/ 803178 h 803463"/>
              <a:gd name="connsiteX192" fmla="*/ 656295 w 856359"/>
              <a:gd name="connsiteY192" fmla="*/ 803454 h 803463"/>
              <a:gd name="connsiteX193" fmla="*/ 689756 w 856359"/>
              <a:gd name="connsiteY193" fmla="*/ 792453 h 803463"/>
              <a:gd name="connsiteX194" fmla="*/ 704844 w 856359"/>
              <a:gd name="connsiteY194" fmla="*/ 763411 h 803463"/>
              <a:gd name="connsiteX195" fmla="*/ 706111 w 856359"/>
              <a:gd name="connsiteY195" fmla="*/ 576235 h 803463"/>
              <a:gd name="connsiteX196" fmla="*/ 706149 w 856359"/>
              <a:gd name="connsiteY196" fmla="*/ 575407 h 803463"/>
              <a:gd name="connsiteX197" fmla="*/ 706149 w 856359"/>
              <a:gd name="connsiteY197" fmla="*/ 575368 h 803463"/>
              <a:gd name="connsiteX198" fmla="*/ 706120 w 856359"/>
              <a:gd name="connsiteY198" fmla="*/ 575368 h 803463"/>
              <a:gd name="connsiteX199" fmla="*/ 691490 w 856359"/>
              <a:gd name="connsiteY199" fmla="*/ 546327 h 803463"/>
              <a:gd name="connsiteX200" fmla="*/ 682384 w 856359"/>
              <a:gd name="connsiteY200" fmla="*/ 540536 h 803463"/>
              <a:gd name="connsiteX201" fmla="*/ 682098 w 856359"/>
              <a:gd name="connsiteY201" fmla="*/ 456258 h 803463"/>
              <a:gd name="connsiteX202" fmla="*/ 682098 w 856359"/>
              <a:gd name="connsiteY202" fmla="*/ 456258 h 803463"/>
              <a:gd name="connsiteX203" fmla="*/ 625786 w 856359"/>
              <a:gd name="connsiteY203" fmla="*/ 552232 h 803463"/>
              <a:gd name="connsiteX204" fmla="*/ 658152 w 856359"/>
              <a:gd name="connsiteY204" fmla="*/ 552366 h 803463"/>
              <a:gd name="connsiteX205" fmla="*/ 658219 w 856359"/>
              <a:gd name="connsiteY205" fmla="*/ 552366 h 803463"/>
              <a:gd name="connsiteX206" fmla="*/ 680498 w 856359"/>
              <a:gd name="connsiteY206" fmla="*/ 559814 h 803463"/>
              <a:gd name="connsiteX207" fmla="*/ 688708 w 856359"/>
              <a:gd name="connsiteY207" fmla="*/ 575302 h 803463"/>
              <a:gd name="connsiteX208" fmla="*/ 688708 w 856359"/>
              <a:gd name="connsiteY208" fmla="*/ 575330 h 803463"/>
              <a:gd name="connsiteX209" fmla="*/ 688670 w 856359"/>
              <a:gd name="connsiteY209" fmla="*/ 575330 h 803463"/>
              <a:gd name="connsiteX210" fmla="*/ 688670 w 856359"/>
              <a:gd name="connsiteY210" fmla="*/ 575368 h 803463"/>
              <a:gd name="connsiteX211" fmla="*/ 688699 w 856359"/>
              <a:gd name="connsiteY211" fmla="*/ 576083 h 803463"/>
              <a:gd name="connsiteX212" fmla="*/ 687432 w 856359"/>
              <a:gd name="connsiteY212" fmla="*/ 763306 h 803463"/>
              <a:gd name="connsiteX213" fmla="*/ 678964 w 856359"/>
              <a:gd name="connsiteY213" fmla="*/ 778699 h 803463"/>
              <a:gd name="connsiteX214" fmla="*/ 656362 w 856359"/>
              <a:gd name="connsiteY214" fmla="*/ 786014 h 803463"/>
              <a:gd name="connsiteX215" fmla="*/ 591439 w 856359"/>
              <a:gd name="connsiteY215" fmla="*/ 785738 h 803463"/>
              <a:gd name="connsiteX216" fmla="*/ 569198 w 856359"/>
              <a:gd name="connsiteY216" fmla="*/ 778289 h 803463"/>
              <a:gd name="connsiteX217" fmla="*/ 560997 w 856359"/>
              <a:gd name="connsiteY217" fmla="*/ 762830 h 803463"/>
              <a:gd name="connsiteX218" fmla="*/ 562274 w 856359"/>
              <a:gd name="connsiteY218" fmla="*/ 574797 h 803463"/>
              <a:gd name="connsiteX219" fmla="*/ 570751 w 856359"/>
              <a:gd name="connsiteY219" fmla="*/ 559405 h 803463"/>
              <a:gd name="connsiteX220" fmla="*/ 588248 w 856359"/>
              <a:gd name="connsiteY220" fmla="*/ 552394 h 803463"/>
              <a:gd name="connsiteX221" fmla="*/ 625786 w 856359"/>
              <a:gd name="connsiteY221" fmla="*/ 552232 h 803463"/>
              <a:gd name="connsiteX222" fmla="*/ 625786 w 856359"/>
              <a:gd name="connsiteY222" fmla="*/ 552232 h 803463"/>
              <a:gd name="connsiteX223" fmla="*/ 586305 w 856359"/>
              <a:gd name="connsiteY223" fmla="*/ 460297 h 803463"/>
              <a:gd name="connsiteX224" fmla="*/ 627644 w 856359"/>
              <a:gd name="connsiteY224" fmla="*/ 463431 h 803463"/>
              <a:gd name="connsiteX225" fmla="*/ 664696 w 856359"/>
              <a:gd name="connsiteY225" fmla="*/ 459992 h 803463"/>
              <a:gd name="connsiteX226" fmla="*/ 664944 w 856359"/>
              <a:gd name="connsiteY226" fmla="*/ 534659 h 803463"/>
              <a:gd name="connsiteX227" fmla="*/ 625796 w 856359"/>
              <a:gd name="connsiteY227" fmla="*/ 534830 h 803463"/>
              <a:gd name="connsiteX228" fmla="*/ 593411 w 856359"/>
              <a:gd name="connsiteY228" fmla="*/ 534697 h 803463"/>
              <a:gd name="connsiteX229" fmla="*/ 587229 w 856359"/>
              <a:gd name="connsiteY229" fmla="*/ 535001 h 803463"/>
              <a:gd name="connsiteX230" fmla="*/ 586553 w 856359"/>
              <a:gd name="connsiteY230" fmla="*/ 535001 h 803463"/>
              <a:gd name="connsiteX231" fmla="*/ 586305 w 856359"/>
              <a:gd name="connsiteY231" fmla="*/ 460297 h 803463"/>
              <a:gd name="connsiteX232" fmla="*/ 586305 w 856359"/>
              <a:gd name="connsiteY232" fmla="*/ 460297 h 803463"/>
              <a:gd name="connsiteX233" fmla="*/ 622624 w 856359"/>
              <a:gd name="connsiteY233" fmla="*/ 69572 h 803463"/>
              <a:gd name="connsiteX234" fmla="*/ 622624 w 856359"/>
              <a:gd name="connsiteY234" fmla="*/ 69610 h 803463"/>
              <a:gd name="connsiteX235" fmla="*/ 622519 w 856359"/>
              <a:gd name="connsiteY235" fmla="*/ 69610 h 803463"/>
              <a:gd name="connsiteX236" fmla="*/ 508486 w 856359"/>
              <a:gd name="connsiteY236" fmla="*/ 118588 h 803463"/>
              <a:gd name="connsiteX237" fmla="*/ 462509 w 856359"/>
              <a:gd name="connsiteY237" fmla="*/ 233021 h 803463"/>
              <a:gd name="connsiteX238" fmla="*/ 462480 w 856359"/>
              <a:gd name="connsiteY238" fmla="*/ 233726 h 803463"/>
              <a:gd name="connsiteX239" fmla="*/ 462518 w 856359"/>
              <a:gd name="connsiteY239" fmla="*/ 233726 h 803463"/>
              <a:gd name="connsiteX240" fmla="*/ 462518 w 856359"/>
              <a:gd name="connsiteY240" fmla="*/ 233830 h 803463"/>
              <a:gd name="connsiteX241" fmla="*/ 511496 w 856359"/>
              <a:gd name="connsiteY241" fmla="*/ 347864 h 803463"/>
              <a:gd name="connsiteX242" fmla="*/ 626739 w 856359"/>
              <a:gd name="connsiteY242" fmla="*/ 393841 h 803463"/>
              <a:gd name="connsiteX243" fmla="*/ 740772 w 856359"/>
              <a:gd name="connsiteY243" fmla="*/ 344863 h 803463"/>
              <a:gd name="connsiteX244" fmla="*/ 786749 w 856359"/>
              <a:gd name="connsiteY244" fmla="*/ 230430 h 803463"/>
              <a:gd name="connsiteX245" fmla="*/ 786778 w 856359"/>
              <a:gd name="connsiteY245" fmla="*/ 229716 h 803463"/>
              <a:gd name="connsiteX246" fmla="*/ 786749 w 856359"/>
              <a:gd name="connsiteY246" fmla="*/ 229716 h 803463"/>
              <a:gd name="connsiteX247" fmla="*/ 786749 w 856359"/>
              <a:gd name="connsiteY247" fmla="*/ 229611 h 803463"/>
              <a:gd name="connsiteX248" fmla="*/ 737772 w 856359"/>
              <a:gd name="connsiteY248" fmla="*/ 115578 h 803463"/>
              <a:gd name="connsiteX249" fmla="*/ 623338 w 856359"/>
              <a:gd name="connsiteY249" fmla="*/ 69600 h 803463"/>
              <a:gd name="connsiteX250" fmla="*/ 622624 w 856359"/>
              <a:gd name="connsiteY250" fmla="*/ 69572 h 803463"/>
              <a:gd name="connsiteX251" fmla="*/ 622624 w 856359"/>
              <a:gd name="connsiteY251" fmla="*/ 69572 h 803463"/>
              <a:gd name="connsiteX252" fmla="*/ 622633 w 856359"/>
              <a:gd name="connsiteY252" fmla="*/ 87050 h 803463"/>
              <a:gd name="connsiteX253" fmla="*/ 622633 w 856359"/>
              <a:gd name="connsiteY253" fmla="*/ 87022 h 803463"/>
              <a:gd name="connsiteX254" fmla="*/ 520992 w 856359"/>
              <a:gd name="connsiteY254" fmla="*/ 130741 h 803463"/>
              <a:gd name="connsiteX255" fmla="*/ 479930 w 856359"/>
              <a:gd name="connsiteY255" fmla="*/ 232907 h 803463"/>
              <a:gd name="connsiteX256" fmla="*/ 479968 w 856359"/>
              <a:gd name="connsiteY256" fmla="*/ 233726 h 803463"/>
              <a:gd name="connsiteX257" fmla="*/ 479939 w 856359"/>
              <a:gd name="connsiteY257" fmla="*/ 233726 h 803463"/>
              <a:gd name="connsiteX258" fmla="*/ 523659 w 856359"/>
              <a:gd name="connsiteY258" fmla="*/ 335367 h 803463"/>
              <a:gd name="connsiteX259" fmla="*/ 626548 w 856359"/>
              <a:gd name="connsiteY259" fmla="*/ 376420 h 803463"/>
              <a:gd name="connsiteX260" fmla="*/ 728294 w 856359"/>
              <a:gd name="connsiteY260" fmla="*/ 332700 h 803463"/>
              <a:gd name="connsiteX261" fmla="*/ 769357 w 856359"/>
              <a:gd name="connsiteY261" fmla="*/ 230535 h 803463"/>
              <a:gd name="connsiteX262" fmla="*/ 769318 w 856359"/>
              <a:gd name="connsiteY262" fmla="*/ 229706 h 803463"/>
              <a:gd name="connsiteX263" fmla="*/ 769347 w 856359"/>
              <a:gd name="connsiteY263" fmla="*/ 229706 h 803463"/>
              <a:gd name="connsiteX264" fmla="*/ 725627 w 856359"/>
              <a:gd name="connsiteY264" fmla="*/ 128065 h 803463"/>
              <a:gd name="connsiteX265" fmla="*/ 623462 w 856359"/>
              <a:gd name="connsiteY265" fmla="*/ 87003 h 803463"/>
              <a:gd name="connsiteX266" fmla="*/ 622633 w 856359"/>
              <a:gd name="connsiteY266" fmla="*/ 87050 h 803463"/>
              <a:gd name="connsiteX267" fmla="*/ 622633 w 856359"/>
              <a:gd name="connsiteY267" fmla="*/ 87050 h 803463"/>
              <a:gd name="connsiteX268" fmla="*/ 774186 w 856359"/>
              <a:gd name="connsiteY268" fmla="*/ 78221 h 803463"/>
              <a:gd name="connsiteX269" fmla="*/ 621824 w 856359"/>
              <a:gd name="connsiteY269" fmla="*/ 17422 h 803463"/>
              <a:gd name="connsiteX270" fmla="*/ 471138 w 856359"/>
              <a:gd name="connsiteY270" fmla="*/ 82173 h 803463"/>
              <a:gd name="connsiteX271" fmla="*/ 410340 w 856359"/>
              <a:gd name="connsiteY271" fmla="*/ 234535 h 803463"/>
              <a:gd name="connsiteX272" fmla="*/ 475091 w 856359"/>
              <a:gd name="connsiteY272" fmla="*/ 385221 h 803463"/>
              <a:gd name="connsiteX273" fmla="*/ 627453 w 856359"/>
              <a:gd name="connsiteY273" fmla="*/ 446019 h 803463"/>
              <a:gd name="connsiteX274" fmla="*/ 778139 w 856359"/>
              <a:gd name="connsiteY274" fmla="*/ 381268 h 803463"/>
              <a:gd name="connsiteX275" fmla="*/ 838937 w 856359"/>
              <a:gd name="connsiteY275" fmla="*/ 228906 h 803463"/>
              <a:gd name="connsiteX276" fmla="*/ 774186 w 856359"/>
              <a:gd name="connsiteY276" fmla="*/ 78221 h 803463"/>
              <a:gd name="connsiteX277" fmla="*/ 774186 w 856359"/>
              <a:gd name="connsiteY277" fmla="*/ 78221 h 803463"/>
              <a:gd name="connsiteX278" fmla="*/ 256026 w 856359"/>
              <a:gd name="connsiteY278" fmla="*/ 127293 h 803463"/>
              <a:gd name="connsiteX279" fmla="*/ 256054 w 856359"/>
              <a:gd name="connsiteY279" fmla="*/ 127274 h 803463"/>
              <a:gd name="connsiteX280" fmla="*/ 256073 w 856359"/>
              <a:gd name="connsiteY280" fmla="*/ 127265 h 803463"/>
              <a:gd name="connsiteX281" fmla="*/ 304632 w 856359"/>
              <a:gd name="connsiteY281" fmla="*/ 97204 h 803463"/>
              <a:gd name="connsiteX282" fmla="*/ 306013 w 856359"/>
              <a:gd name="connsiteY282" fmla="*/ 96356 h 803463"/>
              <a:gd name="connsiteX283" fmla="*/ 340703 w 856359"/>
              <a:gd name="connsiteY283" fmla="*/ 91041 h 803463"/>
              <a:gd name="connsiteX284" fmla="*/ 369430 w 856359"/>
              <a:gd name="connsiteY284" fmla="*/ 111282 h 803463"/>
              <a:gd name="connsiteX285" fmla="*/ 370326 w 856359"/>
              <a:gd name="connsiteY285" fmla="*/ 112739 h 803463"/>
              <a:gd name="connsiteX286" fmla="*/ 375641 w 856359"/>
              <a:gd name="connsiteY286" fmla="*/ 147439 h 803463"/>
              <a:gd name="connsiteX287" fmla="*/ 354667 w 856359"/>
              <a:gd name="connsiteY287" fmla="*/ 176623 h 803463"/>
              <a:gd name="connsiteX288" fmla="*/ 305460 w 856359"/>
              <a:gd name="connsiteY288" fmla="*/ 207084 h 803463"/>
              <a:gd name="connsiteX289" fmla="*/ 305441 w 856359"/>
              <a:gd name="connsiteY289" fmla="*/ 207094 h 803463"/>
              <a:gd name="connsiteX290" fmla="*/ 305432 w 856359"/>
              <a:gd name="connsiteY290" fmla="*/ 207103 h 803463"/>
              <a:gd name="connsiteX291" fmla="*/ 256873 w 856359"/>
              <a:gd name="connsiteY291" fmla="*/ 237164 h 803463"/>
              <a:gd name="connsiteX292" fmla="*/ 255492 w 856359"/>
              <a:gd name="connsiteY292" fmla="*/ 238002 h 803463"/>
              <a:gd name="connsiteX293" fmla="*/ 220802 w 856359"/>
              <a:gd name="connsiteY293" fmla="*/ 243317 h 803463"/>
              <a:gd name="connsiteX294" fmla="*/ 192237 w 856359"/>
              <a:gd name="connsiteY294" fmla="*/ 223315 h 803463"/>
              <a:gd name="connsiteX295" fmla="*/ 157785 w 856359"/>
              <a:gd name="connsiteY295" fmla="*/ 239717 h 803463"/>
              <a:gd name="connsiteX296" fmla="*/ 106436 w 856359"/>
              <a:gd name="connsiteY296" fmla="*/ 227792 h 803463"/>
              <a:gd name="connsiteX297" fmla="*/ 106436 w 856359"/>
              <a:gd name="connsiteY297" fmla="*/ 227792 h 803463"/>
              <a:gd name="connsiteX298" fmla="*/ 78508 w 856359"/>
              <a:gd name="connsiteY298" fmla="*/ 182977 h 803463"/>
              <a:gd name="connsiteX299" fmla="*/ 90434 w 856359"/>
              <a:gd name="connsiteY299" fmla="*/ 131627 h 803463"/>
              <a:gd name="connsiteX300" fmla="*/ 135249 w 856359"/>
              <a:gd name="connsiteY300" fmla="*/ 103700 h 803463"/>
              <a:gd name="connsiteX301" fmla="*/ 186579 w 856359"/>
              <a:gd name="connsiteY301" fmla="*/ 115616 h 803463"/>
              <a:gd name="connsiteX302" fmla="*/ 186588 w 856359"/>
              <a:gd name="connsiteY302" fmla="*/ 115625 h 803463"/>
              <a:gd name="connsiteX303" fmla="*/ 186588 w 856359"/>
              <a:gd name="connsiteY303" fmla="*/ 115625 h 803463"/>
              <a:gd name="connsiteX304" fmla="*/ 186598 w 856359"/>
              <a:gd name="connsiteY304" fmla="*/ 115635 h 803463"/>
              <a:gd name="connsiteX305" fmla="*/ 186598 w 856359"/>
              <a:gd name="connsiteY305" fmla="*/ 115635 h 803463"/>
              <a:gd name="connsiteX306" fmla="*/ 213077 w 856359"/>
              <a:gd name="connsiteY306" fmla="*/ 153849 h 803463"/>
              <a:gd name="connsiteX307" fmla="*/ 256026 w 856359"/>
              <a:gd name="connsiteY307" fmla="*/ 127293 h 803463"/>
              <a:gd name="connsiteX308" fmla="*/ 256026 w 856359"/>
              <a:gd name="connsiteY308" fmla="*/ 127293 h 803463"/>
              <a:gd name="connsiteX309" fmla="*/ 272609 w 856359"/>
              <a:gd name="connsiteY309" fmla="*/ 137514 h 803463"/>
              <a:gd name="connsiteX310" fmla="*/ 303689 w 856359"/>
              <a:gd name="connsiteY310" fmla="*/ 187720 h 803463"/>
              <a:gd name="connsiteX311" fmla="*/ 345513 w 856359"/>
              <a:gd name="connsiteY311" fmla="*/ 161831 h 803463"/>
              <a:gd name="connsiteX312" fmla="*/ 358629 w 856359"/>
              <a:gd name="connsiteY312" fmla="*/ 143495 h 803463"/>
              <a:gd name="connsiteX313" fmla="*/ 355067 w 856359"/>
              <a:gd name="connsiteY313" fmla="*/ 121188 h 803463"/>
              <a:gd name="connsiteX314" fmla="*/ 355057 w 856359"/>
              <a:gd name="connsiteY314" fmla="*/ 121178 h 803463"/>
              <a:gd name="connsiteX315" fmla="*/ 336722 w 856359"/>
              <a:gd name="connsiteY315" fmla="*/ 108062 h 803463"/>
              <a:gd name="connsiteX316" fmla="*/ 314414 w 856359"/>
              <a:gd name="connsiteY316" fmla="*/ 111634 h 803463"/>
              <a:gd name="connsiteX317" fmla="*/ 272609 w 856359"/>
              <a:gd name="connsiteY317" fmla="*/ 137514 h 803463"/>
              <a:gd name="connsiteX318" fmla="*/ 272609 w 856359"/>
              <a:gd name="connsiteY318" fmla="*/ 137514 h 803463"/>
              <a:gd name="connsiteX319" fmla="*/ 288887 w 856359"/>
              <a:gd name="connsiteY319" fmla="*/ 196883 h 803463"/>
              <a:gd name="connsiteX320" fmla="*/ 257807 w 856359"/>
              <a:gd name="connsiteY320" fmla="*/ 146677 h 803463"/>
              <a:gd name="connsiteX321" fmla="*/ 215973 w 856359"/>
              <a:gd name="connsiteY321" fmla="*/ 172566 h 803463"/>
              <a:gd name="connsiteX322" fmla="*/ 215449 w 856359"/>
              <a:gd name="connsiteY322" fmla="*/ 172909 h 803463"/>
              <a:gd name="connsiteX323" fmla="*/ 204362 w 856359"/>
              <a:gd name="connsiteY323" fmla="*/ 209218 h 803463"/>
              <a:gd name="connsiteX324" fmla="*/ 204476 w 856359"/>
              <a:gd name="connsiteY324" fmla="*/ 209494 h 803463"/>
              <a:gd name="connsiteX325" fmla="*/ 206410 w 856359"/>
              <a:gd name="connsiteY325" fmla="*/ 213199 h 803463"/>
              <a:gd name="connsiteX326" fmla="*/ 206420 w 856359"/>
              <a:gd name="connsiteY326" fmla="*/ 213209 h 803463"/>
              <a:gd name="connsiteX327" fmla="*/ 224755 w 856359"/>
              <a:gd name="connsiteY327" fmla="*/ 226325 h 803463"/>
              <a:gd name="connsiteX328" fmla="*/ 247063 w 856359"/>
              <a:gd name="connsiteY328" fmla="*/ 222762 h 803463"/>
              <a:gd name="connsiteX329" fmla="*/ 288887 w 856359"/>
              <a:gd name="connsiteY329" fmla="*/ 196883 h 803463"/>
              <a:gd name="connsiteX330" fmla="*/ 288887 w 856359"/>
              <a:gd name="connsiteY330" fmla="*/ 196883 h 803463"/>
              <a:gd name="connsiteX331" fmla="*/ 124076 w 856359"/>
              <a:gd name="connsiteY331" fmla="*/ 218095 h 803463"/>
              <a:gd name="connsiteX332" fmla="*/ 183150 w 856359"/>
              <a:gd name="connsiteY332" fmla="*/ 135504 h 803463"/>
              <a:gd name="connsiteX333" fmla="*/ 197333 w 856359"/>
              <a:gd name="connsiteY333" fmla="*/ 163269 h 803463"/>
              <a:gd name="connsiteX334" fmla="*/ 188770 w 856359"/>
              <a:gd name="connsiteY334" fmla="*/ 201207 h 803463"/>
              <a:gd name="connsiteX335" fmla="*/ 188065 w 856359"/>
              <a:gd name="connsiteY335" fmla="*/ 202188 h 803463"/>
              <a:gd name="connsiteX336" fmla="*/ 154994 w 856359"/>
              <a:gd name="connsiteY336" fmla="*/ 222534 h 803463"/>
              <a:gd name="connsiteX337" fmla="*/ 124076 w 856359"/>
              <a:gd name="connsiteY337" fmla="*/ 218095 h 80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</a:cxnLst>
            <a:rect l="l" t="t" r="r" b="b"/>
            <a:pathLst>
              <a:path w="856359" h="803463">
                <a:moveTo>
                  <a:pt x="168967" y="125369"/>
                </a:moveTo>
                <a:cubicBezTo>
                  <a:pt x="159166" y="120616"/>
                  <a:pt x="148355" y="119216"/>
                  <a:pt x="138059" y="120931"/>
                </a:cubicBezTo>
                <a:cubicBezTo>
                  <a:pt x="125076" y="123083"/>
                  <a:pt x="112913" y="130189"/>
                  <a:pt x="104654" y="141743"/>
                </a:cubicBezTo>
                <a:lnTo>
                  <a:pt x="104645" y="141762"/>
                </a:lnTo>
                <a:cubicBezTo>
                  <a:pt x="96368" y="153335"/>
                  <a:pt x="93558" y="167184"/>
                  <a:pt x="95720" y="180205"/>
                </a:cubicBezTo>
                <a:cubicBezTo>
                  <a:pt x="97425" y="190482"/>
                  <a:pt x="102235" y="200245"/>
                  <a:pt x="109903" y="207970"/>
                </a:cubicBezTo>
                <a:lnTo>
                  <a:pt x="168967" y="125369"/>
                </a:lnTo>
                <a:lnTo>
                  <a:pt x="168967" y="125369"/>
                </a:lnTo>
                <a:close/>
                <a:moveTo>
                  <a:pt x="594049" y="131246"/>
                </a:moveTo>
                <a:lnTo>
                  <a:pt x="655218" y="131246"/>
                </a:lnTo>
                <a:cubicBezTo>
                  <a:pt x="660048" y="131246"/>
                  <a:pt x="663962" y="135161"/>
                  <a:pt x="663962" y="139990"/>
                </a:cubicBezTo>
                <a:lnTo>
                  <a:pt x="663962" y="192425"/>
                </a:lnTo>
                <a:lnTo>
                  <a:pt x="716340" y="192425"/>
                </a:lnTo>
                <a:cubicBezTo>
                  <a:pt x="721170" y="192425"/>
                  <a:pt x="725084" y="196340"/>
                  <a:pt x="725084" y="201160"/>
                </a:cubicBezTo>
                <a:lnTo>
                  <a:pt x="725084" y="262282"/>
                </a:lnTo>
                <a:cubicBezTo>
                  <a:pt x="725084" y="267111"/>
                  <a:pt x="721170" y="271026"/>
                  <a:pt x="716340" y="271026"/>
                </a:cubicBezTo>
                <a:lnTo>
                  <a:pt x="663962" y="271026"/>
                </a:lnTo>
                <a:lnTo>
                  <a:pt x="663962" y="323461"/>
                </a:lnTo>
                <a:cubicBezTo>
                  <a:pt x="663962" y="328290"/>
                  <a:pt x="660048" y="332205"/>
                  <a:pt x="655218" y="332205"/>
                </a:cubicBezTo>
                <a:lnTo>
                  <a:pt x="594049" y="332205"/>
                </a:lnTo>
                <a:cubicBezTo>
                  <a:pt x="589220" y="332205"/>
                  <a:pt x="585315" y="328290"/>
                  <a:pt x="585315" y="323461"/>
                </a:cubicBezTo>
                <a:lnTo>
                  <a:pt x="585315" y="271026"/>
                </a:lnTo>
                <a:lnTo>
                  <a:pt x="532927" y="271026"/>
                </a:lnTo>
                <a:cubicBezTo>
                  <a:pt x="528098" y="271026"/>
                  <a:pt x="524183" y="267111"/>
                  <a:pt x="524183" y="262282"/>
                </a:cubicBezTo>
                <a:lnTo>
                  <a:pt x="524183" y="201160"/>
                </a:lnTo>
                <a:cubicBezTo>
                  <a:pt x="524183" y="196331"/>
                  <a:pt x="528098" y="192425"/>
                  <a:pt x="532927" y="192425"/>
                </a:cubicBezTo>
                <a:lnTo>
                  <a:pt x="585315" y="192425"/>
                </a:lnTo>
                <a:lnTo>
                  <a:pt x="585315" y="139981"/>
                </a:lnTo>
                <a:cubicBezTo>
                  <a:pt x="585305" y="135161"/>
                  <a:pt x="589220" y="131246"/>
                  <a:pt x="594049" y="131246"/>
                </a:cubicBezTo>
                <a:lnTo>
                  <a:pt x="594049" y="131246"/>
                </a:lnTo>
                <a:close/>
                <a:moveTo>
                  <a:pt x="646484" y="148725"/>
                </a:moveTo>
                <a:lnTo>
                  <a:pt x="602783" y="148725"/>
                </a:lnTo>
                <a:lnTo>
                  <a:pt x="602783" y="201160"/>
                </a:lnTo>
                <a:cubicBezTo>
                  <a:pt x="602783" y="205989"/>
                  <a:pt x="598869" y="209894"/>
                  <a:pt x="594049" y="209894"/>
                </a:cubicBezTo>
                <a:lnTo>
                  <a:pt x="541661" y="209894"/>
                </a:lnTo>
                <a:lnTo>
                  <a:pt x="541661" y="253538"/>
                </a:lnTo>
                <a:lnTo>
                  <a:pt x="594049" y="253538"/>
                </a:lnTo>
                <a:cubicBezTo>
                  <a:pt x="598878" y="253538"/>
                  <a:pt x="602783" y="257452"/>
                  <a:pt x="602783" y="262272"/>
                </a:cubicBezTo>
                <a:lnTo>
                  <a:pt x="602783" y="314707"/>
                </a:lnTo>
                <a:lnTo>
                  <a:pt x="646484" y="314707"/>
                </a:lnTo>
                <a:lnTo>
                  <a:pt x="646484" y="262282"/>
                </a:lnTo>
                <a:cubicBezTo>
                  <a:pt x="646484" y="257452"/>
                  <a:pt x="650399" y="253547"/>
                  <a:pt x="655218" y="253547"/>
                </a:cubicBezTo>
                <a:lnTo>
                  <a:pt x="707606" y="253547"/>
                </a:lnTo>
                <a:lnTo>
                  <a:pt x="707606" y="209894"/>
                </a:lnTo>
                <a:lnTo>
                  <a:pt x="655218" y="209894"/>
                </a:lnTo>
                <a:cubicBezTo>
                  <a:pt x="650389" y="209894"/>
                  <a:pt x="646484" y="205979"/>
                  <a:pt x="646484" y="201160"/>
                </a:cubicBezTo>
                <a:lnTo>
                  <a:pt x="646484" y="148725"/>
                </a:lnTo>
                <a:lnTo>
                  <a:pt x="646484" y="148725"/>
                </a:lnTo>
                <a:close/>
                <a:moveTo>
                  <a:pt x="240900" y="503931"/>
                </a:moveTo>
                <a:cubicBezTo>
                  <a:pt x="252359" y="503931"/>
                  <a:pt x="262731" y="508579"/>
                  <a:pt x="270237" y="516085"/>
                </a:cubicBezTo>
                <a:cubicBezTo>
                  <a:pt x="277743" y="523590"/>
                  <a:pt x="282391" y="533963"/>
                  <a:pt x="282391" y="545422"/>
                </a:cubicBezTo>
                <a:cubicBezTo>
                  <a:pt x="282391" y="556880"/>
                  <a:pt x="277743" y="567253"/>
                  <a:pt x="270237" y="574759"/>
                </a:cubicBezTo>
                <a:cubicBezTo>
                  <a:pt x="262731" y="582265"/>
                  <a:pt x="252359" y="586913"/>
                  <a:pt x="240900" y="586913"/>
                </a:cubicBezTo>
                <a:cubicBezTo>
                  <a:pt x="229441" y="586913"/>
                  <a:pt x="219069" y="582265"/>
                  <a:pt x="211563" y="574759"/>
                </a:cubicBezTo>
                <a:cubicBezTo>
                  <a:pt x="204057" y="567253"/>
                  <a:pt x="199409" y="556880"/>
                  <a:pt x="199409" y="545422"/>
                </a:cubicBezTo>
                <a:cubicBezTo>
                  <a:pt x="199409" y="533963"/>
                  <a:pt x="204057" y="523590"/>
                  <a:pt x="211563" y="516085"/>
                </a:cubicBezTo>
                <a:cubicBezTo>
                  <a:pt x="219069" y="508579"/>
                  <a:pt x="229441" y="503931"/>
                  <a:pt x="240900" y="503931"/>
                </a:cubicBezTo>
                <a:lnTo>
                  <a:pt x="240900" y="503931"/>
                </a:lnTo>
                <a:close/>
                <a:moveTo>
                  <a:pt x="257883" y="528448"/>
                </a:moveTo>
                <a:cubicBezTo>
                  <a:pt x="253540" y="524105"/>
                  <a:pt x="247529" y="521419"/>
                  <a:pt x="240900" y="521419"/>
                </a:cubicBezTo>
                <a:cubicBezTo>
                  <a:pt x="234271" y="521419"/>
                  <a:pt x="228260" y="524105"/>
                  <a:pt x="223917" y="528448"/>
                </a:cubicBezTo>
                <a:cubicBezTo>
                  <a:pt x="219574" y="532792"/>
                  <a:pt x="216887" y="538792"/>
                  <a:pt x="216887" y="545431"/>
                </a:cubicBezTo>
                <a:cubicBezTo>
                  <a:pt x="216887" y="552061"/>
                  <a:pt x="219574" y="558071"/>
                  <a:pt x="223917" y="562414"/>
                </a:cubicBezTo>
                <a:cubicBezTo>
                  <a:pt x="228260" y="566758"/>
                  <a:pt x="234271" y="569444"/>
                  <a:pt x="240900" y="569444"/>
                </a:cubicBezTo>
                <a:cubicBezTo>
                  <a:pt x="247529" y="569444"/>
                  <a:pt x="253540" y="566758"/>
                  <a:pt x="257883" y="562414"/>
                </a:cubicBezTo>
                <a:cubicBezTo>
                  <a:pt x="262227" y="558071"/>
                  <a:pt x="264913" y="552061"/>
                  <a:pt x="264913" y="545431"/>
                </a:cubicBezTo>
                <a:cubicBezTo>
                  <a:pt x="264913" y="538792"/>
                  <a:pt x="262227" y="532792"/>
                  <a:pt x="257883" y="528448"/>
                </a:cubicBezTo>
                <a:lnTo>
                  <a:pt x="257883" y="528448"/>
                </a:lnTo>
                <a:close/>
                <a:moveTo>
                  <a:pt x="332026" y="568768"/>
                </a:moveTo>
                <a:cubicBezTo>
                  <a:pt x="315281" y="568768"/>
                  <a:pt x="300117" y="575559"/>
                  <a:pt x="289144" y="586532"/>
                </a:cubicBezTo>
                <a:cubicBezTo>
                  <a:pt x="278171" y="597505"/>
                  <a:pt x="271380" y="612668"/>
                  <a:pt x="271380" y="629413"/>
                </a:cubicBezTo>
                <a:cubicBezTo>
                  <a:pt x="271380" y="646158"/>
                  <a:pt x="278171" y="661322"/>
                  <a:pt x="289144" y="672295"/>
                </a:cubicBezTo>
                <a:cubicBezTo>
                  <a:pt x="300117" y="683268"/>
                  <a:pt x="315281" y="690059"/>
                  <a:pt x="332026" y="690059"/>
                </a:cubicBezTo>
                <a:cubicBezTo>
                  <a:pt x="348771" y="690059"/>
                  <a:pt x="363934" y="683268"/>
                  <a:pt x="374907" y="672295"/>
                </a:cubicBezTo>
                <a:cubicBezTo>
                  <a:pt x="385880" y="661322"/>
                  <a:pt x="392671" y="646158"/>
                  <a:pt x="392671" y="629413"/>
                </a:cubicBezTo>
                <a:cubicBezTo>
                  <a:pt x="392671" y="612668"/>
                  <a:pt x="385880" y="597505"/>
                  <a:pt x="374907" y="586532"/>
                </a:cubicBezTo>
                <a:cubicBezTo>
                  <a:pt x="363925" y="575559"/>
                  <a:pt x="348771" y="568768"/>
                  <a:pt x="332026" y="568768"/>
                </a:cubicBezTo>
                <a:lnTo>
                  <a:pt x="332026" y="568768"/>
                </a:lnTo>
                <a:close/>
                <a:moveTo>
                  <a:pt x="362544" y="598886"/>
                </a:moveTo>
                <a:cubicBezTo>
                  <a:pt x="370354" y="606696"/>
                  <a:pt x="375183" y="617488"/>
                  <a:pt x="375183" y="629404"/>
                </a:cubicBezTo>
                <a:cubicBezTo>
                  <a:pt x="375183" y="641320"/>
                  <a:pt x="370354" y="652111"/>
                  <a:pt x="362544" y="659922"/>
                </a:cubicBezTo>
                <a:cubicBezTo>
                  <a:pt x="354733" y="667732"/>
                  <a:pt x="343941" y="672562"/>
                  <a:pt x="332026" y="672562"/>
                </a:cubicBezTo>
                <a:cubicBezTo>
                  <a:pt x="320110" y="672562"/>
                  <a:pt x="309318" y="667732"/>
                  <a:pt x="301508" y="659922"/>
                </a:cubicBezTo>
                <a:cubicBezTo>
                  <a:pt x="293697" y="652111"/>
                  <a:pt x="288868" y="641320"/>
                  <a:pt x="288868" y="629404"/>
                </a:cubicBezTo>
                <a:cubicBezTo>
                  <a:pt x="288868" y="617478"/>
                  <a:pt x="293697" y="606696"/>
                  <a:pt x="301508" y="598886"/>
                </a:cubicBezTo>
                <a:cubicBezTo>
                  <a:pt x="309318" y="591075"/>
                  <a:pt x="320110" y="586246"/>
                  <a:pt x="332026" y="586246"/>
                </a:cubicBezTo>
                <a:cubicBezTo>
                  <a:pt x="343941" y="586246"/>
                  <a:pt x="354733" y="591075"/>
                  <a:pt x="362544" y="598886"/>
                </a:cubicBezTo>
                <a:lnTo>
                  <a:pt x="362544" y="598886"/>
                </a:lnTo>
                <a:close/>
                <a:moveTo>
                  <a:pt x="175492" y="595466"/>
                </a:moveTo>
                <a:cubicBezTo>
                  <a:pt x="197142" y="595466"/>
                  <a:pt x="216735" y="604239"/>
                  <a:pt x="230927" y="618431"/>
                </a:cubicBezTo>
                <a:cubicBezTo>
                  <a:pt x="245110" y="632623"/>
                  <a:pt x="253892" y="652216"/>
                  <a:pt x="253892" y="673866"/>
                </a:cubicBezTo>
                <a:cubicBezTo>
                  <a:pt x="253892" y="695517"/>
                  <a:pt x="245120" y="715110"/>
                  <a:pt x="230927" y="729302"/>
                </a:cubicBezTo>
                <a:cubicBezTo>
                  <a:pt x="216735" y="743494"/>
                  <a:pt x="197142" y="752267"/>
                  <a:pt x="175492" y="752267"/>
                </a:cubicBezTo>
                <a:cubicBezTo>
                  <a:pt x="153851" y="752267"/>
                  <a:pt x="134249" y="743494"/>
                  <a:pt x="120056" y="729302"/>
                </a:cubicBezTo>
                <a:cubicBezTo>
                  <a:pt x="105874" y="715119"/>
                  <a:pt x="97092" y="695517"/>
                  <a:pt x="97092" y="673866"/>
                </a:cubicBezTo>
                <a:cubicBezTo>
                  <a:pt x="97092" y="652226"/>
                  <a:pt x="105874" y="632623"/>
                  <a:pt x="120056" y="618431"/>
                </a:cubicBezTo>
                <a:cubicBezTo>
                  <a:pt x="134239" y="604248"/>
                  <a:pt x="153842" y="595466"/>
                  <a:pt x="175492" y="595466"/>
                </a:cubicBezTo>
                <a:lnTo>
                  <a:pt x="175492" y="595466"/>
                </a:lnTo>
                <a:close/>
                <a:moveTo>
                  <a:pt x="218564" y="630785"/>
                </a:moveTo>
                <a:cubicBezTo>
                  <a:pt x="207543" y="619764"/>
                  <a:pt x="192313" y="612945"/>
                  <a:pt x="175482" y="612945"/>
                </a:cubicBezTo>
                <a:cubicBezTo>
                  <a:pt x="158652" y="612945"/>
                  <a:pt x="143431" y="619764"/>
                  <a:pt x="132410" y="630785"/>
                </a:cubicBezTo>
                <a:cubicBezTo>
                  <a:pt x="121390" y="641805"/>
                  <a:pt x="114570" y="657036"/>
                  <a:pt x="114570" y="673857"/>
                </a:cubicBezTo>
                <a:cubicBezTo>
                  <a:pt x="114570" y="690678"/>
                  <a:pt x="121390" y="705909"/>
                  <a:pt x="132410" y="716939"/>
                </a:cubicBezTo>
                <a:cubicBezTo>
                  <a:pt x="143431" y="727959"/>
                  <a:pt x="158661" y="734779"/>
                  <a:pt x="175482" y="734779"/>
                </a:cubicBezTo>
                <a:cubicBezTo>
                  <a:pt x="192303" y="734779"/>
                  <a:pt x="207534" y="727959"/>
                  <a:pt x="218564" y="716939"/>
                </a:cubicBezTo>
                <a:cubicBezTo>
                  <a:pt x="229584" y="705918"/>
                  <a:pt x="236404" y="690688"/>
                  <a:pt x="236404" y="673857"/>
                </a:cubicBezTo>
                <a:cubicBezTo>
                  <a:pt x="236404" y="657036"/>
                  <a:pt x="229594" y="641805"/>
                  <a:pt x="218564" y="630785"/>
                </a:cubicBezTo>
                <a:lnTo>
                  <a:pt x="218564" y="630785"/>
                </a:lnTo>
                <a:close/>
                <a:moveTo>
                  <a:pt x="332102" y="342168"/>
                </a:moveTo>
                <a:cubicBezTo>
                  <a:pt x="340236" y="342063"/>
                  <a:pt x="347609" y="338701"/>
                  <a:pt x="352971" y="333338"/>
                </a:cubicBezTo>
                <a:cubicBezTo>
                  <a:pt x="358419" y="327890"/>
                  <a:pt x="361801" y="320365"/>
                  <a:pt x="361801" y="312088"/>
                </a:cubicBezTo>
                <a:cubicBezTo>
                  <a:pt x="361801" y="303811"/>
                  <a:pt x="358419" y="296286"/>
                  <a:pt x="352971" y="290838"/>
                </a:cubicBezTo>
                <a:cubicBezTo>
                  <a:pt x="347523" y="285389"/>
                  <a:pt x="339998" y="282008"/>
                  <a:pt x="331721" y="282008"/>
                </a:cubicBezTo>
                <a:lnTo>
                  <a:pt x="163243" y="282008"/>
                </a:lnTo>
                <a:cubicBezTo>
                  <a:pt x="154965" y="282008"/>
                  <a:pt x="147441" y="285389"/>
                  <a:pt x="141992" y="290838"/>
                </a:cubicBezTo>
                <a:cubicBezTo>
                  <a:pt x="136544" y="296286"/>
                  <a:pt x="133163" y="303811"/>
                  <a:pt x="133163" y="312088"/>
                </a:cubicBezTo>
                <a:cubicBezTo>
                  <a:pt x="133163" y="320365"/>
                  <a:pt x="136544" y="327890"/>
                  <a:pt x="141992" y="333338"/>
                </a:cubicBezTo>
                <a:cubicBezTo>
                  <a:pt x="147355" y="338701"/>
                  <a:pt x="154727" y="342063"/>
                  <a:pt x="162862" y="342168"/>
                </a:cubicBezTo>
                <a:lnTo>
                  <a:pt x="162862" y="381277"/>
                </a:lnTo>
                <a:cubicBezTo>
                  <a:pt x="162862" y="384211"/>
                  <a:pt x="162671" y="386897"/>
                  <a:pt x="162185" y="389393"/>
                </a:cubicBezTo>
                <a:cubicBezTo>
                  <a:pt x="161747" y="391631"/>
                  <a:pt x="161071" y="393765"/>
                  <a:pt x="160090" y="395851"/>
                </a:cubicBezTo>
                <a:cubicBezTo>
                  <a:pt x="159976" y="396032"/>
                  <a:pt x="159880" y="396222"/>
                  <a:pt x="159776" y="396422"/>
                </a:cubicBezTo>
                <a:lnTo>
                  <a:pt x="6880" y="702394"/>
                </a:lnTo>
                <a:lnTo>
                  <a:pt x="6909" y="702403"/>
                </a:lnTo>
                <a:cubicBezTo>
                  <a:pt x="1356" y="713519"/>
                  <a:pt x="-730" y="725206"/>
                  <a:pt x="222" y="736703"/>
                </a:cubicBezTo>
                <a:cubicBezTo>
                  <a:pt x="1194" y="748590"/>
                  <a:pt x="5394" y="760268"/>
                  <a:pt x="12310" y="770869"/>
                </a:cubicBezTo>
                <a:cubicBezTo>
                  <a:pt x="19120" y="781308"/>
                  <a:pt x="27921" y="789452"/>
                  <a:pt x="38151" y="794996"/>
                </a:cubicBezTo>
                <a:cubicBezTo>
                  <a:pt x="48390" y="800539"/>
                  <a:pt x="59992" y="803464"/>
                  <a:pt x="72412" y="803464"/>
                </a:cubicBezTo>
                <a:lnTo>
                  <a:pt x="440735" y="803464"/>
                </a:lnTo>
                <a:cubicBezTo>
                  <a:pt x="453431" y="803464"/>
                  <a:pt x="465300" y="800387"/>
                  <a:pt x="475729" y="794586"/>
                </a:cubicBezTo>
                <a:cubicBezTo>
                  <a:pt x="486140" y="788795"/>
                  <a:pt x="495008" y="780327"/>
                  <a:pt x="501714" y="769536"/>
                </a:cubicBezTo>
                <a:cubicBezTo>
                  <a:pt x="508419" y="758725"/>
                  <a:pt x="512086" y="747018"/>
                  <a:pt x="512658" y="735122"/>
                </a:cubicBezTo>
                <a:cubicBezTo>
                  <a:pt x="513229" y="723244"/>
                  <a:pt x="510715" y="711252"/>
                  <a:pt x="505066" y="699851"/>
                </a:cubicBezTo>
                <a:lnTo>
                  <a:pt x="505066" y="699851"/>
                </a:lnTo>
                <a:lnTo>
                  <a:pt x="504866" y="699470"/>
                </a:lnTo>
                <a:lnTo>
                  <a:pt x="335864" y="396879"/>
                </a:lnTo>
                <a:cubicBezTo>
                  <a:pt x="334464" y="394374"/>
                  <a:pt x="333540" y="391831"/>
                  <a:pt x="332950" y="389164"/>
                </a:cubicBezTo>
                <a:cubicBezTo>
                  <a:pt x="332340" y="386383"/>
                  <a:pt x="332102" y="383411"/>
                  <a:pt x="332102" y="380182"/>
                </a:cubicBezTo>
                <a:lnTo>
                  <a:pt x="332102" y="342168"/>
                </a:lnTo>
                <a:lnTo>
                  <a:pt x="332102" y="342168"/>
                </a:lnTo>
                <a:close/>
                <a:moveTo>
                  <a:pt x="180331" y="342168"/>
                </a:moveTo>
                <a:lnTo>
                  <a:pt x="180331" y="381277"/>
                </a:lnTo>
                <a:cubicBezTo>
                  <a:pt x="180331" y="385221"/>
                  <a:pt x="180045" y="388983"/>
                  <a:pt x="179311" y="392746"/>
                </a:cubicBezTo>
                <a:cubicBezTo>
                  <a:pt x="178607" y="396327"/>
                  <a:pt x="177464" y="399861"/>
                  <a:pt x="175730" y="403490"/>
                </a:cubicBezTo>
                <a:cubicBezTo>
                  <a:pt x="175635" y="403728"/>
                  <a:pt x="175530" y="403976"/>
                  <a:pt x="175416" y="404214"/>
                </a:cubicBezTo>
                <a:lnTo>
                  <a:pt x="22520" y="710176"/>
                </a:lnTo>
                <a:lnTo>
                  <a:pt x="22492" y="710166"/>
                </a:lnTo>
                <a:lnTo>
                  <a:pt x="22482" y="710176"/>
                </a:lnTo>
                <a:cubicBezTo>
                  <a:pt x="18444" y="718262"/>
                  <a:pt x="16929" y="726845"/>
                  <a:pt x="17624" y="735341"/>
                </a:cubicBezTo>
                <a:cubicBezTo>
                  <a:pt x="18358" y="744313"/>
                  <a:pt x="21587" y="753219"/>
                  <a:pt x="26911" y="761392"/>
                </a:cubicBezTo>
                <a:cubicBezTo>
                  <a:pt x="32093" y="769326"/>
                  <a:pt x="38722" y="775479"/>
                  <a:pt x="46409" y="779642"/>
                </a:cubicBezTo>
                <a:cubicBezTo>
                  <a:pt x="54086" y="783804"/>
                  <a:pt x="62887" y="785985"/>
                  <a:pt x="72412" y="785985"/>
                </a:cubicBezTo>
                <a:lnTo>
                  <a:pt x="440735" y="785985"/>
                </a:lnTo>
                <a:cubicBezTo>
                  <a:pt x="450488" y="785985"/>
                  <a:pt x="459480" y="783690"/>
                  <a:pt x="467262" y="779365"/>
                </a:cubicBezTo>
                <a:cubicBezTo>
                  <a:pt x="475063" y="775022"/>
                  <a:pt x="481759" y="768593"/>
                  <a:pt x="486893" y="760325"/>
                </a:cubicBezTo>
                <a:cubicBezTo>
                  <a:pt x="492017" y="752067"/>
                  <a:pt x="494808" y="743218"/>
                  <a:pt x="495246" y="734303"/>
                </a:cubicBezTo>
                <a:cubicBezTo>
                  <a:pt x="495675" y="725397"/>
                  <a:pt x="493751" y="716329"/>
                  <a:pt x="489464" y="707642"/>
                </a:cubicBezTo>
                <a:lnTo>
                  <a:pt x="320634" y="405347"/>
                </a:lnTo>
                <a:cubicBezTo>
                  <a:pt x="318329" y="401213"/>
                  <a:pt x="316814" y="397099"/>
                  <a:pt x="315881" y="392860"/>
                </a:cubicBezTo>
                <a:cubicBezTo>
                  <a:pt x="314976" y="388736"/>
                  <a:pt x="314624" y="384564"/>
                  <a:pt x="314624" y="380192"/>
                </a:cubicBezTo>
                <a:lnTo>
                  <a:pt x="314624" y="342168"/>
                </a:lnTo>
                <a:lnTo>
                  <a:pt x="180331" y="342168"/>
                </a:lnTo>
                <a:lnTo>
                  <a:pt x="180331" y="342168"/>
                </a:lnTo>
                <a:close/>
                <a:moveTo>
                  <a:pt x="331721" y="299486"/>
                </a:moveTo>
                <a:cubicBezTo>
                  <a:pt x="335178" y="299486"/>
                  <a:pt x="338331" y="300906"/>
                  <a:pt x="340617" y="303192"/>
                </a:cubicBezTo>
                <a:cubicBezTo>
                  <a:pt x="342903" y="305478"/>
                  <a:pt x="344322" y="308630"/>
                  <a:pt x="344322" y="312088"/>
                </a:cubicBezTo>
                <a:cubicBezTo>
                  <a:pt x="344322" y="315545"/>
                  <a:pt x="342903" y="318698"/>
                  <a:pt x="340617" y="320984"/>
                </a:cubicBezTo>
                <a:cubicBezTo>
                  <a:pt x="338331" y="323270"/>
                  <a:pt x="335178" y="324689"/>
                  <a:pt x="331721" y="324689"/>
                </a:cubicBezTo>
                <a:lnTo>
                  <a:pt x="323367" y="324689"/>
                </a:lnTo>
                <a:lnTo>
                  <a:pt x="171596" y="324689"/>
                </a:lnTo>
                <a:lnTo>
                  <a:pt x="163243" y="324689"/>
                </a:lnTo>
                <a:cubicBezTo>
                  <a:pt x="159785" y="324689"/>
                  <a:pt x="156632" y="323270"/>
                  <a:pt x="154346" y="320984"/>
                </a:cubicBezTo>
                <a:cubicBezTo>
                  <a:pt x="152060" y="318698"/>
                  <a:pt x="150632" y="315545"/>
                  <a:pt x="150632" y="312088"/>
                </a:cubicBezTo>
                <a:cubicBezTo>
                  <a:pt x="150632" y="308630"/>
                  <a:pt x="152051" y="305478"/>
                  <a:pt x="154346" y="303192"/>
                </a:cubicBezTo>
                <a:cubicBezTo>
                  <a:pt x="156632" y="300906"/>
                  <a:pt x="159785" y="299486"/>
                  <a:pt x="163243" y="299486"/>
                </a:cubicBezTo>
                <a:lnTo>
                  <a:pt x="331721" y="299486"/>
                </a:lnTo>
                <a:lnTo>
                  <a:pt x="331721" y="299486"/>
                </a:lnTo>
                <a:close/>
                <a:moveTo>
                  <a:pt x="682098" y="456258"/>
                </a:moveTo>
                <a:cubicBezTo>
                  <a:pt x="724056" y="445562"/>
                  <a:pt x="761394" y="423426"/>
                  <a:pt x="790626" y="393422"/>
                </a:cubicBezTo>
                <a:cubicBezTo>
                  <a:pt x="832003" y="350950"/>
                  <a:pt x="857177" y="292685"/>
                  <a:pt x="856339" y="228706"/>
                </a:cubicBezTo>
                <a:cubicBezTo>
                  <a:pt x="855501" y="164708"/>
                  <a:pt x="828812" y="107110"/>
                  <a:pt x="786330" y="65733"/>
                </a:cubicBezTo>
                <a:cubicBezTo>
                  <a:pt x="743858" y="24357"/>
                  <a:pt x="685594" y="-818"/>
                  <a:pt x="621614" y="20"/>
                </a:cubicBezTo>
                <a:cubicBezTo>
                  <a:pt x="557616" y="858"/>
                  <a:pt x="500018" y="27548"/>
                  <a:pt x="458632" y="70029"/>
                </a:cubicBezTo>
                <a:cubicBezTo>
                  <a:pt x="417255" y="112501"/>
                  <a:pt x="392081" y="170765"/>
                  <a:pt x="392919" y="234745"/>
                </a:cubicBezTo>
                <a:cubicBezTo>
                  <a:pt x="393757" y="298743"/>
                  <a:pt x="420446" y="356341"/>
                  <a:pt x="462918" y="397718"/>
                </a:cubicBezTo>
                <a:cubicBezTo>
                  <a:pt x="491931" y="425988"/>
                  <a:pt x="528326" y="446686"/>
                  <a:pt x="568874" y="456706"/>
                </a:cubicBezTo>
                <a:lnTo>
                  <a:pt x="569151" y="540012"/>
                </a:lnTo>
                <a:cubicBezTo>
                  <a:pt x="565807" y="541602"/>
                  <a:pt x="562721" y="543517"/>
                  <a:pt x="559959" y="545698"/>
                </a:cubicBezTo>
                <a:cubicBezTo>
                  <a:pt x="550720" y="552975"/>
                  <a:pt x="544938" y="563253"/>
                  <a:pt x="544862" y="574749"/>
                </a:cubicBezTo>
                <a:lnTo>
                  <a:pt x="543586" y="762792"/>
                </a:lnTo>
                <a:cubicBezTo>
                  <a:pt x="543538" y="774222"/>
                  <a:pt x="549129" y="784490"/>
                  <a:pt x="558206" y="791834"/>
                </a:cubicBezTo>
                <a:cubicBezTo>
                  <a:pt x="566750" y="798758"/>
                  <a:pt x="578485" y="803092"/>
                  <a:pt x="591363" y="803178"/>
                </a:cubicBezTo>
                <a:cubicBezTo>
                  <a:pt x="612956" y="803492"/>
                  <a:pt x="634683" y="803359"/>
                  <a:pt x="656295" y="803454"/>
                </a:cubicBezTo>
                <a:cubicBezTo>
                  <a:pt x="669211" y="803511"/>
                  <a:pt x="681079" y="799292"/>
                  <a:pt x="689756" y="792453"/>
                </a:cubicBezTo>
                <a:cubicBezTo>
                  <a:pt x="698995" y="785166"/>
                  <a:pt x="704777" y="774898"/>
                  <a:pt x="704844" y="763411"/>
                </a:cubicBezTo>
                <a:lnTo>
                  <a:pt x="706111" y="576235"/>
                </a:lnTo>
                <a:cubicBezTo>
                  <a:pt x="706139" y="575959"/>
                  <a:pt x="706149" y="575683"/>
                  <a:pt x="706149" y="575407"/>
                </a:cubicBezTo>
                <a:lnTo>
                  <a:pt x="706149" y="575368"/>
                </a:lnTo>
                <a:lnTo>
                  <a:pt x="706120" y="575368"/>
                </a:lnTo>
                <a:cubicBezTo>
                  <a:pt x="706158" y="563938"/>
                  <a:pt x="700558" y="553670"/>
                  <a:pt x="691490" y="546327"/>
                </a:cubicBezTo>
                <a:cubicBezTo>
                  <a:pt x="688756" y="544117"/>
                  <a:pt x="685699" y="542164"/>
                  <a:pt x="682384" y="540536"/>
                </a:cubicBezTo>
                <a:lnTo>
                  <a:pt x="682098" y="456258"/>
                </a:lnTo>
                <a:lnTo>
                  <a:pt x="682098" y="456258"/>
                </a:lnTo>
                <a:close/>
                <a:moveTo>
                  <a:pt x="625786" y="552232"/>
                </a:moveTo>
                <a:lnTo>
                  <a:pt x="658152" y="552366"/>
                </a:lnTo>
                <a:lnTo>
                  <a:pt x="658219" y="552366"/>
                </a:lnTo>
                <a:cubicBezTo>
                  <a:pt x="667010" y="552413"/>
                  <a:pt x="674878" y="555261"/>
                  <a:pt x="680498" y="559814"/>
                </a:cubicBezTo>
                <a:cubicBezTo>
                  <a:pt x="685594" y="563938"/>
                  <a:pt x="688737" y="569434"/>
                  <a:pt x="688708" y="575302"/>
                </a:cubicBezTo>
                <a:lnTo>
                  <a:pt x="688708" y="575330"/>
                </a:lnTo>
                <a:lnTo>
                  <a:pt x="688670" y="575330"/>
                </a:lnTo>
                <a:lnTo>
                  <a:pt x="688670" y="575368"/>
                </a:lnTo>
                <a:cubicBezTo>
                  <a:pt x="688670" y="575607"/>
                  <a:pt x="688680" y="575845"/>
                  <a:pt x="688699" y="576083"/>
                </a:cubicBezTo>
                <a:lnTo>
                  <a:pt x="687432" y="763306"/>
                </a:lnTo>
                <a:cubicBezTo>
                  <a:pt x="687403" y="769145"/>
                  <a:pt x="684155" y="774612"/>
                  <a:pt x="678964" y="778699"/>
                </a:cubicBezTo>
                <a:cubicBezTo>
                  <a:pt x="673192" y="783252"/>
                  <a:pt x="665182" y="786052"/>
                  <a:pt x="656362" y="786014"/>
                </a:cubicBezTo>
                <a:cubicBezTo>
                  <a:pt x="634721" y="785919"/>
                  <a:pt x="613070" y="785852"/>
                  <a:pt x="591439" y="785738"/>
                </a:cubicBezTo>
                <a:cubicBezTo>
                  <a:pt x="582676" y="785680"/>
                  <a:pt x="574808" y="782832"/>
                  <a:pt x="569198" y="778289"/>
                </a:cubicBezTo>
                <a:cubicBezTo>
                  <a:pt x="564112" y="774165"/>
                  <a:pt x="560978" y="768688"/>
                  <a:pt x="560997" y="762830"/>
                </a:cubicBezTo>
                <a:lnTo>
                  <a:pt x="562274" y="574797"/>
                </a:lnTo>
                <a:cubicBezTo>
                  <a:pt x="562312" y="568958"/>
                  <a:pt x="565560" y="563491"/>
                  <a:pt x="570751" y="559405"/>
                </a:cubicBezTo>
                <a:cubicBezTo>
                  <a:pt x="575389" y="555747"/>
                  <a:pt x="581466" y="553223"/>
                  <a:pt x="588248" y="552394"/>
                </a:cubicBezTo>
                <a:lnTo>
                  <a:pt x="625786" y="552232"/>
                </a:lnTo>
                <a:lnTo>
                  <a:pt x="625786" y="552232"/>
                </a:lnTo>
                <a:close/>
                <a:moveTo>
                  <a:pt x="586305" y="460297"/>
                </a:moveTo>
                <a:cubicBezTo>
                  <a:pt x="599735" y="462535"/>
                  <a:pt x="613556" y="463612"/>
                  <a:pt x="627644" y="463431"/>
                </a:cubicBezTo>
                <a:cubicBezTo>
                  <a:pt x="640274" y="463269"/>
                  <a:pt x="652647" y="462088"/>
                  <a:pt x="664696" y="459992"/>
                </a:cubicBezTo>
                <a:lnTo>
                  <a:pt x="664944" y="534659"/>
                </a:lnTo>
                <a:lnTo>
                  <a:pt x="625796" y="534830"/>
                </a:lnTo>
                <a:lnTo>
                  <a:pt x="593411" y="534697"/>
                </a:lnTo>
                <a:cubicBezTo>
                  <a:pt x="591325" y="534687"/>
                  <a:pt x="589258" y="534792"/>
                  <a:pt x="587229" y="535001"/>
                </a:cubicBezTo>
                <a:lnTo>
                  <a:pt x="586553" y="535001"/>
                </a:lnTo>
                <a:lnTo>
                  <a:pt x="586305" y="460297"/>
                </a:lnTo>
                <a:lnTo>
                  <a:pt x="586305" y="460297"/>
                </a:lnTo>
                <a:close/>
                <a:moveTo>
                  <a:pt x="622624" y="69572"/>
                </a:moveTo>
                <a:lnTo>
                  <a:pt x="622624" y="69610"/>
                </a:lnTo>
                <a:lnTo>
                  <a:pt x="622519" y="69610"/>
                </a:lnTo>
                <a:cubicBezTo>
                  <a:pt x="577733" y="70191"/>
                  <a:pt x="537432" y="88870"/>
                  <a:pt x="508486" y="118588"/>
                </a:cubicBezTo>
                <a:cubicBezTo>
                  <a:pt x="479720" y="148125"/>
                  <a:pt x="462147" y="188568"/>
                  <a:pt x="462509" y="233021"/>
                </a:cubicBezTo>
                <a:cubicBezTo>
                  <a:pt x="462490" y="233249"/>
                  <a:pt x="462480" y="233488"/>
                  <a:pt x="462480" y="233726"/>
                </a:cubicBezTo>
                <a:lnTo>
                  <a:pt x="462518" y="233726"/>
                </a:lnTo>
                <a:lnTo>
                  <a:pt x="462518" y="233830"/>
                </a:lnTo>
                <a:cubicBezTo>
                  <a:pt x="463099" y="278608"/>
                  <a:pt x="481778" y="318917"/>
                  <a:pt x="511496" y="347864"/>
                </a:cubicBezTo>
                <a:cubicBezTo>
                  <a:pt x="541204" y="376810"/>
                  <a:pt x="581971" y="394422"/>
                  <a:pt x="626739" y="393841"/>
                </a:cubicBezTo>
                <a:cubicBezTo>
                  <a:pt x="671525" y="393250"/>
                  <a:pt x="711826" y="374581"/>
                  <a:pt x="740772" y="344863"/>
                </a:cubicBezTo>
                <a:cubicBezTo>
                  <a:pt x="769547" y="315336"/>
                  <a:pt x="787111" y="274883"/>
                  <a:pt x="786749" y="230430"/>
                </a:cubicBezTo>
                <a:cubicBezTo>
                  <a:pt x="786768" y="230192"/>
                  <a:pt x="786778" y="229963"/>
                  <a:pt x="786778" y="229716"/>
                </a:cubicBezTo>
                <a:lnTo>
                  <a:pt x="786749" y="229716"/>
                </a:lnTo>
                <a:lnTo>
                  <a:pt x="786749" y="229611"/>
                </a:lnTo>
                <a:cubicBezTo>
                  <a:pt x="786159" y="184834"/>
                  <a:pt x="767490" y="144534"/>
                  <a:pt x="737772" y="115578"/>
                </a:cubicBezTo>
                <a:cubicBezTo>
                  <a:pt x="708235" y="86803"/>
                  <a:pt x="667791" y="69238"/>
                  <a:pt x="623338" y="69600"/>
                </a:cubicBezTo>
                <a:cubicBezTo>
                  <a:pt x="623110" y="69581"/>
                  <a:pt x="622872" y="69572"/>
                  <a:pt x="622624" y="69572"/>
                </a:cubicBezTo>
                <a:lnTo>
                  <a:pt x="622624" y="69572"/>
                </a:lnTo>
                <a:close/>
                <a:moveTo>
                  <a:pt x="622633" y="87050"/>
                </a:moveTo>
                <a:lnTo>
                  <a:pt x="622633" y="87022"/>
                </a:lnTo>
                <a:cubicBezTo>
                  <a:pt x="582733" y="87574"/>
                  <a:pt x="546814" y="104233"/>
                  <a:pt x="520992" y="130741"/>
                </a:cubicBezTo>
                <a:cubicBezTo>
                  <a:pt x="495294" y="157116"/>
                  <a:pt x="479606" y="193235"/>
                  <a:pt x="479930" y="232907"/>
                </a:cubicBezTo>
                <a:cubicBezTo>
                  <a:pt x="479958" y="233173"/>
                  <a:pt x="479968" y="233449"/>
                  <a:pt x="479968" y="233726"/>
                </a:cubicBezTo>
                <a:lnTo>
                  <a:pt x="479939" y="233726"/>
                </a:lnTo>
                <a:cubicBezTo>
                  <a:pt x="480492" y="273626"/>
                  <a:pt x="497151" y="309545"/>
                  <a:pt x="523659" y="335367"/>
                </a:cubicBezTo>
                <a:cubicBezTo>
                  <a:pt x="550196" y="361218"/>
                  <a:pt x="586591" y="376944"/>
                  <a:pt x="626548" y="376420"/>
                </a:cubicBezTo>
                <a:cubicBezTo>
                  <a:pt x="666496" y="375896"/>
                  <a:pt x="702443" y="359227"/>
                  <a:pt x="728294" y="332700"/>
                </a:cubicBezTo>
                <a:cubicBezTo>
                  <a:pt x="753993" y="306325"/>
                  <a:pt x="769680" y="270206"/>
                  <a:pt x="769357" y="230535"/>
                </a:cubicBezTo>
                <a:cubicBezTo>
                  <a:pt x="769328" y="230259"/>
                  <a:pt x="769318" y="229992"/>
                  <a:pt x="769318" y="229706"/>
                </a:cubicBezTo>
                <a:lnTo>
                  <a:pt x="769347" y="229706"/>
                </a:lnTo>
                <a:cubicBezTo>
                  <a:pt x="768795" y="189806"/>
                  <a:pt x="752135" y="153887"/>
                  <a:pt x="725627" y="128065"/>
                </a:cubicBezTo>
                <a:cubicBezTo>
                  <a:pt x="699253" y="102366"/>
                  <a:pt x="663134" y="86679"/>
                  <a:pt x="623462" y="87003"/>
                </a:cubicBezTo>
                <a:cubicBezTo>
                  <a:pt x="623186" y="87031"/>
                  <a:pt x="622910" y="87050"/>
                  <a:pt x="622633" y="87050"/>
                </a:cubicBezTo>
                <a:lnTo>
                  <a:pt x="622633" y="87050"/>
                </a:lnTo>
                <a:close/>
                <a:moveTo>
                  <a:pt x="774186" y="78221"/>
                </a:moveTo>
                <a:cubicBezTo>
                  <a:pt x="734886" y="39940"/>
                  <a:pt x="680993" y="16651"/>
                  <a:pt x="621824" y="17422"/>
                </a:cubicBezTo>
                <a:cubicBezTo>
                  <a:pt x="562664" y="18194"/>
                  <a:pt x="509410" y="42883"/>
                  <a:pt x="471138" y="82173"/>
                </a:cubicBezTo>
                <a:cubicBezTo>
                  <a:pt x="432857" y="121464"/>
                  <a:pt x="409569" y="175356"/>
                  <a:pt x="410340" y="234535"/>
                </a:cubicBezTo>
                <a:cubicBezTo>
                  <a:pt x="411112" y="293695"/>
                  <a:pt x="435801" y="346949"/>
                  <a:pt x="475091" y="385221"/>
                </a:cubicBezTo>
                <a:cubicBezTo>
                  <a:pt x="514382" y="423502"/>
                  <a:pt x="568274" y="446790"/>
                  <a:pt x="627453" y="446019"/>
                </a:cubicBezTo>
                <a:cubicBezTo>
                  <a:pt x="686613" y="445247"/>
                  <a:pt x="739867" y="420559"/>
                  <a:pt x="778139" y="381268"/>
                </a:cubicBezTo>
                <a:cubicBezTo>
                  <a:pt x="816420" y="341977"/>
                  <a:pt x="839708" y="288085"/>
                  <a:pt x="838937" y="228906"/>
                </a:cubicBezTo>
                <a:cubicBezTo>
                  <a:pt x="838156" y="169746"/>
                  <a:pt x="813467" y="116492"/>
                  <a:pt x="774186" y="78221"/>
                </a:cubicBezTo>
                <a:lnTo>
                  <a:pt x="774186" y="78221"/>
                </a:lnTo>
                <a:close/>
                <a:moveTo>
                  <a:pt x="256026" y="127293"/>
                </a:moveTo>
                <a:lnTo>
                  <a:pt x="256054" y="127274"/>
                </a:lnTo>
                <a:lnTo>
                  <a:pt x="256073" y="127265"/>
                </a:lnTo>
                <a:lnTo>
                  <a:pt x="304632" y="97204"/>
                </a:lnTo>
                <a:cubicBezTo>
                  <a:pt x="305070" y="96871"/>
                  <a:pt x="305527" y="96594"/>
                  <a:pt x="306013" y="96356"/>
                </a:cubicBezTo>
                <a:cubicBezTo>
                  <a:pt x="316843" y="89917"/>
                  <a:pt x="329283" y="88355"/>
                  <a:pt x="340703" y="91041"/>
                </a:cubicBezTo>
                <a:cubicBezTo>
                  <a:pt x="352152" y="93737"/>
                  <a:pt x="362601" y="100690"/>
                  <a:pt x="369430" y="111282"/>
                </a:cubicBezTo>
                <a:cubicBezTo>
                  <a:pt x="369783" y="111739"/>
                  <a:pt x="370078" y="112234"/>
                  <a:pt x="370326" y="112739"/>
                </a:cubicBezTo>
                <a:cubicBezTo>
                  <a:pt x="376765" y="123569"/>
                  <a:pt x="378327" y="136009"/>
                  <a:pt x="375641" y="147439"/>
                </a:cubicBezTo>
                <a:cubicBezTo>
                  <a:pt x="372888" y="159145"/>
                  <a:pt x="365678" y="169813"/>
                  <a:pt x="354667" y="176623"/>
                </a:cubicBezTo>
                <a:lnTo>
                  <a:pt x="305460" y="207084"/>
                </a:lnTo>
                <a:lnTo>
                  <a:pt x="305441" y="207094"/>
                </a:lnTo>
                <a:lnTo>
                  <a:pt x="305432" y="207103"/>
                </a:lnTo>
                <a:lnTo>
                  <a:pt x="256873" y="237164"/>
                </a:lnTo>
                <a:cubicBezTo>
                  <a:pt x="256435" y="237488"/>
                  <a:pt x="255978" y="237774"/>
                  <a:pt x="255492" y="238002"/>
                </a:cubicBezTo>
                <a:cubicBezTo>
                  <a:pt x="244662" y="244441"/>
                  <a:pt x="232223" y="246003"/>
                  <a:pt x="220802" y="243317"/>
                </a:cubicBezTo>
                <a:cubicBezTo>
                  <a:pt x="209448" y="240650"/>
                  <a:pt x="199066" y="233773"/>
                  <a:pt x="192237" y="223315"/>
                </a:cubicBezTo>
                <a:cubicBezTo>
                  <a:pt x="182359" y="232078"/>
                  <a:pt x="170358" y="237631"/>
                  <a:pt x="157785" y="239717"/>
                </a:cubicBezTo>
                <a:cubicBezTo>
                  <a:pt x="140402" y="242603"/>
                  <a:pt x="121914" y="238850"/>
                  <a:pt x="106436" y="227792"/>
                </a:cubicBezTo>
                <a:lnTo>
                  <a:pt x="106436" y="227792"/>
                </a:lnTo>
                <a:cubicBezTo>
                  <a:pt x="90938" y="216705"/>
                  <a:pt x="81404" y="200388"/>
                  <a:pt x="78508" y="182977"/>
                </a:cubicBezTo>
                <a:cubicBezTo>
                  <a:pt x="75622" y="165593"/>
                  <a:pt x="79375" y="147105"/>
                  <a:pt x="90434" y="131627"/>
                </a:cubicBezTo>
                <a:cubicBezTo>
                  <a:pt x="101521" y="116130"/>
                  <a:pt x="117837" y="106596"/>
                  <a:pt x="135249" y="103700"/>
                </a:cubicBezTo>
                <a:cubicBezTo>
                  <a:pt x="152632" y="100814"/>
                  <a:pt x="171110" y="104557"/>
                  <a:pt x="186579" y="115616"/>
                </a:cubicBezTo>
                <a:lnTo>
                  <a:pt x="186588" y="115625"/>
                </a:lnTo>
                <a:lnTo>
                  <a:pt x="186588" y="115625"/>
                </a:lnTo>
                <a:lnTo>
                  <a:pt x="186598" y="115635"/>
                </a:lnTo>
                <a:lnTo>
                  <a:pt x="186598" y="115635"/>
                </a:lnTo>
                <a:cubicBezTo>
                  <a:pt x="200114" y="125303"/>
                  <a:pt x="209096" y="138952"/>
                  <a:pt x="213077" y="153849"/>
                </a:cubicBezTo>
                <a:lnTo>
                  <a:pt x="256026" y="127293"/>
                </a:lnTo>
                <a:lnTo>
                  <a:pt x="256026" y="127293"/>
                </a:lnTo>
                <a:close/>
                <a:moveTo>
                  <a:pt x="272609" y="137514"/>
                </a:moveTo>
                <a:lnTo>
                  <a:pt x="303689" y="187720"/>
                </a:lnTo>
                <a:lnTo>
                  <a:pt x="345513" y="161831"/>
                </a:lnTo>
                <a:cubicBezTo>
                  <a:pt x="352381" y="157573"/>
                  <a:pt x="356895" y="150868"/>
                  <a:pt x="358629" y="143495"/>
                </a:cubicBezTo>
                <a:cubicBezTo>
                  <a:pt x="360372" y="136104"/>
                  <a:pt x="359324" y="128074"/>
                  <a:pt x="355067" y="121188"/>
                </a:cubicBezTo>
                <a:lnTo>
                  <a:pt x="355057" y="121178"/>
                </a:lnTo>
                <a:cubicBezTo>
                  <a:pt x="350799" y="114311"/>
                  <a:pt x="344094" y="109796"/>
                  <a:pt x="336722" y="108062"/>
                </a:cubicBezTo>
                <a:cubicBezTo>
                  <a:pt x="329330" y="106329"/>
                  <a:pt x="321301" y="107367"/>
                  <a:pt x="314414" y="111634"/>
                </a:cubicBezTo>
                <a:lnTo>
                  <a:pt x="272609" y="137514"/>
                </a:lnTo>
                <a:lnTo>
                  <a:pt x="272609" y="137514"/>
                </a:lnTo>
                <a:close/>
                <a:moveTo>
                  <a:pt x="288887" y="196883"/>
                </a:moveTo>
                <a:lnTo>
                  <a:pt x="257807" y="146677"/>
                </a:lnTo>
                <a:lnTo>
                  <a:pt x="215973" y="172566"/>
                </a:lnTo>
                <a:cubicBezTo>
                  <a:pt x="215859" y="172632"/>
                  <a:pt x="215687" y="172747"/>
                  <a:pt x="215449" y="172909"/>
                </a:cubicBezTo>
                <a:cubicBezTo>
                  <a:pt x="215249" y="185434"/>
                  <a:pt x="211630" y="198026"/>
                  <a:pt x="204362" y="209218"/>
                </a:cubicBezTo>
                <a:lnTo>
                  <a:pt x="204476" y="209494"/>
                </a:lnTo>
                <a:cubicBezTo>
                  <a:pt x="205038" y="210780"/>
                  <a:pt x="205686" y="212028"/>
                  <a:pt x="206410" y="213199"/>
                </a:cubicBezTo>
                <a:lnTo>
                  <a:pt x="206420" y="213209"/>
                </a:lnTo>
                <a:cubicBezTo>
                  <a:pt x="210677" y="220076"/>
                  <a:pt x="217383" y="224591"/>
                  <a:pt x="224755" y="226325"/>
                </a:cubicBezTo>
                <a:cubicBezTo>
                  <a:pt x="232147" y="228068"/>
                  <a:pt x="240186" y="227020"/>
                  <a:pt x="247063" y="222762"/>
                </a:cubicBezTo>
                <a:lnTo>
                  <a:pt x="288887" y="196883"/>
                </a:lnTo>
                <a:lnTo>
                  <a:pt x="288887" y="196883"/>
                </a:lnTo>
                <a:close/>
                <a:moveTo>
                  <a:pt x="124076" y="218095"/>
                </a:moveTo>
                <a:lnTo>
                  <a:pt x="183150" y="135504"/>
                </a:lnTo>
                <a:cubicBezTo>
                  <a:pt x="190808" y="143229"/>
                  <a:pt x="195628" y="152992"/>
                  <a:pt x="197333" y="163269"/>
                </a:cubicBezTo>
                <a:cubicBezTo>
                  <a:pt x="199466" y="176099"/>
                  <a:pt x="196771" y="189730"/>
                  <a:pt x="188770" y="201207"/>
                </a:cubicBezTo>
                <a:cubicBezTo>
                  <a:pt x="188503" y="201522"/>
                  <a:pt x="188274" y="201846"/>
                  <a:pt x="188065" y="202188"/>
                </a:cubicBezTo>
                <a:cubicBezTo>
                  <a:pt x="179807" y="213466"/>
                  <a:pt x="167805" y="220410"/>
                  <a:pt x="154994" y="222534"/>
                </a:cubicBezTo>
                <a:cubicBezTo>
                  <a:pt x="144688" y="224248"/>
                  <a:pt x="133868" y="222848"/>
                  <a:pt x="124076" y="218095"/>
                </a:cubicBezTo>
                <a:close/>
              </a:path>
            </a:pathLst>
          </a:custGeom>
          <a:solidFill>
            <a:srgbClr val="0082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48" name="Pentagon 3">
            <a:extLst>
              <a:ext uri="{FF2B5EF4-FFF2-40B4-BE49-F238E27FC236}">
                <a16:creationId xmlns:a16="http://schemas.microsoft.com/office/drawing/2014/main" id="{57CB66F8-E01F-C792-9228-1421DEF36E09}"/>
              </a:ext>
            </a:extLst>
          </p:cNvPr>
          <p:cNvSpPr/>
          <p:nvPr/>
        </p:nvSpPr>
        <p:spPr>
          <a:xfrm>
            <a:off x="7269622" y="3114816"/>
            <a:ext cx="2062534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Network Influence: 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Top 10%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weighted indegree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Diagnosing Intensity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First NT diagnosing volume ≥ 95</a:t>
            </a:r>
            <a:r>
              <a:rPr lang="en-US" sz="1050" baseline="300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 percentile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Patient Volume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Interacted patient volume ≥ 90th Percentile</a:t>
            </a:r>
          </a:p>
        </p:txBody>
      </p:sp>
      <p:sp>
        <p:nvSpPr>
          <p:cNvPr id="49" name="Pentagon 3">
            <a:extLst>
              <a:ext uri="{FF2B5EF4-FFF2-40B4-BE49-F238E27FC236}">
                <a16:creationId xmlns:a16="http://schemas.microsoft.com/office/drawing/2014/main" id="{FB6F68E0-7A08-9A2E-5F68-27A0DEC6E5A7}"/>
              </a:ext>
            </a:extLst>
          </p:cNvPr>
          <p:cNvSpPr/>
          <p:nvPr/>
        </p:nvSpPr>
        <p:spPr>
          <a:xfrm>
            <a:off x="7269621" y="3114816"/>
            <a:ext cx="45719" cy="182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</p:txBody>
      </p:sp>
      <p:sp>
        <p:nvSpPr>
          <p:cNvPr id="9" name="Chevron 7">
            <a:extLst>
              <a:ext uri="{FF2B5EF4-FFF2-40B4-BE49-F238E27FC236}">
                <a16:creationId xmlns:a16="http://schemas.microsoft.com/office/drawing/2014/main" id="{1DA22740-A6A9-C53D-2246-B6E97AC65D51}"/>
              </a:ext>
            </a:extLst>
          </p:cNvPr>
          <p:cNvSpPr/>
          <p:nvPr/>
        </p:nvSpPr>
        <p:spPr>
          <a:xfrm>
            <a:off x="9478932" y="1887042"/>
            <a:ext cx="2039674" cy="266659"/>
          </a:xfrm>
          <a:prstGeom prst="roundRect">
            <a:avLst/>
          </a:prstGeom>
          <a:solidFill>
            <a:srgbClr val="E1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Treaters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6F758D2-108D-5519-D538-8804F20D0740}"/>
              </a:ext>
            </a:extLst>
          </p:cNvPr>
          <p:cNvSpPr txBox="1">
            <a:spLocks/>
          </p:cNvSpPr>
          <p:nvPr/>
        </p:nvSpPr>
        <p:spPr>
          <a:xfrm>
            <a:off x="9575195" y="2164519"/>
            <a:ext cx="1847149" cy="6001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noProof="0"/>
              <a:t>Managing NT1 relevant treatment</a:t>
            </a:r>
            <a:r>
              <a:rPr lang="en-US" noProof="0"/>
              <a:t> for a high-volume of patients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2D7B1A4-03FA-F79B-593C-36E8272A4767}"/>
              </a:ext>
            </a:extLst>
          </p:cNvPr>
          <p:cNvSpPr>
            <a:spLocks/>
          </p:cNvSpPr>
          <p:nvPr/>
        </p:nvSpPr>
        <p:spPr>
          <a:xfrm>
            <a:off x="10270169" y="1235641"/>
            <a:ext cx="457200" cy="484632"/>
          </a:xfrm>
          <a:custGeom>
            <a:avLst/>
            <a:gdLst>
              <a:gd name="connsiteX0" fmla="*/ 396088 w 738558"/>
              <a:gd name="connsiteY0" fmla="*/ 706745 h 857250"/>
              <a:gd name="connsiteX1" fmla="*/ 395754 w 738558"/>
              <a:gd name="connsiteY1" fmla="*/ 722490 h 857250"/>
              <a:gd name="connsiteX2" fmla="*/ 368703 w 738558"/>
              <a:gd name="connsiteY2" fmla="*/ 748417 h 857250"/>
              <a:gd name="connsiteX3" fmla="*/ 360998 w 738558"/>
              <a:gd name="connsiteY3" fmla="*/ 751513 h 857250"/>
              <a:gd name="connsiteX4" fmla="*/ 360188 w 738558"/>
              <a:gd name="connsiteY4" fmla="*/ 751484 h 857250"/>
              <a:gd name="connsiteX5" fmla="*/ 352206 w 738558"/>
              <a:gd name="connsiteY5" fmla="*/ 747217 h 857250"/>
              <a:gd name="connsiteX6" fmla="*/ 341700 w 738558"/>
              <a:gd name="connsiteY6" fmla="*/ 733711 h 857250"/>
              <a:gd name="connsiteX7" fmla="*/ 343653 w 738558"/>
              <a:gd name="connsiteY7" fmla="*/ 718090 h 857250"/>
              <a:gd name="connsiteX8" fmla="*/ 359273 w 738558"/>
              <a:gd name="connsiteY8" fmla="*/ 720042 h 857250"/>
              <a:gd name="connsiteX9" fmla="*/ 362198 w 738558"/>
              <a:gd name="connsiteY9" fmla="*/ 723805 h 857250"/>
              <a:gd name="connsiteX10" fmla="*/ 380333 w 738558"/>
              <a:gd name="connsiteY10" fmla="*/ 706422 h 857250"/>
              <a:gd name="connsiteX11" fmla="*/ 396088 w 738558"/>
              <a:gd name="connsiteY11" fmla="*/ 706745 h 857250"/>
              <a:gd name="connsiteX12" fmla="*/ 380048 w 738558"/>
              <a:gd name="connsiteY12" fmla="*/ 269157 h 857250"/>
              <a:gd name="connsiteX13" fmla="*/ 372285 w 738558"/>
              <a:gd name="connsiteY13" fmla="*/ 328689 h 857250"/>
              <a:gd name="connsiteX14" fmla="*/ 280111 w 738558"/>
              <a:gd name="connsiteY14" fmla="*/ 488337 h 857250"/>
              <a:gd name="connsiteX15" fmla="*/ 212017 w 738558"/>
              <a:gd name="connsiteY15" fmla="*/ 527561 h 857250"/>
              <a:gd name="connsiteX16" fmla="*/ 172917 w 738558"/>
              <a:gd name="connsiteY16" fmla="*/ 517065 h 857250"/>
              <a:gd name="connsiteX17" fmla="*/ 144189 w 738558"/>
              <a:gd name="connsiteY17" fmla="*/ 409861 h 857250"/>
              <a:gd name="connsiteX18" fmla="*/ 236363 w 738558"/>
              <a:gd name="connsiteY18" fmla="*/ 250212 h 857250"/>
              <a:gd name="connsiteX19" fmla="*/ 343557 w 738558"/>
              <a:gd name="connsiteY19" fmla="*/ 221485 h 857250"/>
              <a:gd name="connsiteX20" fmla="*/ 380048 w 738558"/>
              <a:gd name="connsiteY20" fmla="*/ 269157 h 857250"/>
              <a:gd name="connsiteX21" fmla="*/ 304162 w 738558"/>
              <a:gd name="connsiteY21" fmla="*/ 402155 h 857250"/>
              <a:gd name="connsiteX22" fmla="*/ 206826 w 738558"/>
              <a:gd name="connsiteY22" fmla="*/ 345910 h 857250"/>
              <a:gd name="connsiteX23" fmla="*/ 163478 w 738558"/>
              <a:gd name="connsiteY23" fmla="*/ 420986 h 857250"/>
              <a:gd name="connsiteX24" fmla="*/ 157944 w 738558"/>
              <a:gd name="connsiteY24" fmla="*/ 463620 h 857250"/>
              <a:gd name="connsiteX25" fmla="*/ 184052 w 738558"/>
              <a:gd name="connsiteY25" fmla="*/ 497767 h 857250"/>
              <a:gd name="connsiteX26" fmla="*/ 260833 w 738558"/>
              <a:gd name="connsiteY26" fmla="*/ 477193 h 857250"/>
              <a:gd name="connsiteX27" fmla="*/ 304162 w 738558"/>
              <a:gd name="connsiteY27" fmla="*/ 402155 h 857250"/>
              <a:gd name="connsiteX28" fmla="*/ 332432 w 738558"/>
              <a:gd name="connsiteY28" fmla="*/ 240773 h 857250"/>
              <a:gd name="connsiteX29" fmla="*/ 337995 w 738558"/>
              <a:gd name="connsiteY29" fmla="*/ 231134 h 857250"/>
              <a:gd name="connsiteX30" fmla="*/ 332432 w 738558"/>
              <a:gd name="connsiteY30" fmla="*/ 240773 h 857250"/>
              <a:gd name="connsiteX31" fmla="*/ 304419 w 738558"/>
              <a:gd name="connsiteY31" fmla="*/ 233258 h 857250"/>
              <a:gd name="connsiteX32" fmla="*/ 255641 w 738558"/>
              <a:gd name="connsiteY32" fmla="*/ 261347 h 857250"/>
              <a:gd name="connsiteX33" fmla="*/ 217980 w 738558"/>
              <a:gd name="connsiteY33" fmla="*/ 326584 h 857250"/>
              <a:gd name="connsiteX34" fmla="*/ 315316 w 738558"/>
              <a:gd name="connsiteY34" fmla="*/ 382829 h 857250"/>
              <a:gd name="connsiteX35" fmla="*/ 353006 w 738558"/>
              <a:gd name="connsiteY35" fmla="*/ 317554 h 857250"/>
              <a:gd name="connsiteX36" fmla="*/ 332432 w 738558"/>
              <a:gd name="connsiteY36" fmla="*/ 240773 h 857250"/>
              <a:gd name="connsiteX37" fmla="*/ 331584 w 738558"/>
              <a:gd name="connsiteY37" fmla="*/ 250574 h 857250"/>
              <a:gd name="connsiteX38" fmla="*/ 293494 w 738558"/>
              <a:gd name="connsiteY38" fmla="*/ 242964 h 857250"/>
              <a:gd name="connsiteX39" fmla="*/ 259852 w 738558"/>
              <a:gd name="connsiteY39" fmla="*/ 268834 h 857250"/>
              <a:gd name="connsiteX40" fmla="*/ 264128 w 738558"/>
              <a:gd name="connsiteY40" fmla="*/ 283988 h 857250"/>
              <a:gd name="connsiteX41" fmla="*/ 269557 w 738558"/>
              <a:gd name="connsiteY41" fmla="*/ 285407 h 857250"/>
              <a:gd name="connsiteX42" fmla="*/ 279283 w 738558"/>
              <a:gd name="connsiteY42" fmla="*/ 279711 h 857250"/>
              <a:gd name="connsiteX43" fmla="*/ 298447 w 738558"/>
              <a:gd name="connsiteY43" fmla="*/ 264671 h 857250"/>
              <a:gd name="connsiteX44" fmla="*/ 318802 w 738558"/>
              <a:gd name="connsiteY44" fmla="*/ 268796 h 857250"/>
              <a:gd name="connsiteX45" fmla="*/ 334308 w 738558"/>
              <a:gd name="connsiteY45" fmla="*/ 266081 h 857250"/>
              <a:gd name="connsiteX46" fmla="*/ 331584 w 738558"/>
              <a:gd name="connsiteY46" fmla="*/ 250574 h 857250"/>
              <a:gd name="connsiteX47" fmla="*/ 387658 w 738558"/>
              <a:gd name="connsiteY47" fmla="*/ 347434 h 857250"/>
              <a:gd name="connsiteX48" fmla="*/ 475555 w 738558"/>
              <a:gd name="connsiteY48" fmla="*/ 326384 h 857250"/>
              <a:gd name="connsiteX49" fmla="*/ 539515 w 738558"/>
              <a:gd name="connsiteY49" fmla="*/ 332394 h 857250"/>
              <a:gd name="connsiteX50" fmla="*/ 539944 w 738558"/>
              <a:gd name="connsiteY50" fmla="*/ 332508 h 857250"/>
              <a:gd name="connsiteX51" fmla="*/ 589940 w 738558"/>
              <a:gd name="connsiteY51" fmla="*/ 357321 h 857250"/>
              <a:gd name="connsiteX52" fmla="*/ 604818 w 738558"/>
              <a:gd name="connsiteY52" fmla="*/ 389172 h 857250"/>
              <a:gd name="connsiteX53" fmla="*/ 604818 w 738558"/>
              <a:gd name="connsiteY53" fmla="*/ 438093 h 857250"/>
              <a:gd name="connsiteX54" fmla="*/ 476736 w 738558"/>
              <a:gd name="connsiteY54" fmla="*/ 510483 h 857250"/>
              <a:gd name="connsiteX55" fmla="*/ 476126 w 738558"/>
              <a:gd name="connsiteY55" fmla="*/ 510502 h 857250"/>
              <a:gd name="connsiteX56" fmla="*/ 472850 w 738558"/>
              <a:gd name="connsiteY56" fmla="*/ 510521 h 857250"/>
              <a:gd name="connsiteX57" fmla="*/ 361045 w 738558"/>
              <a:gd name="connsiteY57" fmla="*/ 478479 h 857250"/>
              <a:gd name="connsiteX58" fmla="*/ 347186 w 738558"/>
              <a:gd name="connsiteY58" fmla="*/ 447456 h 857250"/>
              <a:gd name="connsiteX59" fmla="*/ 347186 w 738558"/>
              <a:gd name="connsiteY59" fmla="*/ 398526 h 857250"/>
              <a:gd name="connsiteX60" fmla="*/ 387658 w 738558"/>
              <a:gd name="connsiteY60" fmla="*/ 347434 h 857250"/>
              <a:gd name="connsiteX61" fmla="*/ 582549 w 738558"/>
              <a:gd name="connsiteY61" fmla="*/ 438074 h 857250"/>
              <a:gd name="connsiteX62" fmla="*/ 582549 w 738558"/>
              <a:gd name="connsiteY62" fmla="*/ 428568 h 857250"/>
              <a:gd name="connsiteX63" fmla="*/ 564337 w 738558"/>
              <a:gd name="connsiteY63" fmla="*/ 440246 h 857250"/>
              <a:gd name="connsiteX64" fmla="*/ 476441 w 738558"/>
              <a:gd name="connsiteY64" fmla="*/ 461296 h 857250"/>
              <a:gd name="connsiteX65" fmla="*/ 466134 w 738558"/>
              <a:gd name="connsiteY65" fmla="*/ 461505 h 857250"/>
              <a:gd name="connsiteX66" fmla="*/ 402250 w 738558"/>
              <a:gd name="connsiteY66" fmla="*/ 452399 h 857250"/>
              <a:gd name="connsiteX67" fmla="*/ 402184 w 738558"/>
              <a:gd name="connsiteY67" fmla="*/ 452380 h 857250"/>
              <a:gd name="connsiteX68" fmla="*/ 369456 w 738558"/>
              <a:gd name="connsiteY68" fmla="*/ 436521 h 857250"/>
              <a:gd name="connsiteX69" fmla="*/ 369456 w 738558"/>
              <a:gd name="connsiteY69" fmla="*/ 447446 h 857250"/>
              <a:gd name="connsiteX70" fmla="*/ 376695 w 738558"/>
              <a:gd name="connsiteY70" fmla="*/ 462629 h 857250"/>
              <a:gd name="connsiteX71" fmla="*/ 475555 w 738558"/>
              <a:gd name="connsiteY71" fmla="*/ 488232 h 857250"/>
              <a:gd name="connsiteX72" fmla="*/ 582549 w 738558"/>
              <a:gd name="connsiteY72" fmla="*/ 438074 h 857250"/>
              <a:gd name="connsiteX73" fmla="*/ 574510 w 738558"/>
              <a:gd name="connsiteY73" fmla="*/ 373361 h 857250"/>
              <a:gd name="connsiteX74" fmla="*/ 539439 w 738558"/>
              <a:gd name="connsiteY74" fmla="*/ 355368 h 857250"/>
              <a:gd name="connsiteX75" fmla="*/ 431549 w 738558"/>
              <a:gd name="connsiteY75" fmla="*/ 436521 h 857250"/>
              <a:gd name="connsiteX76" fmla="*/ 475555 w 738558"/>
              <a:gd name="connsiteY76" fmla="*/ 439045 h 857250"/>
              <a:gd name="connsiteX77" fmla="*/ 582549 w 738558"/>
              <a:gd name="connsiteY77" fmla="*/ 389153 h 857250"/>
              <a:gd name="connsiteX78" fmla="*/ 574510 w 738558"/>
              <a:gd name="connsiteY78" fmla="*/ 373361 h 857250"/>
              <a:gd name="connsiteX79" fmla="*/ 369446 w 738558"/>
              <a:gd name="connsiteY79" fmla="*/ 398526 h 857250"/>
              <a:gd name="connsiteX80" fmla="*/ 377485 w 738558"/>
              <a:gd name="connsiteY80" fmla="*/ 414318 h 857250"/>
              <a:gd name="connsiteX81" fmla="*/ 403851 w 738558"/>
              <a:gd name="connsiteY81" fmla="*/ 429492 h 857250"/>
              <a:gd name="connsiteX82" fmla="*/ 509892 w 738558"/>
              <a:gd name="connsiteY82" fmla="*/ 349729 h 857250"/>
              <a:gd name="connsiteX83" fmla="*/ 476441 w 738558"/>
              <a:gd name="connsiteY83" fmla="*/ 348634 h 857250"/>
              <a:gd name="connsiteX84" fmla="*/ 369446 w 738558"/>
              <a:gd name="connsiteY84" fmla="*/ 398526 h 857250"/>
              <a:gd name="connsiteX85" fmla="*/ 499110 w 738558"/>
              <a:gd name="connsiteY85" fmla="*/ 715061 h 857250"/>
              <a:gd name="connsiteX86" fmla="*/ 499110 w 738558"/>
              <a:gd name="connsiteY86" fmla="*/ 739769 h 857250"/>
              <a:gd name="connsiteX87" fmla="*/ 482327 w 738558"/>
              <a:gd name="connsiteY87" fmla="*/ 758676 h 857250"/>
              <a:gd name="connsiteX88" fmla="*/ 462858 w 738558"/>
              <a:gd name="connsiteY88" fmla="*/ 761009 h 857250"/>
              <a:gd name="connsiteX89" fmla="*/ 459200 w 738558"/>
              <a:gd name="connsiteY89" fmla="*/ 769830 h 857250"/>
              <a:gd name="connsiteX90" fmla="*/ 471326 w 738558"/>
              <a:gd name="connsiteY90" fmla="*/ 785251 h 857250"/>
              <a:gd name="connsiteX91" fmla="*/ 469821 w 738558"/>
              <a:gd name="connsiteY91" fmla="*/ 810492 h 857250"/>
              <a:gd name="connsiteX92" fmla="*/ 452352 w 738558"/>
              <a:gd name="connsiteY92" fmla="*/ 827961 h 857250"/>
              <a:gd name="connsiteX93" fmla="*/ 427120 w 738558"/>
              <a:gd name="connsiteY93" fmla="*/ 829466 h 857250"/>
              <a:gd name="connsiteX94" fmla="*/ 411690 w 738558"/>
              <a:gd name="connsiteY94" fmla="*/ 817340 h 857250"/>
              <a:gd name="connsiteX95" fmla="*/ 402879 w 738558"/>
              <a:gd name="connsiteY95" fmla="*/ 820998 h 857250"/>
              <a:gd name="connsiteX96" fmla="*/ 400545 w 738558"/>
              <a:gd name="connsiteY96" fmla="*/ 840476 h 857250"/>
              <a:gd name="connsiteX97" fmla="*/ 381629 w 738558"/>
              <a:gd name="connsiteY97" fmla="*/ 857250 h 857250"/>
              <a:gd name="connsiteX98" fmla="*/ 356930 w 738558"/>
              <a:gd name="connsiteY98" fmla="*/ 857250 h 857250"/>
              <a:gd name="connsiteX99" fmla="*/ 338023 w 738558"/>
              <a:gd name="connsiteY99" fmla="*/ 840467 h 857250"/>
              <a:gd name="connsiteX100" fmla="*/ 335690 w 738558"/>
              <a:gd name="connsiteY100" fmla="*/ 820988 h 857250"/>
              <a:gd name="connsiteX101" fmla="*/ 326869 w 738558"/>
              <a:gd name="connsiteY101" fmla="*/ 817331 h 857250"/>
              <a:gd name="connsiteX102" fmla="*/ 311439 w 738558"/>
              <a:gd name="connsiteY102" fmla="*/ 829456 h 857250"/>
              <a:gd name="connsiteX103" fmla="*/ 286198 w 738558"/>
              <a:gd name="connsiteY103" fmla="*/ 827951 h 857250"/>
              <a:gd name="connsiteX104" fmla="*/ 268729 w 738558"/>
              <a:gd name="connsiteY104" fmla="*/ 810482 h 857250"/>
              <a:gd name="connsiteX105" fmla="*/ 267224 w 738558"/>
              <a:gd name="connsiteY105" fmla="*/ 785241 h 857250"/>
              <a:gd name="connsiteX106" fmla="*/ 279349 w 738558"/>
              <a:gd name="connsiteY106" fmla="*/ 769811 h 857250"/>
              <a:gd name="connsiteX107" fmla="*/ 275692 w 738558"/>
              <a:gd name="connsiteY107" fmla="*/ 761000 h 857250"/>
              <a:gd name="connsiteX108" fmla="*/ 256213 w 738558"/>
              <a:gd name="connsiteY108" fmla="*/ 758666 h 857250"/>
              <a:gd name="connsiteX109" fmla="*/ 239430 w 738558"/>
              <a:gd name="connsiteY109" fmla="*/ 739759 h 857250"/>
              <a:gd name="connsiteX110" fmla="*/ 239430 w 738558"/>
              <a:gd name="connsiteY110" fmla="*/ 715051 h 857250"/>
              <a:gd name="connsiteX111" fmla="*/ 256203 w 738558"/>
              <a:gd name="connsiteY111" fmla="*/ 696144 h 857250"/>
              <a:gd name="connsiteX112" fmla="*/ 275682 w 738558"/>
              <a:gd name="connsiteY112" fmla="*/ 693811 h 857250"/>
              <a:gd name="connsiteX113" fmla="*/ 279340 w 738558"/>
              <a:gd name="connsiteY113" fmla="*/ 684990 h 857250"/>
              <a:gd name="connsiteX114" fmla="*/ 267214 w 738558"/>
              <a:gd name="connsiteY114" fmla="*/ 669560 h 857250"/>
              <a:gd name="connsiteX115" fmla="*/ 268719 w 738558"/>
              <a:gd name="connsiteY115" fmla="*/ 644319 h 857250"/>
              <a:gd name="connsiteX116" fmla="*/ 286188 w 738558"/>
              <a:gd name="connsiteY116" fmla="*/ 626850 h 857250"/>
              <a:gd name="connsiteX117" fmla="*/ 311420 w 738558"/>
              <a:gd name="connsiteY117" fmla="*/ 625335 h 857250"/>
              <a:gd name="connsiteX118" fmla="*/ 326850 w 738558"/>
              <a:gd name="connsiteY118" fmla="*/ 637461 h 857250"/>
              <a:gd name="connsiteX119" fmla="*/ 335661 w 738558"/>
              <a:gd name="connsiteY119" fmla="*/ 633803 h 857250"/>
              <a:gd name="connsiteX120" fmla="*/ 337995 w 738558"/>
              <a:gd name="connsiteY120" fmla="*/ 614324 h 857250"/>
              <a:gd name="connsiteX121" fmla="*/ 356902 w 738558"/>
              <a:gd name="connsiteY121" fmla="*/ 597541 h 857250"/>
              <a:gd name="connsiteX122" fmla="*/ 381600 w 738558"/>
              <a:gd name="connsiteY122" fmla="*/ 597541 h 857250"/>
              <a:gd name="connsiteX123" fmla="*/ 400507 w 738558"/>
              <a:gd name="connsiteY123" fmla="*/ 614324 h 857250"/>
              <a:gd name="connsiteX124" fmla="*/ 402841 w 738558"/>
              <a:gd name="connsiteY124" fmla="*/ 633803 h 857250"/>
              <a:gd name="connsiteX125" fmla="*/ 411661 w 738558"/>
              <a:gd name="connsiteY125" fmla="*/ 637461 h 857250"/>
              <a:gd name="connsiteX126" fmla="*/ 427091 w 738558"/>
              <a:gd name="connsiteY126" fmla="*/ 625335 h 857250"/>
              <a:gd name="connsiteX127" fmla="*/ 452333 w 738558"/>
              <a:gd name="connsiteY127" fmla="*/ 626840 h 857250"/>
              <a:gd name="connsiteX128" fmla="*/ 469802 w 738558"/>
              <a:gd name="connsiteY128" fmla="*/ 644309 h 857250"/>
              <a:gd name="connsiteX129" fmla="*/ 471307 w 738558"/>
              <a:gd name="connsiteY129" fmla="*/ 669541 h 857250"/>
              <a:gd name="connsiteX130" fmla="*/ 459181 w 738558"/>
              <a:gd name="connsiteY130" fmla="*/ 684971 h 857250"/>
              <a:gd name="connsiteX131" fmla="*/ 462839 w 738558"/>
              <a:gd name="connsiteY131" fmla="*/ 693782 h 857250"/>
              <a:gd name="connsiteX132" fmla="*/ 482317 w 738558"/>
              <a:gd name="connsiteY132" fmla="*/ 696116 h 857250"/>
              <a:gd name="connsiteX133" fmla="*/ 499110 w 738558"/>
              <a:gd name="connsiteY133" fmla="*/ 715061 h 857250"/>
              <a:gd name="connsiteX134" fmla="*/ 476850 w 738558"/>
              <a:gd name="connsiteY134" fmla="*/ 717918 h 857250"/>
              <a:gd name="connsiteX135" fmla="*/ 458210 w 738558"/>
              <a:gd name="connsiteY135" fmla="*/ 715680 h 857250"/>
              <a:gd name="connsiteX136" fmla="*/ 442427 w 738558"/>
              <a:gd name="connsiteY136" fmla="*/ 702840 h 857250"/>
              <a:gd name="connsiteX137" fmla="*/ 438379 w 738558"/>
              <a:gd name="connsiteY137" fmla="*/ 693087 h 857250"/>
              <a:gd name="connsiteX138" fmla="*/ 440455 w 738558"/>
              <a:gd name="connsiteY138" fmla="*/ 672827 h 857250"/>
              <a:gd name="connsiteX139" fmla="*/ 452066 w 738558"/>
              <a:gd name="connsiteY139" fmla="*/ 658054 h 857250"/>
              <a:gd name="connsiteX140" fmla="*/ 438636 w 738558"/>
              <a:gd name="connsiteY140" fmla="*/ 644623 h 857250"/>
              <a:gd name="connsiteX141" fmla="*/ 423872 w 738558"/>
              <a:gd name="connsiteY141" fmla="*/ 656225 h 857250"/>
              <a:gd name="connsiteX142" fmla="*/ 403612 w 738558"/>
              <a:gd name="connsiteY142" fmla="*/ 658301 h 857250"/>
              <a:gd name="connsiteX143" fmla="*/ 393859 w 738558"/>
              <a:gd name="connsiteY143" fmla="*/ 654263 h 857250"/>
              <a:gd name="connsiteX144" fmla="*/ 381010 w 738558"/>
              <a:gd name="connsiteY144" fmla="*/ 638470 h 857250"/>
              <a:gd name="connsiteX145" fmla="*/ 378781 w 738558"/>
              <a:gd name="connsiteY145" fmla="*/ 619839 h 857250"/>
              <a:gd name="connsiteX146" fmla="*/ 359788 w 738558"/>
              <a:gd name="connsiteY146" fmla="*/ 619839 h 857250"/>
              <a:gd name="connsiteX147" fmla="*/ 357549 w 738558"/>
              <a:gd name="connsiteY147" fmla="*/ 638480 h 857250"/>
              <a:gd name="connsiteX148" fmla="*/ 344710 w 738558"/>
              <a:gd name="connsiteY148" fmla="*/ 654272 h 857250"/>
              <a:gd name="connsiteX149" fmla="*/ 334956 w 738558"/>
              <a:gd name="connsiteY149" fmla="*/ 658311 h 857250"/>
              <a:gd name="connsiteX150" fmla="*/ 314696 w 738558"/>
              <a:gd name="connsiteY150" fmla="*/ 656244 h 857250"/>
              <a:gd name="connsiteX151" fmla="*/ 299933 w 738558"/>
              <a:gd name="connsiteY151" fmla="*/ 644633 h 857250"/>
              <a:gd name="connsiteX152" fmla="*/ 286503 w 738558"/>
              <a:gd name="connsiteY152" fmla="*/ 658063 h 857250"/>
              <a:gd name="connsiteX153" fmla="*/ 298104 w 738558"/>
              <a:gd name="connsiteY153" fmla="*/ 672827 h 857250"/>
              <a:gd name="connsiteX154" fmla="*/ 300180 w 738558"/>
              <a:gd name="connsiteY154" fmla="*/ 693087 h 857250"/>
              <a:gd name="connsiteX155" fmla="*/ 296142 w 738558"/>
              <a:gd name="connsiteY155" fmla="*/ 702840 h 857250"/>
              <a:gd name="connsiteX156" fmla="*/ 280359 w 738558"/>
              <a:gd name="connsiteY156" fmla="*/ 715689 h 857250"/>
              <a:gd name="connsiteX157" fmla="*/ 261718 w 738558"/>
              <a:gd name="connsiteY157" fmla="*/ 717928 h 857250"/>
              <a:gd name="connsiteX158" fmla="*/ 261718 w 738558"/>
              <a:gd name="connsiteY158" fmla="*/ 736921 h 857250"/>
              <a:gd name="connsiteX159" fmla="*/ 280359 w 738558"/>
              <a:gd name="connsiteY159" fmla="*/ 739159 h 857250"/>
              <a:gd name="connsiteX160" fmla="*/ 296142 w 738558"/>
              <a:gd name="connsiteY160" fmla="*/ 751999 h 857250"/>
              <a:gd name="connsiteX161" fmla="*/ 300190 w 738558"/>
              <a:gd name="connsiteY161" fmla="*/ 761743 h 857250"/>
              <a:gd name="connsiteX162" fmla="*/ 298113 w 738558"/>
              <a:gd name="connsiteY162" fmla="*/ 782003 h 857250"/>
              <a:gd name="connsiteX163" fmla="*/ 286512 w 738558"/>
              <a:gd name="connsiteY163" fmla="*/ 796766 h 857250"/>
              <a:gd name="connsiteX164" fmla="*/ 299942 w 738558"/>
              <a:gd name="connsiteY164" fmla="*/ 810197 h 857250"/>
              <a:gd name="connsiteX165" fmla="*/ 314706 w 738558"/>
              <a:gd name="connsiteY165" fmla="*/ 798595 h 857250"/>
              <a:gd name="connsiteX166" fmla="*/ 334966 w 738558"/>
              <a:gd name="connsiteY166" fmla="*/ 796519 h 857250"/>
              <a:gd name="connsiteX167" fmla="*/ 344719 w 738558"/>
              <a:gd name="connsiteY167" fmla="*/ 800557 h 857250"/>
              <a:gd name="connsiteX168" fmla="*/ 357569 w 738558"/>
              <a:gd name="connsiteY168" fmla="*/ 816350 h 857250"/>
              <a:gd name="connsiteX169" fmla="*/ 359807 w 738558"/>
              <a:gd name="connsiteY169" fmla="*/ 834990 h 857250"/>
              <a:gd name="connsiteX170" fmla="*/ 378800 w 738558"/>
              <a:gd name="connsiteY170" fmla="*/ 834990 h 857250"/>
              <a:gd name="connsiteX171" fmla="*/ 381029 w 738558"/>
              <a:gd name="connsiteY171" fmla="*/ 816350 h 857250"/>
              <a:gd name="connsiteX172" fmla="*/ 393868 w 738558"/>
              <a:gd name="connsiteY172" fmla="*/ 800557 h 857250"/>
              <a:gd name="connsiteX173" fmla="*/ 403622 w 738558"/>
              <a:gd name="connsiteY173" fmla="*/ 796509 h 857250"/>
              <a:gd name="connsiteX174" fmla="*/ 423882 w 738558"/>
              <a:gd name="connsiteY174" fmla="*/ 798586 h 857250"/>
              <a:gd name="connsiteX175" fmla="*/ 438645 w 738558"/>
              <a:gd name="connsiteY175" fmla="*/ 810187 h 857250"/>
              <a:gd name="connsiteX176" fmla="*/ 452076 w 738558"/>
              <a:gd name="connsiteY176" fmla="*/ 796757 h 857250"/>
              <a:gd name="connsiteX177" fmla="*/ 440474 w 738558"/>
              <a:gd name="connsiteY177" fmla="*/ 781993 h 857250"/>
              <a:gd name="connsiteX178" fmla="*/ 438398 w 738558"/>
              <a:gd name="connsiteY178" fmla="*/ 761733 h 857250"/>
              <a:gd name="connsiteX179" fmla="*/ 442446 w 738558"/>
              <a:gd name="connsiteY179" fmla="*/ 751980 h 857250"/>
              <a:gd name="connsiteX180" fmla="*/ 458238 w 738558"/>
              <a:gd name="connsiteY180" fmla="*/ 739130 h 857250"/>
              <a:gd name="connsiteX181" fmla="*/ 476869 w 738558"/>
              <a:gd name="connsiteY181" fmla="*/ 736892 h 857250"/>
              <a:gd name="connsiteX182" fmla="*/ 476869 w 738558"/>
              <a:gd name="connsiteY182" fmla="*/ 717918 h 857250"/>
              <a:gd name="connsiteX183" fmla="*/ 433511 w 738558"/>
              <a:gd name="connsiteY183" fmla="*/ 727415 h 857250"/>
              <a:gd name="connsiteX184" fmla="*/ 369275 w 738558"/>
              <a:gd name="connsiteY184" fmla="*/ 791651 h 857250"/>
              <a:gd name="connsiteX185" fmla="*/ 305038 w 738558"/>
              <a:gd name="connsiteY185" fmla="*/ 727415 h 857250"/>
              <a:gd name="connsiteX186" fmla="*/ 369275 w 738558"/>
              <a:gd name="connsiteY186" fmla="*/ 663178 h 857250"/>
              <a:gd name="connsiteX187" fmla="*/ 433511 w 738558"/>
              <a:gd name="connsiteY187" fmla="*/ 727415 h 857250"/>
              <a:gd name="connsiteX188" fmla="*/ 411242 w 738558"/>
              <a:gd name="connsiteY188" fmla="*/ 727415 h 857250"/>
              <a:gd name="connsiteX189" fmla="*/ 369275 w 738558"/>
              <a:gd name="connsiteY189" fmla="*/ 685448 h 857250"/>
              <a:gd name="connsiteX190" fmla="*/ 327308 w 738558"/>
              <a:gd name="connsiteY190" fmla="*/ 727415 h 857250"/>
              <a:gd name="connsiteX191" fmla="*/ 369275 w 738558"/>
              <a:gd name="connsiteY191" fmla="*/ 769382 h 857250"/>
              <a:gd name="connsiteX192" fmla="*/ 411242 w 738558"/>
              <a:gd name="connsiteY192" fmla="*/ 727415 h 857250"/>
              <a:gd name="connsiteX193" fmla="*/ 369275 w 738558"/>
              <a:gd name="connsiteY193" fmla="*/ 0 h 857250"/>
              <a:gd name="connsiteX194" fmla="*/ 0 w 738558"/>
              <a:gd name="connsiteY194" fmla="*/ 369275 h 857250"/>
              <a:gd name="connsiteX195" fmla="*/ 58055 w 738558"/>
              <a:gd name="connsiteY195" fmla="*/ 568119 h 857250"/>
              <a:gd name="connsiteX196" fmla="*/ 208740 w 738558"/>
              <a:gd name="connsiteY196" fmla="*/ 701916 h 857250"/>
              <a:gd name="connsiteX197" fmla="*/ 213579 w 738558"/>
              <a:gd name="connsiteY197" fmla="*/ 703031 h 857250"/>
              <a:gd name="connsiteX198" fmla="*/ 223609 w 738558"/>
              <a:gd name="connsiteY198" fmla="*/ 696744 h 857250"/>
              <a:gd name="connsiteX199" fmla="*/ 218427 w 738558"/>
              <a:gd name="connsiteY199" fmla="*/ 681876 h 857250"/>
              <a:gd name="connsiteX200" fmla="*/ 22260 w 738558"/>
              <a:gd name="connsiteY200" fmla="*/ 369275 h 857250"/>
              <a:gd name="connsiteX201" fmla="*/ 369275 w 738558"/>
              <a:gd name="connsiteY201" fmla="*/ 22269 h 857250"/>
              <a:gd name="connsiteX202" fmla="*/ 716280 w 738558"/>
              <a:gd name="connsiteY202" fmla="*/ 369275 h 857250"/>
              <a:gd name="connsiteX203" fmla="*/ 558175 w 738558"/>
              <a:gd name="connsiteY203" fmla="*/ 660502 h 857250"/>
              <a:gd name="connsiteX204" fmla="*/ 561384 w 738558"/>
              <a:gd name="connsiteY204" fmla="*/ 655472 h 857250"/>
              <a:gd name="connsiteX205" fmla="*/ 557984 w 738558"/>
              <a:gd name="connsiteY205" fmla="*/ 640099 h 857250"/>
              <a:gd name="connsiteX206" fmla="*/ 542611 w 738558"/>
              <a:gd name="connsiteY206" fmla="*/ 643499 h 857250"/>
              <a:gd name="connsiteX207" fmla="*/ 515579 w 738558"/>
              <a:gd name="connsiteY207" fmla="*/ 685914 h 857250"/>
              <a:gd name="connsiteX208" fmla="*/ 515341 w 738558"/>
              <a:gd name="connsiteY208" fmla="*/ 697487 h 857250"/>
              <a:gd name="connsiteX209" fmla="*/ 525504 w 738558"/>
              <a:gd name="connsiteY209" fmla="*/ 703021 h 857250"/>
              <a:gd name="connsiteX210" fmla="*/ 575739 w 738558"/>
              <a:gd name="connsiteY210" fmla="*/ 700602 h 857250"/>
              <a:gd name="connsiteX211" fmla="*/ 586321 w 738558"/>
              <a:gd name="connsiteY211" fmla="*/ 688943 h 857250"/>
              <a:gd name="connsiteX212" fmla="*/ 574662 w 738558"/>
              <a:gd name="connsiteY212" fmla="*/ 678361 h 857250"/>
              <a:gd name="connsiteX213" fmla="*/ 571176 w 738558"/>
              <a:gd name="connsiteY213" fmla="*/ 678532 h 857250"/>
              <a:gd name="connsiteX214" fmla="*/ 680990 w 738558"/>
              <a:gd name="connsiteY214" fmla="*/ 567357 h 857250"/>
              <a:gd name="connsiteX215" fmla="*/ 738559 w 738558"/>
              <a:gd name="connsiteY215" fmla="*/ 369275 h 857250"/>
              <a:gd name="connsiteX216" fmla="*/ 369275 w 738558"/>
              <a:gd name="connsiteY216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738558" h="857250">
                <a:moveTo>
                  <a:pt x="396088" y="706745"/>
                </a:moveTo>
                <a:cubicBezTo>
                  <a:pt x="400345" y="711184"/>
                  <a:pt x="400193" y="718233"/>
                  <a:pt x="395754" y="722490"/>
                </a:cubicBezTo>
                <a:lnTo>
                  <a:pt x="368703" y="748417"/>
                </a:lnTo>
                <a:cubicBezTo>
                  <a:pt x="366627" y="750408"/>
                  <a:pt x="363865" y="751513"/>
                  <a:pt x="360998" y="751513"/>
                </a:cubicBezTo>
                <a:cubicBezTo>
                  <a:pt x="360731" y="751513"/>
                  <a:pt x="360455" y="751504"/>
                  <a:pt x="360188" y="751484"/>
                </a:cubicBezTo>
                <a:cubicBezTo>
                  <a:pt x="357045" y="751256"/>
                  <a:pt x="354149" y="749703"/>
                  <a:pt x="352206" y="747217"/>
                </a:cubicBezTo>
                <a:lnTo>
                  <a:pt x="341700" y="733711"/>
                </a:lnTo>
                <a:cubicBezTo>
                  <a:pt x="337928" y="728863"/>
                  <a:pt x="338795" y="721862"/>
                  <a:pt x="343653" y="718090"/>
                </a:cubicBezTo>
                <a:cubicBezTo>
                  <a:pt x="348510" y="714318"/>
                  <a:pt x="355502" y="715194"/>
                  <a:pt x="359273" y="720042"/>
                </a:cubicBezTo>
                <a:lnTo>
                  <a:pt x="362198" y="723805"/>
                </a:lnTo>
                <a:lnTo>
                  <a:pt x="380333" y="706422"/>
                </a:lnTo>
                <a:cubicBezTo>
                  <a:pt x="384791" y="702154"/>
                  <a:pt x="391839" y="702307"/>
                  <a:pt x="396088" y="706745"/>
                </a:cubicBezTo>
                <a:close/>
                <a:moveTo>
                  <a:pt x="380048" y="269157"/>
                </a:moveTo>
                <a:cubicBezTo>
                  <a:pt x="385486" y="289455"/>
                  <a:pt x="382734" y="310591"/>
                  <a:pt x="372285" y="328689"/>
                </a:cubicBezTo>
                <a:lnTo>
                  <a:pt x="280111" y="488337"/>
                </a:lnTo>
                <a:cubicBezTo>
                  <a:pt x="265595" y="513483"/>
                  <a:pt x="239154" y="527552"/>
                  <a:pt x="212017" y="527561"/>
                </a:cubicBezTo>
                <a:cubicBezTo>
                  <a:pt x="198711" y="527561"/>
                  <a:pt x="185242" y="524180"/>
                  <a:pt x="172917" y="517065"/>
                </a:cubicBezTo>
                <a:cubicBezTo>
                  <a:pt x="135446" y="495424"/>
                  <a:pt x="122558" y="447342"/>
                  <a:pt x="144189" y="409861"/>
                </a:cubicBezTo>
                <a:lnTo>
                  <a:pt x="236363" y="250212"/>
                </a:lnTo>
                <a:cubicBezTo>
                  <a:pt x="258004" y="212741"/>
                  <a:pt x="306086" y="199854"/>
                  <a:pt x="343557" y="221485"/>
                </a:cubicBezTo>
                <a:cubicBezTo>
                  <a:pt x="361655" y="231934"/>
                  <a:pt x="374609" y="248860"/>
                  <a:pt x="380048" y="269157"/>
                </a:cubicBezTo>
                <a:close/>
                <a:moveTo>
                  <a:pt x="304162" y="402155"/>
                </a:moveTo>
                <a:cubicBezTo>
                  <a:pt x="272996" y="381152"/>
                  <a:pt x="240344" y="362283"/>
                  <a:pt x="206826" y="345910"/>
                </a:cubicBezTo>
                <a:lnTo>
                  <a:pt x="163478" y="420986"/>
                </a:lnTo>
                <a:cubicBezTo>
                  <a:pt x="156010" y="433921"/>
                  <a:pt x="154038" y="449066"/>
                  <a:pt x="157944" y="463620"/>
                </a:cubicBezTo>
                <a:cubicBezTo>
                  <a:pt x="161839" y="478174"/>
                  <a:pt x="171117" y="490299"/>
                  <a:pt x="184052" y="497767"/>
                </a:cubicBezTo>
                <a:cubicBezTo>
                  <a:pt x="210893" y="513264"/>
                  <a:pt x="245335" y="504034"/>
                  <a:pt x="260833" y="477193"/>
                </a:cubicBezTo>
                <a:lnTo>
                  <a:pt x="304162" y="402155"/>
                </a:lnTo>
                <a:close/>
                <a:moveTo>
                  <a:pt x="332432" y="240773"/>
                </a:moveTo>
                <a:lnTo>
                  <a:pt x="337995" y="231134"/>
                </a:lnTo>
                <a:lnTo>
                  <a:pt x="332432" y="240773"/>
                </a:lnTo>
                <a:cubicBezTo>
                  <a:pt x="323602" y="235677"/>
                  <a:pt x="313954" y="233258"/>
                  <a:pt x="304419" y="233258"/>
                </a:cubicBezTo>
                <a:cubicBezTo>
                  <a:pt x="284979" y="233258"/>
                  <a:pt x="266043" y="243335"/>
                  <a:pt x="255641" y="261347"/>
                </a:cubicBezTo>
                <a:lnTo>
                  <a:pt x="217980" y="326584"/>
                </a:lnTo>
                <a:cubicBezTo>
                  <a:pt x="251470" y="343024"/>
                  <a:pt x="284121" y="361883"/>
                  <a:pt x="315316" y="382829"/>
                </a:cubicBezTo>
                <a:lnTo>
                  <a:pt x="353006" y="317554"/>
                </a:lnTo>
                <a:cubicBezTo>
                  <a:pt x="368503" y="290713"/>
                  <a:pt x="359273" y="256270"/>
                  <a:pt x="332432" y="240773"/>
                </a:cubicBezTo>
                <a:close/>
                <a:moveTo>
                  <a:pt x="331584" y="250574"/>
                </a:moveTo>
                <a:cubicBezTo>
                  <a:pt x="320288" y="242640"/>
                  <a:pt x="306762" y="239935"/>
                  <a:pt x="293494" y="242964"/>
                </a:cubicBezTo>
                <a:cubicBezTo>
                  <a:pt x="279540" y="246145"/>
                  <a:pt x="267272" y="255575"/>
                  <a:pt x="259852" y="268834"/>
                </a:cubicBezTo>
                <a:cubicBezTo>
                  <a:pt x="256851" y="274196"/>
                  <a:pt x="258756" y="280978"/>
                  <a:pt x="264128" y="283988"/>
                </a:cubicBezTo>
                <a:cubicBezTo>
                  <a:pt x="265852" y="284950"/>
                  <a:pt x="267719" y="285407"/>
                  <a:pt x="269557" y="285407"/>
                </a:cubicBezTo>
                <a:cubicBezTo>
                  <a:pt x="273453" y="285407"/>
                  <a:pt x="277244" y="283359"/>
                  <a:pt x="279283" y="279711"/>
                </a:cubicBezTo>
                <a:cubicBezTo>
                  <a:pt x="283702" y="271824"/>
                  <a:pt x="290503" y="266481"/>
                  <a:pt x="298447" y="264671"/>
                </a:cubicBezTo>
                <a:cubicBezTo>
                  <a:pt x="305495" y="263061"/>
                  <a:pt x="312725" y="264528"/>
                  <a:pt x="318802" y="268796"/>
                </a:cubicBezTo>
                <a:cubicBezTo>
                  <a:pt x="323831" y="272329"/>
                  <a:pt x="330775" y="271110"/>
                  <a:pt x="334308" y="266081"/>
                </a:cubicBezTo>
                <a:cubicBezTo>
                  <a:pt x="337833" y="261052"/>
                  <a:pt x="336614" y="254108"/>
                  <a:pt x="331584" y="250574"/>
                </a:cubicBezTo>
                <a:close/>
                <a:moveTo>
                  <a:pt x="387658" y="347434"/>
                </a:moveTo>
                <a:cubicBezTo>
                  <a:pt x="411309" y="335175"/>
                  <a:pt x="442522" y="327698"/>
                  <a:pt x="475555" y="326384"/>
                </a:cubicBezTo>
                <a:cubicBezTo>
                  <a:pt x="498558" y="325469"/>
                  <a:pt x="520475" y="327631"/>
                  <a:pt x="539515" y="332394"/>
                </a:cubicBezTo>
                <a:cubicBezTo>
                  <a:pt x="539658" y="332423"/>
                  <a:pt x="539801" y="332470"/>
                  <a:pt x="539944" y="332508"/>
                </a:cubicBezTo>
                <a:cubicBezTo>
                  <a:pt x="560994" y="337823"/>
                  <a:pt x="578491" y="346310"/>
                  <a:pt x="589940" y="357321"/>
                </a:cubicBezTo>
                <a:cubicBezTo>
                  <a:pt x="599675" y="366674"/>
                  <a:pt x="604818" y="377685"/>
                  <a:pt x="604818" y="389172"/>
                </a:cubicBezTo>
                <a:lnTo>
                  <a:pt x="604818" y="438093"/>
                </a:lnTo>
                <a:cubicBezTo>
                  <a:pt x="604818" y="481898"/>
                  <a:pt x="538429" y="506320"/>
                  <a:pt x="476736" y="510483"/>
                </a:cubicBezTo>
                <a:cubicBezTo>
                  <a:pt x="476536" y="510502"/>
                  <a:pt x="476326" y="510502"/>
                  <a:pt x="476126" y="510502"/>
                </a:cubicBezTo>
                <a:cubicBezTo>
                  <a:pt x="475040" y="510521"/>
                  <a:pt x="473945" y="510521"/>
                  <a:pt x="472850" y="510521"/>
                </a:cubicBezTo>
                <a:cubicBezTo>
                  <a:pt x="433864" y="510521"/>
                  <a:pt x="385010" y="502158"/>
                  <a:pt x="361045" y="478479"/>
                </a:cubicBezTo>
                <a:cubicBezTo>
                  <a:pt x="351977" y="469516"/>
                  <a:pt x="347186" y="458791"/>
                  <a:pt x="347186" y="447456"/>
                </a:cubicBezTo>
                <a:lnTo>
                  <a:pt x="347186" y="398526"/>
                </a:lnTo>
                <a:cubicBezTo>
                  <a:pt x="347177" y="379114"/>
                  <a:pt x="361559" y="360969"/>
                  <a:pt x="387658" y="347434"/>
                </a:cubicBezTo>
                <a:close/>
                <a:moveTo>
                  <a:pt x="582549" y="438074"/>
                </a:moveTo>
                <a:lnTo>
                  <a:pt x="582549" y="428568"/>
                </a:lnTo>
                <a:cubicBezTo>
                  <a:pt x="577329" y="432740"/>
                  <a:pt x="571262" y="436664"/>
                  <a:pt x="564337" y="440246"/>
                </a:cubicBezTo>
                <a:cubicBezTo>
                  <a:pt x="540687" y="452504"/>
                  <a:pt x="509473" y="459981"/>
                  <a:pt x="476441" y="461296"/>
                </a:cubicBezTo>
                <a:cubicBezTo>
                  <a:pt x="472983" y="461429"/>
                  <a:pt x="469535" y="461505"/>
                  <a:pt x="466134" y="461505"/>
                </a:cubicBezTo>
                <a:cubicBezTo>
                  <a:pt x="442722" y="461505"/>
                  <a:pt x="420757" y="458286"/>
                  <a:pt x="402250" y="452399"/>
                </a:cubicBezTo>
                <a:cubicBezTo>
                  <a:pt x="402231" y="452390"/>
                  <a:pt x="402203" y="452390"/>
                  <a:pt x="402184" y="452380"/>
                </a:cubicBezTo>
                <a:cubicBezTo>
                  <a:pt x="389411" y="448313"/>
                  <a:pt x="378285" y="442960"/>
                  <a:pt x="369456" y="436521"/>
                </a:cubicBezTo>
                <a:lnTo>
                  <a:pt x="369456" y="447446"/>
                </a:lnTo>
                <a:cubicBezTo>
                  <a:pt x="369456" y="452847"/>
                  <a:pt x="371827" y="457819"/>
                  <a:pt x="376695" y="462629"/>
                </a:cubicBezTo>
                <a:cubicBezTo>
                  <a:pt x="392687" y="478431"/>
                  <a:pt x="432397" y="488709"/>
                  <a:pt x="475555" y="488232"/>
                </a:cubicBezTo>
                <a:cubicBezTo>
                  <a:pt x="534581" y="484184"/>
                  <a:pt x="582549" y="461715"/>
                  <a:pt x="582549" y="438074"/>
                </a:cubicBezTo>
                <a:close/>
                <a:moveTo>
                  <a:pt x="574510" y="373361"/>
                </a:moveTo>
                <a:cubicBezTo>
                  <a:pt x="566623" y="365789"/>
                  <a:pt x="554384" y="359654"/>
                  <a:pt x="539439" y="355368"/>
                </a:cubicBezTo>
                <a:lnTo>
                  <a:pt x="431549" y="436521"/>
                </a:lnTo>
                <a:cubicBezTo>
                  <a:pt x="445151" y="438741"/>
                  <a:pt x="460105" y="439664"/>
                  <a:pt x="475555" y="439045"/>
                </a:cubicBezTo>
                <a:cubicBezTo>
                  <a:pt x="538610" y="436540"/>
                  <a:pt x="582549" y="410737"/>
                  <a:pt x="582549" y="389153"/>
                </a:cubicBezTo>
                <a:cubicBezTo>
                  <a:pt x="582549" y="383800"/>
                  <a:pt x="579844" y="378485"/>
                  <a:pt x="574510" y="373361"/>
                </a:cubicBezTo>
                <a:close/>
                <a:moveTo>
                  <a:pt x="369446" y="398526"/>
                </a:moveTo>
                <a:cubicBezTo>
                  <a:pt x="369446" y="403879"/>
                  <a:pt x="372151" y="409194"/>
                  <a:pt x="377485" y="414318"/>
                </a:cubicBezTo>
                <a:cubicBezTo>
                  <a:pt x="383781" y="420367"/>
                  <a:pt x="392849" y="425491"/>
                  <a:pt x="403851" y="429492"/>
                </a:cubicBezTo>
                <a:lnTo>
                  <a:pt x="509892" y="349729"/>
                </a:lnTo>
                <a:cubicBezTo>
                  <a:pt x="499253" y="348577"/>
                  <a:pt x="487985" y="348177"/>
                  <a:pt x="476441" y="348634"/>
                </a:cubicBezTo>
                <a:cubicBezTo>
                  <a:pt x="413385" y="351139"/>
                  <a:pt x="369446" y="376942"/>
                  <a:pt x="369446" y="398526"/>
                </a:cubicBezTo>
                <a:close/>
                <a:moveTo>
                  <a:pt x="499110" y="715061"/>
                </a:moveTo>
                <a:lnTo>
                  <a:pt x="499110" y="739769"/>
                </a:lnTo>
                <a:cubicBezTo>
                  <a:pt x="499110" y="749408"/>
                  <a:pt x="491890" y="757533"/>
                  <a:pt x="482327" y="758676"/>
                </a:cubicBezTo>
                <a:lnTo>
                  <a:pt x="462858" y="761009"/>
                </a:lnTo>
                <a:cubicBezTo>
                  <a:pt x="461782" y="764000"/>
                  <a:pt x="460562" y="766953"/>
                  <a:pt x="459200" y="769830"/>
                </a:cubicBezTo>
                <a:lnTo>
                  <a:pt x="471326" y="785251"/>
                </a:lnTo>
                <a:cubicBezTo>
                  <a:pt x="477279" y="792823"/>
                  <a:pt x="476631" y="803672"/>
                  <a:pt x="469821" y="810492"/>
                </a:cubicBezTo>
                <a:lnTo>
                  <a:pt x="452352" y="827961"/>
                </a:lnTo>
                <a:cubicBezTo>
                  <a:pt x="445541" y="834771"/>
                  <a:pt x="434692" y="835419"/>
                  <a:pt x="427120" y="829466"/>
                </a:cubicBezTo>
                <a:lnTo>
                  <a:pt x="411690" y="817340"/>
                </a:lnTo>
                <a:cubicBezTo>
                  <a:pt x="408813" y="818693"/>
                  <a:pt x="405870" y="819922"/>
                  <a:pt x="402879" y="820998"/>
                </a:cubicBezTo>
                <a:lnTo>
                  <a:pt x="400545" y="840476"/>
                </a:lnTo>
                <a:cubicBezTo>
                  <a:pt x="399393" y="850040"/>
                  <a:pt x="391258" y="857250"/>
                  <a:pt x="381629" y="857250"/>
                </a:cubicBezTo>
                <a:lnTo>
                  <a:pt x="356930" y="857250"/>
                </a:lnTo>
                <a:cubicBezTo>
                  <a:pt x="347291" y="857250"/>
                  <a:pt x="339166" y="850040"/>
                  <a:pt x="338023" y="840467"/>
                </a:cubicBezTo>
                <a:lnTo>
                  <a:pt x="335690" y="820988"/>
                </a:lnTo>
                <a:cubicBezTo>
                  <a:pt x="332699" y="819912"/>
                  <a:pt x="329746" y="818693"/>
                  <a:pt x="326869" y="817331"/>
                </a:cubicBezTo>
                <a:lnTo>
                  <a:pt x="311439" y="829456"/>
                </a:lnTo>
                <a:cubicBezTo>
                  <a:pt x="303857" y="835409"/>
                  <a:pt x="293008" y="834762"/>
                  <a:pt x="286198" y="827951"/>
                </a:cubicBezTo>
                <a:lnTo>
                  <a:pt x="268729" y="810482"/>
                </a:lnTo>
                <a:cubicBezTo>
                  <a:pt x="261918" y="803672"/>
                  <a:pt x="261271" y="792823"/>
                  <a:pt x="267224" y="785241"/>
                </a:cubicBezTo>
                <a:lnTo>
                  <a:pt x="279349" y="769811"/>
                </a:lnTo>
                <a:cubicBezTo>
                  <a:pt x="277997" y="766943"/>
                  <a:pt x="276768" y="763991"/>
                  <a:pt x="275692" y="761000"/>
                </a:cubicBezTo>
                <a:lnTo>
                  <a:pt x="256213" y="758666"/>
                </a:lnTo>
                <a:cubicBezTo>
                  <a:pt x="246650" y="757523"/>
                  <a:pt x="239430" y="749389"/>
                  <a:pt x="239430" y="739759"/>
                </a:cubicBezTo>
                <a:lnTo>
                  <a:pt x="239430" y="715051"/>
                </a:lnTo>
                <a:cubicBezTo>
                  <a:pt x="239430" y="705422"/>
                  <a:pt x="246640" y="697287"/>
                  <a:pt x="256203" y="696144"/>
                </a:cubicBezTo>
                <a:lnTo>
                  <a:pt x="275682" y="693811"/>
                </a:lnTo>
                <a:cubicBezTo>
                  <a:pt x="276758" y="690820"/>
                  <a:pt x="277978" y="687877"/>
                  <a:pt x="279340" y="684990"/>
                </a:cubicBezTo>
                <a:lnTo>
                  <a:pt x="267214" y="669560"/>
                </a:lnTo>
                <a:cubicBezTo>
                  <a:pt x="261261" y="661988"/>
                  <a:pt x="261909" y="651139"/>
                  <a:pt x="268719" y="644319"/>
                </a:cubicBezTo>
                <a:lnTo>
                  <a:pt x="286188" y="626850"/>
                </a:lnTo>
                <a:cubicBezTo>
                  <a:pt x="292999" y="620039"/>
                  <a:pt x="303848" y="619392"/>
                  <a:pt x="311420" y="625335"/>
                </a:cubicBezTo>
                <a:lnTo>
                  <a:pt x="326850" y="637461"/>
                </a:lnTo>
                <a:cubicBezTo>
                  <a:pt x="329727" y="636108"/>
                  <a:pt x="332680" y="634879"/>
                  <a:pt x="335661" y="633803"/>
                </a:cubicBezTo>
                <a:lnTo>
                  <a:pt x="337995" y="614324"/>
                </a:lnTo>
                <a:cubicBezTo>
                  <a:pt x="339138" y="604761"/>
                  <a:pt x="347272" y="597541"/>
                  <a:pt x="356902" y="597541"/>
                </a:cubicBezTo>
                <a:lnTo>
                  <a:pt x="381600" y="597541"/>
                </a:lnTo>
                <a:cubicBezTo>
                  <a:pt x="391239" y="597541"/>
                  <a:pt x="399364" y="604752"/>
                  <a:pt x="400507" y="614324"/>
                </a:cubicBezTo>
                <a:lnTo>
                  <a:pt x="402841" y="633803"/>
                </a:lnTo>
                <a:cubicBezTo>
                  <a:pt x="405832" y="634879"/>
                  <a:pt x="408784" y="636099"/>
                  <a:pt x="411661" y="637461"/>
                </a:cubicBezTo>
                <a:lnTo>
                  <a:pt x="427091" y="625335"/>
                </a:lnTo>
                <a:cubicBezTo>
                  <a:pt x="434664" y="619382"/>
                  <a:pt x="445513" y="620030"/>
                  <a:pt x="452333" y="626840"/>
                </a:cubicBezTo>
                <a:lnTo>
                  <a:pt x="469802" y="644309"/>
                </a:lnTo>
                <a:cubicBezTo>
                  <a:pt x="476612" y="651120"/>
                  <a:pt x="477260" y="661968"/>
                  <a:pt x="471307" y="669541"/>
                </a:cubicBezTo>
                <a:lnTo>
                  <a:pt x="459181" y="684971"/>
                </a:lnTo>
                <a:cubicBezTo>
                  <a:pt x="460534" y="687848"/>
                  <a:pt x="461762" y="690791"/>
                  <a:pt x="462839" y="693782"/>
                </a:cubicBezTo>
                <a:lnTo>
                  <a:pt x="482317" y="696116"/>
                </a:lnTo>
                <a:cubicBezTo>
                  <a:pt x="491900" y="697297"/>
                  <a:pt x="499110" y="705431"/>
                  <a:pt x="499110" y="715061"/>
                </a:cubicBezTo>
                <a:close/>
                <a:moveTo>
                  <a:pt x="476850" y="717918"/>
                </a:moveTo>
                <a:lnTo>
                  <a:pt x="458210" y="715680"/>
                </a:lnTo>
                <a:cubicBezTo>
                  <a:pt x="450837" y="714804"/>
                  <a:pt x="444789" y="709879"/>
                  <a:pt x="442427" y="702840"/>
                </a:cubicBezTo>
                <a:cubicBezTo>
                  <a:pt x="441312" y="699516"/>
                  <a:pt x="439950" y="696239"/>
                  <a:pt x="438379" y="693087"/>
                </a:cubicBezTo>
                <a:cubicBezTo>
                  <a:pt x="435064" y="686429"/>
                  <a:pt x="435864" y="678666"/>
                  <a:pt x="440455" y="672827"/>
                </a:cubicBezTo>
                <a:lnTo>
                  <a:pt x="452066" y="658054"/>
                </a:lnTo>
                <a:lnTo>
                  <a:pt x="438636" y="644623"/>
                </a:lnTo>
                <a:lnTo>
                  <a:pt x="423872" y="656225"/>
                </a:lnTo>
                <a:cubicBezTo>
                  <a:pt x="418033" y="660816"/>
                  <a:pt x="410270" y="661616"/>
                  <a:pt x="403612" y="658301"/>
                </a:cubicBezTo>
                <a:cubicBezTo>
                  <a:pt x="400460" y="656730"/>
                  <a:pt x="397183" y="655377"/>
                  <a:pt x="393859" y="654263"/>
                </a:cubicBezTo>
                <a:cubicBezTo>
                  <a:pt x="386810" y="651901"/>
                  <a:pt x="381895" y="645843"/>
                  <a:pt x="381010" y="638470"/>
                </a:cubicBezTo>
                <a:lnTo>
                  <a:pt x="378781" y="619839"/>
                </a:lnTo>
                <a:lnTo>
                  <a:pt x="359788" y="619839"/>
                </a:lnTo>
                <a:lnTo>
                  <a:pt x="357549" y="638480"/>
                </a:lnTo>
                <a:cubicBezTo>
                  <a:pt x="356664" y="645852"/>
                  <a:pt x="351749" y="651901"/>
                  <a:pt x="344710" y="654272"/>
                </a:cubicBezTo>
                <a:cubicBezTo>
                  <a:pt x="341386" y="655387"/>
                  <a:pt x="338109" y="656749"/>
                  <a:pt x="334956" y="658311"/>
                </a:cubicBezTo>
                <a:cubicBezTo>
                  <a:pt x="328298" y="661626"/>
                  <a:pt x="320535" y="660835"/>
                  <a:pt x="314696" y="656244"/>
                </a:cubicBezTo>
                <a:lnTo>
                  <a:pt x="299933" y="644633"/>
                </a:lnTo>
                <a:lnTo>
                  <a:pt x="286503" y="658063"/>
                </a:lnTo>
                <a:lnTo>
                  <a:pt x="298104" y="672827"/>
                </a:lnTo>
                <a:cubicBezTo>
                  <a:pt x="302695" y="678675"/>
                  <a:pt x="303495" y="686438"/>
                  <a:pt x="300180" y="693087"/>
                </a:cubicBezTo>
                <a:cubicBezTo>
                  <a:pt x="298609" y="696239"/>
                  <a:pt x="297256" y="699516"/>
                  <a:pt x="296142" y="702840"/>
                </a:cubicBezTo>
                <a:cubicBezTo>
                  <a:pt x="293770" y="709879"/>
                  <a:pt x="287722" y="714804"/>
                  <a:pt x="280359" y="715689"/>
                </a:cubicBezTo>
                <a:lnTo>
                  <a:pt x="261718" y="717928"/>
                </a:lnTo>
                <a:lnTo>
                  <a:pt x="261718" y="736921"/>
                </a:lnTo>
                <a:lnTo>
                  <a:pt x="280359" y="739159"/>
                </a:lnTo>
                <a:cubicBezTo>
                  <a:pt x="287731" y="740045"/>
                  <a:pt x="293780" y="744969"/>
                  <a:pt x="296142" y="751999"/>
                </a:cubicBezTo>
                <a:cubicBezTo>
                  <a:pt x="297256" y="755323"/>
                  <a:pt x="298618" y="758609"/>
                  <a:pt x="300190" y="761743"/>
                </a:cubicBezTo>
                <a:cubicBezTo>
                  <a:pt x="303505" y="768401"/>
                  <a:pt x="302705" y="776164"/>
                  <a:pt x="298113" y="782003"/>
                </a:cubicBezTo>
                <a:lnTo>
                  <a:pt x="286512" y="796766"/>
                </a:lnTo>
                <a:lnTo>
                  <a:pt x="299942" y="810197"/>
                </a:lnTo>
                <a:lnTo>
                  <a:pt x="314706" y="798595"/>
                </a:lnTo>
                <a:cubicBezTo>
                  <a:pt x="320545" y="794004"/>
                  <a:pt x="328308" y="793204"/>
                  <a:pt x="334966" y="796519"/>
                </a:cubicBezTo>
                <a:cubicBezTo>
                  <a:pt x="338109" y="798090"/>
                  <a:pt x="341395" y="799443"/>
                  <a:pt x="344719" y="800557"/>
                </a:cubicBezTo>
                <a:cubicBezTo>
                  <a:pt x="351758" y="802919"/>
                  <a:pt x="356683" y="808977"/>
                  <a:pt x="357569" y="816350"/>
                </a:cubicBezTo>
                <a:lnTo>
                  <a:pt x="359807" y="834990"/>
                </a:lnTo>
                <a:lnTo>
                  <a:pt x="378800" y="834990"/>
                </a:lnTo>
                <a:lnTo>
                  <a:pt x="381029" y="816350"/>
                </a:lnTo>
                <a:cubicBezTo>
                  <a:pt x="381914" y="808977"/>
                  <a:pt x="386839" y="802929"/>
                  <a:pt x="393868" y="800557"/>
                </a:cubicBezTo>
                <a:cubicBezTo>
                  <a:pt x="397193" y="799443"/>
                  <a:pt x="400469" y="798081"/>
                  <a:pt x="403622" y="796509"/>
                </a:cubicBezTo>
                <a:cubicBezTo>
                  <a:pt x="410280" y="793194"/>
                  <a:pt x="418043" y="793995"/>
                  <a:pt x="423882" y="798586"/>
                </a:cubicBezTo>
                <a:lnTo>
                  <a:pt x="438645" y="810187"/>
                </a:lnTo>
                <a:lnTo>
                  <a:pt x="452076" y="796757"/>
                </a:lnTo>
                <a:lnTo>
                  <a:pt x="440474" y="781993"/>
                </a:lnTo>
                <a:cubicBezTo>
                  <a:pt x="435883" y="776154"/>
                  <a:pt x="435083" y="768391"/>
                  <a:pt x="438398" y="761733"/>
                </a:cubicBezTo>
                <a:cubicBezTo>
                  <a:pt x="439969" y="758590"/>
                  <a:pt x="441322" y="755304"/>
                  <a:pt x="442446" y="751980"/>
                </a:cubicBezTo>
                <a:cubicBezTo>
                  <a:pt x="444808" y="744941"/>
                  <a:pt x="450866" y="740016"/>
                  <a:pt x="458238" y="739130"/>
                </a:cubicBezTo>
                <a:lnTo>
                  <a:pt x="476869" y="736892"/>
                </a:lnTo>
                <a:lnTo>
                  <a:pt x="476869" y="717918"/>
                </a:lnTo>
                <a:close/>
                <a:moveTo>
                  <a:pt x="433511" y="727415"/>
                </a:moveTo>
                <a:cubicBezTo>
                  <a:pt x="433511" y="762838"/>
                  <a:pt x="404698" y="791651"/>
                  <a:pt x="369275" y="791651"/>
                </a:cubicBezTo>
                <a:cubicBezTo>
                  <a:pt x="333851" y="791651"/>
                  <a:pt x="305038" y="762838"/>
                  <a:pt x="305038" y="727415"/>
                </a:cubicBezTo>
                <a:cubicBezTo>
                  <a:pt x="305038" y="691991"/>
                  <a:pt x="333851" y="663178"/>
                  <a:pt x="369275" y="663178"/>
                </a:cubicBezTo>
                <a:cubicBezTo>
                  <a:pt x="404698" y="663178"/>
                  <a:pt x="433511" y="691991"/>
                  <a:pt x="433511" y="727415"/>
                </a:cubicBezTo>
                <a:close/>
                <a:moveTo>
                  <a:pt x="411242" y="727415"/>
                </a:moveTo>
                <a:cubicBezTo>
                  <a:pt x="411242" y="704269"/>
                  <a:pt x="392411" y="685448"/>
                  <a:pt x="369275" y="685448"/>
                </a:cubicBezTo>
                <a:cubicBezTo>
                  <a:pt x="346139" y="685448"/>
                  <a:pt x="327308" y="704279"/>
                  <a:pt x="327308" y="727415"/>
                </a:cubicBezTo>
                <a:cubicBezTo>
                  <a:pt x="327308" y="750561"/>
                  <a:pt x="346139" y="769382"/>
                  <a:pt x="369275" y="769382"/>
                </a:cubicBezTo>
                <a:cubicBezTo>
                  <a:pt x="392411" y="769382"/>
                  <a:pt x="411242" y="750561"/>
                  <a:pt x="411242" y="727415"/>
                </a:cubicBezTo>
                <a:close/>
                <a:moveTo>
                  <a:pt x="369275" y="0"/>
                </a:moveTo>
                <a:cubicBezTo>
                  <a:pt x="165659" y="0"/>
                  <a:pt x="0" y="165659"/>
                  <a:pt x="0" y="369275"/>
                </a:cubicBezTo>
                <a:cubicBezTo>
                  <a:pt x="0" y="440036"/>
                  <a:pt x="20079" y="508797"/>
                  <a:pt x="58055" y="568119"/>
                </a:cubicBezTo>
                <a:cubicBezTo>
                  <a:pt x="95031" y="625869"/>
                  <a:pt x="147133" y="672141"/>
                  <a:pt x="208740" y="701916"/>
                </a:cubicBezTo>
                <a:cubicBezTo>
                  <a:pt x="210302" y="702669"/>
                  <a:pt x="211950" y="703031"/>
                  <a:pt x="213579" y="703031"/>
                </a:cubicBezTo>
                <a:cubicBezTo>
                  <a:pt x="217713" y="703031"/>
                  <a:pt x="221685" y="700716"/>
                  <a:pt x="223609" y="696744"/>
                </a:cubicBezTo>
                <a:cubicBezTo>
                  <a:pt x="226285" y="691210"/>
                  <a:pt x="223971" y="684552"/>
                  <a:pt x="218427" y="681876"/>
                </a:cubicBezTo>
                <a:cubicBezTo>
                  <a:pt x="99260" y="624269"/>
                  <a:pt x="22260" y="501558"/>
                  <a:pt x="22260" y="369275"/>
                </a:cubicBezTo>
                <a:cubicBezTo>
                  <a:pt x="22269" y="177937"/>
                  <a:pt x="177937" y="22269"/>
                  <a:pt x="369275" y="22269"/>
                </a:cubicBezTo>
                <a:cubicBezTo>
                  <a:pt x="560613" y="22269"/>
                  <a:pt x="716280" y="177937"/>
                  <a:pt x="716280" y="369275"/>
                </a:cubicBezTo>
                <a:cubicBezTo>
                  <a:pt x="716280" y="488737"/>
                  <a:pt x="656644" y="596922"/>
                  <a:pt x="558175" y="660502"/>
                </a:cubicBezTo>
                <a:lnTo>
                  <a:pt x="561384" y="655472"/>
                </a:lnTo>
                <a:cubicBezTo>
                  <a:pt x="564690" y="650291"/>
                  <a:pt x="563166" y="643404"/>
                  <a:pt x="557984" y="640099"/>
                </a:cubicBezTo>
                <a:cubicBezTo>
                  <a:pt x="552802" y="636794"/>
                  <a:pt x="545916" y="638318"/>
                  <a:pt x="542611" y="643499"/>
                </a:cubicBezTo>
                <a:lnTo>
                  <a:pt x="515579" y="685914"/>
                </a:lnTo>
                <a:cubicBezTo>
                  <a:pt x="513340" y="689420"/>
                  <a:pt x="513245" y="693887"/>
                  <a:pt x="515341" y="697487"/>
                </a:cubicBezTo>
                <a:cubicBezTo>
                  <a:pt x="517427" y="701088"/>
                  <a:pt x="521341" y="703221"/>
                  <a:pt x="525504" y="703021"/>
                </a:cubicBezTo>
                <a:lnTo>
                  <a:pt x="575739" y="700602"/>
                </a:lnTo>
                <a:cubicBezTo>
                  <a:pt x="581882" y="700307"/>
                  <a:pt x="586616" y="695087"/>
                  <a:pt x="586321" y="688943"/>
                </a:cubicBezTo>
                <a:cubicBezTo>
                  <a:pt x="586026" y="682800"/>
                  <a:pt x="580815" y="678056"/>
                  <a:pt x="574662" y="678361"/>
                </a:cubicBezTo>
                <a:lnTo>
                  <a:pt x="571176" y="678532"/>
                </a:lnTo>
                <a:cubicBezTo>
                  <a:pt x="615096" y="649824"/>
                  <a:pt x="652567" y="611991"/>
                  <a:pt x="680990" y="567357"/>
                </a:cubicBezTo>
                <a:cubicBezTo>
                  <a:pt x="718652" y="508216"/>
                  <a:pt x="738559" y="439722"/>
                  <a:pt x="738559" y="369275"/>
                </a:cubicBezTo>
                <a:cubicBezTo>
                  <a:pt x="738549" y="165659"/>
                  <a:pt x="572891" y="0"/>
                  <a:pt x="369275" y="0"/>
                </a:cubicBezTo>
                <a:close/>
              </a:path>
            </a:pathLst>
          </a:custGeom>
          <a:solidFill>
            <a:srgbClr val="ED7C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37" name="Pentagon 3">
            <a:extLst>
              <a:ext uri="{FF2B5EF4-FFF2-40B4-BE49-F238E27FC236}">
                <a16:creationId xmlns:a16="http://schemas.microsoft.com/office/drawing/2014/main" id="{4540BA2E-A2B7-34D0-7629-ED9D44FCEDB2}"/>
              </a:ext>
            </a:extLst>
          </p:cNvPr>
          <p:cNvSpPr/>
          <p:nvPr/>
        </p:nvSpPr>
        <p:spPr>
          <a:xfrm>
            <a:off x="9467503" y="3114816"/>
            <a:ext cx="2062534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Network Influence: 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Top 10%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weighted indegree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Treatment Intensity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NT-treated patient volume &gt; 95</a:t>
            </a:r>
            <a:r>
              <a:rPr lang="en-US" sz="1050" baseline="300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 percentile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Patient Volume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Interacted patient volume ≥ 90</a:t>
            </a:r>
            <a:r>
              <a:rPr lang="en-US" sz="1050" baseline="300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Percentile</a:t>
            </a:r>
          </a:p>
        </p:txBody>
      </p:sp>
      <p:sp>
        <p:nvSpPr>
          <p:cNvPr id="36" name="Pentagon 3">
            <a:extLst>
              <a:ext uri="{FF2B5EF4-FFF2-40B4-BE49-F238E27FC236}">
                <a16:creationId xmlns:a16="http://schemas.microsoft.com/office/drawing/2014/main" id="{2DCC1AB4-81FD-5162-4D14-BD0B25470F8E}"/>
              </a:ext>
            </a:extLst>
          </p:cNvPr>
          <p:cNvSpPr/>
          <p:nvPr/>
        </p:nvSpPr>
        <p:spPr>
          <a:xfrm>
            <a:off x="9467502" y="3114816"/>
            <a:ext cx="45719" cy="1828800"/>
          </a:xfrm>
          <a:prstGeom prst="roundRect">
            <a:avLst/>
          </a:prstGeom>
          <a:solidFill>
            <a:srgbClr val="E1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</p:txBody>
      </p:sp>
      <p:sp>
        <p:nvSpPr>
          <p:cNvPr id="6" name="Chevron 4">
            <a:extLst>
              <a:ext uri="{FF2B5EF4-FFF2-40B4-BE49-F238E27FC236}">
                <a16:creationId xmlns:a16="http://schemas.microsoft.com/office/drawing/2014/main" id="{A9010524-F2AE-E635-515B-05A7DA944BA4}"/>
              </a:ext>
            </a:extLst>
          </p:cNvPr>
          <p:cNvSpPr/>
          <p:nvPr/>
        </p:nvSpPr>
        <p:spPr>
          <a:xfrm>
            <a:off x="2885290" y="1887042"/>
            <a:ext cx="2039674" cy="26665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Key Influencers</a:t>
            </a:r>
          </a:p>
        </p:txBody>
      </p:sp>
      <p:sp>
        <p:nvSpPr>
          <p:cNvPr id="12" name="Freeform 945">
            <a:extLst>
              <a:ext uri="{FF2B5EF4-FFF2-40B4-BE49-F238E27FC236}">
                <a16:creationId xmlns:a16="http://schemas.microsoft.com/office/drawing/2014/main" id="{8047D4B6-B9D7-F0AE-778C-31BC5E1F4E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9698" y="1234952"/>
            <a:ext cx="390858" cy="486011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8C61398-7E6F-680B-034D-56C435C92847}"/>
              </a:ext>
            </a:extLst>
          </p:cNvPr>
          <p:cNvSpPr txBox="1">
            <a:spLocks/>
          </p:cNvSpPr>
          <p:nvPr/>
        </p:nvSpPr>
        <p:spPr>
          <a:xfrm>
            <a:off x="2981553" y="2164519"/>
            <a:ext cx="1847149" cy="6001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noProof="0"/>
              <a:t>Highly connected</a:t>
            </a:r>
            <a:r>
              <a:rPr lang="en-US" noProof="0"/>
              <a:t> HCPs </a:t>
            </a:r>
            <a:r>
              <a:rPr lang="en-US" b="1" noProof="0"/>
              <a:t>managing and redirecting </a:t>
            </a:r>
            <a:r>
              <a:rPr lang="en-US" noProof="0"/>
              <a:t>a</a:t>
            </a:r>
            <a:r>
              <a:rPr lang="en-US" b="1" noProof="0"/>
              <a:t> high-volume </a:t>
            </a:r>
            <a:r>
              <a:rPr lang="en-US" noProof="0"/>
              <a:t>of patients </a:t>
            </a:r>
          </a:p>
        </p:txBody>
      </p:sp>
      <p:sp>
        <p:nvSpPr>
          <p:cNvPr id="63" name="Pentagon 3">
            <a:extLst>
              <a:ext uri="{FF2B5EF4-FFF2-40B4-BE49-F238E27FC236}">
                <a16:creationId xmlns:a16="http://schemas.microsoft.com/office/drawing/2014/main" id="{A5D1097A-F05E-6C0A-3556-A3DB987D21DF}"/>
              </a:ext>
            </a:extLst>
          </p:cNvPr>
          <p:cNvSpPr/>
          <p:nvPr/>
        </p:nvSpPr>
        <p:spPr>
          <a:xfrm>
            <a:off x="2873861" y="3114816"/>
            <a:ext cx="2062534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Network Influence: 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Top 10%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PageRank</a:t>
            </a:r>
          </a:p>
          <a:p>
            <a:r>
              <a:rPr lang="en-US" sz="1050" i="1">
                <a:solidFill>
                  <a:schemeClr val="tx1"/>
                </a:solidFill>
                <a:ea typeface="League Spartan" charset="0"/>
                <a:cs typeface="Poppins" pitchFamily="2" charset="77"/>
              </a:rPr>
              <a:t>OR</a:t>
            </a:r>
            <a:endParaRPr lang="en-US" sz="1050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Connection Strength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Unique # of Connected HCPs </a:t>
            </a:r>
            <a:r>
              <a:rPr lang="en-US" sz="1050" u="sng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&gt;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median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05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Patient Volume</a:t>
            </a:r>
            <a:r>
              <a:rPr lang="en-US" sz="105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: Interacted patient volume ≥ ~90th Percentile</a:t>
            </a:r>
          </a:p>
        </p:txBody>
      </p:sp>
      <p:sp>
        <p:nvSpPr>
          <p:cNvPr id="64" name="Pentagon 3">
            <a:extLst>
              <a:ext uri="{FF2B5EF4-FFF2-40B4-BE49-F238E27FC236}">
                <a16:creationId xmlns:a16="http://schemas.microsoft.com/office/drawing/2014/main" id="{C0711E9D-1DAD-B3D3-D751-0CF1EE8B8CA0}"/>
              </a:ext>
            </a:extLst>
          </p:cNvPr>
          <p:cNvSpPr/>
          <p:nvPr/>
        </p:nvSpPr>
        <p:spPr>
          <a:xfrm>
            <a:off x="2873860" y="3114816"/>
            <a:ext cx="45719" cy="18288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>
              <a:solidFill>
                <a:schemeClr val="tx1"/>
              </a:solidFill>
              <a:latin typeface="+mj-lt"/>
              <a:ea typeface="League Spartan" charset="0"/>
              <a:cs typeface="Poppins" pitchFamily="2" charset="77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3945FE-6580-637E-F41D-423D7EE7C2EA}"/>
              </a:ext>
            </a:extLst>
          </p:cNvPr>
          <p:cNvSpPr/>
          <p:nvPr/>
        </p:nvSpPr>
        <p:spPr>
          <a:xfrm>
            <a:off x="615603" y="5505403"/>
            <a:ext cx="2122912" cy="598458"/>
          </a:xfrm>
          <a:prstGeom prst="roundRect">
            <a:avLst>
              <a:gd name="adj" fmla="val 7621"/>
            </a:avLst>
          </a:prstGeom>
          <a:solidFill>
            <a:srgbClr val="0070C0">
              <a:alpha val="30000"/>
            </a:srgb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sz="1200" b="1" dirty="0">
                <a:ea typeface="League Spartan" charset="0"/>
                <a:cs typeface="Poppins" pitchFamily="2" charset="77"/>
              </a:rPr>
              <a:t>Low Value </a:t>
            </a:r>
            <a:r>
              <a:rPr kumimoji="1" lang="en-US" sz="1200" b="1" dirty="0"/>
              <a:t>Referrers</a:t>
            </a:r>
            <a:r>
              <a:rPr kumimoji="1" lang="en-US" sz="1200" dirty="0"/>
              <a:t>: Referred out  at least 1 patient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F54FB8-71C5-A7A3-0686-4A15A1A12756}"/>
              </a:ext>
            </a:extLst>
          </p:cNvPr>
          <p:cNvSpPr/>
          <p:nvPr/>
        </p:nvSpPr>
        <p:spPr>
          <a:xfrm>
            <a:off x="2835302" y="5505403"/>
            <a:ext cx="2122912" cy="598458"/>
          </a:xfrm>
          <a:prstGeom prst="roundRect">
            <a:avLst>
              <a:gd name="adj" fmla="val 7621"/>
            </a:avLst>
          </a:prstGeom>
          <a:solidFill>
            <a:srgbClr val="7030A0">
              <a:alpha val="30000"/>
            </a:srgb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sz="1200" b="1" dirty="0">
                <a:ea typeface="League Spartan" charset="0"/>
                <a:cs typeface="Poppins" pitchFamily="2" charset="77"/>
              </a:rPr>
              <a:t>Low Value </a:t>
            </a:r>
            <a:r>
              <a:rPr kumimoji="1" lang="en-US" sz="1200" b="1" dirty="0"/>
              <a:t>Influencers</a:t>
            </a:r>
            <a:r>
              <a:rPr kumimoji="1" lang="en-US" sz="1200" dirty="0"/>
              <a:t>: Referral activity with at least 4 patients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684E62-4627-C921-EA3C-58F22F4AE141}"/>
              </a:ext>
            </a:extLst>
          </p:cNvPr>
          <p:cNvSpPr/>
          <p:nvPr/>
        </p:nvSpPr>
        <p:spPr>
          <a:xfrm>
            <a:off x="7274700" y="5505403"/>
            <a:ext cx="2122912" cy="598458"/>
          </a:xfrm>
          <a:prstGeom prst="roundRect">
            <a:avLst>
              <a:gd name="adj" fmla="val 7621"/>
            </a:avLst>
          </a:prstGeom>
          <a:solidFill>
            <a:srgbClr val="00B050">
              <a:alpha val="30000"/>
            </a:srgb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sz="1200" b="1" dirty="0">
                <a:ea typeface="League Spartan" charset="0"/>
                <a:cs typeface="Poppins" pitchFamily="2" charset="77"/>
              </a:rPr>
              <a:t>Low Value </a:t>
            </a:r>
            <a:r>
              <a:rPr kumimoji="1" lang="en-US" sz="1200" b="1" dirty="0" err="1"/>
              <a:t>Diagnosers</a:t>
            </a:r>
            <a:r>
              <a:rPr kumimoji="1" lang="en-US" sz="1200" dirty="0"/>
              <a:t>: First NT diagnosing volume ≥ 90th  percentile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E674EA-CA85-AEDD-6609-DE186FA8719B}"/>
              </a:ext>
            </a:extLst>
          </p:cNvPr>
          <p:cNvSpPr/>
          <p:nvPr/>
        </p:nvSpPr>
        <p:spPr>
          <a:xfrm>
            <a:off x="9494400" y="5505403"/>
            <a:ext cx="2122912" cy="598458"/>
          </a:xfrm>
          <a:prstGeom prst="roundRect">
            <a:avLst>
              <a:gd name="adj" fmla="val 7621"/>
            </a:avLst>
          </a:prstGeom>
          <a:solidFill>
            <a:srgbClr val="C00000">
              <a:alpha val="30000"/>
            </a:srgb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lang="en-US" sz="1200" b="1" dirty="0">
                <a:ea typeface="League Spartan" charset="0"/>
                <a:cs typeface="Poppins" pitchFamily="2" charset="77"/>
              </a:rPr>
              <a:t>Low Value </a:t>
            </a:r>
            <a:r>
              <a:rPr kumimoji="1" lang="en-US" sz="1200" b="1" dirty="0"/>
              <a:t>Treaters</a:t>
            </a:r>
            <a:r>
              <a:rPr kumimoji="1" lang="en-US" sz="1200" dirty="0"/>
              <a:t>: NT-treated patient volume </a:t>
            </a:r>
            <a:r>
              <a:rPr kumimoji="1" lang="en-US" sz="1200" u="sng" dirty="0"/>
              <a:t>&gt;</a:t>
            </a:r>
            <a:r>
              <a:rPr kumimoji="1" lang="en-US" sz="1200" dirty="0"/>
              <a:t> 90th  percentile 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5CC0E7A4-5C4D-3DF4-33AF-FFEDFFAC3840}"/>
              </a:ext>
            </a:extLst>
          </p:cNvPr>
          <p:cNvSpPr/>
          <p:nvPr/>
        </p:nvSpPr>
        <p:spPr>
          <a:xfrm>
            <a:off x="324575" y="1337321"/>
            <a:ext cx="271773" cy="3703215"/>
          </a:xfrm>
          <a:prstGeom prst="leftBrace">
            <a:avLst/>
          </a:prstGeom>
          <a:ln w="12700">
            <a:solidFill>
              <a:schemeClr val="bg2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BB1CEE38-3ECC-FBBF-7FEE-CC8972289EEC}"/>
              </a:ext>
            </a:extLst>
          </p:cNvPr>
          <p:cNvSpPr/>
          <p:nvPr/>
        </p:nvSpPr>
        <p:spPr>
          <a:xfrm rot="16200000">
            <a:off x="-842017" y="3157837"/>
            <a:ext cx="2039674" cy="2666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cap="all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Key Personas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00D7784-EFB0-2AB2-BBC3-DA2387CFA4B8}"/>
              </a:ext>
            </a:extLst>
          </p:cNvPr>
          <p:cNvSpPr/>
          <p:nvPr/>
        </p:nvSpPr>
        <p:spPr>
          <a:xfrm>
            <a:off x="324575" y="5404029"/>
            <a:ext cx="271773" cy="801481"/>
          </a:xfrm>
          <a:prstGeom prst="leftBrace">
            <a:avLst/>
          </a:prstGeom>
          <a:ln w="12700">
            <a:solidFill>
              <a:schemeClr val="bg2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entagon 3">
            <a:extLst>
              <a:ext uri="{FF2B5EF4-FFF2-40B4-BE49-F238E27FC236}">
                <a16:creationId xmlns:a16="http://schemas.microsoft.com/office/drawing/2014/main" id="{51EDB377-DF24-2753-ED7A-6DB350FAF661}"/>
              </a:ext>
            </a:extLst>
          </p:cNvPr>
          <p:cNvSpPr/>
          <p:nvPr/>
        </p:nvSpPr>
        <p:spPr>
          <a:xfrm rot="16200000">
            <a:off x="-842017" y="5671304"/>
            <a:ext cx="2039674" cy="2666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cap="all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Auxiliary Personas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C0E4774-E5AA-E2FD-A575-670B7935DEDC}"/>
              </a:ext>
            </a:extLst>
          </p:cNvPr>
          <p:cNvCxnSpPr>
            <a:cxnSpLocks/>
          </p:cNvCxnSpPr>
          <p:nvPr/>
        </p:nvCxnSpPr>
        <p:spPr>
          <a:xfrm>
            <a:off x="1006265" y="5199233"/>
            <a:ext cx="10179471" cy="0"/>
          </a:xfrm>
          <a:prstGeom prst="line">
            <a:avLst/>
          </a:prstGeom>
          <a:ln w="12700">
            <a:solidFill>
              <a:schemeClr val="bg2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96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30" grpId="0" animBg="1"/>
      <p:bldP spid="31" grpId="0" animBg="1"/>
      <p:bldP spid="11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F307-F3BE-D3FA-300A-E607DC2C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B4D43C-C845-254A-7AE9-AF355197D1D4}"/>
              </a:ext>
            </a:extLst>
          </p:cNvPr>
          <p:cNvCxnSpPr>
            <a:cxnSpLocks/>
            <a:stCxn id="5" idx="1"/>
          </p:cNvCxnSpPr>
          <p:nvPr/>
        </p:nvCxnSpPr>
        <p:spPr>
          <a:xfrm flipV="1">
            <a:off x="687410" y="1778324"/>
            <a:ext cx="10894990" cy="1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B1111A3A-DA6D-0909-A218-8B3D17110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3" y="161605"/>
            <a:ext cx="10111766" cy="685801"/>
          </a:xfrm>
        </p:spPr>
        <p:txBody>
          <a:bodyPr>
            <a:noAutofit/>
          </a:bodyPr>
          <a:lstStyle/>
          <a:p>
            <a:r>
              <a:rPr lang="en-US" sz="2000" noProof="0" dirty="0">
                <a:latin typeface="+mj-lt"/>
              </a:rPr>
              <a:t>While Super </a:t>
            </a:r>
            <a:r>
              <a:rPr lang="en-US" sz="2000" noProof="0" dirty="0" err="1">
                <a:latin typeface="+mj-lt"/>
              </a:rPr>
              <a:t>Diagnosers</a:t>
            </a:r>
            <a:r>
              <a:rPr lang="en-US" sz="2000" noProof="0" dirty="0">
                <a:latin typeface="+mj-lt"/>
              </a:rPr>
              <a:t> and Key Influencers drive the highest share of top-decile targets, they require fundamentally different engagement strategies due to distinct specialty and profile mix</a:t>
            </a:r>
          </a:p>
        </p:txBody>
      </p: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B2228A14-EF5B-9452-BD5F-5D3486FA9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12</a:t>
            </a:fld>
            <a:endParaRPr lang="ja-JP" altLang="en-US"/>
          </a:p>
        </p:txBody>
      </p:sp>
      <p:sp>
        <p:nvSpPr>
          <p:cNvPr id="5" name="Pentagon 3">
            <a:extLst>
              <a:ext uri="{FF2B5EF4-FFF2-40B4-BE49-F238E27FC236}">
                <a16:creationId xmlns:a16="http://schemas.microsoft.com/office/drawing/2014/main" id="{2DC4E77C-DC69-A399-B7FA-E27558635428}"/>
              </a:ext>
            </a:extLst>
          </p:cNvPr>
          <p:cNvSpPr/>
          <p:nvPr/>
        </p:nvSpPr>
        <p:spPr>
          <a:xfrm>
            <a:off x="687410" y="1644995"/>
            <a:ext cx="2039674" cy="26665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Super Referrers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C66C99-DD47-750A-84EA-933D0CDF6301}"/>
              </a:ext>
            </a:extLst>
          </p:cNvPr>
          <p:cNvGrpSpPr/>
          <p:nvPr/>
        </p:nvGrpSpPr>
        <p:grpSpPr>
          <a:xfrm>
            <a:off x="1464931" y="993594"/>
            <a:ext cx="484632" cy="484631"/>
            <a:chOff x="10962044" y="4875330"/>
            <a:chExt cx="338329" cy="338059"/>
          </a:xfrm>
          <a:solidFill>
            <a:srgbClr val="002060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F48A760-6B03-8604-55D3-F7B09998C87C}"/>
                </a:ext>
              </a:extLst>
            </p:cNvPr>
            <p:cNvSpPr/>
            <p:nvPr/>
          </p:nvSpPr>
          <p:spPr>
            <a:xfrm>
              <a:off x="10962044" y="4956914"/>
              <a:ext cx="208190" cy="256475"/>
            </a:xfrm>
            <a:custGeom>
              <a:avLst/>
              <a:gdLst>
                <a:gd name="connsiteX0" fmla="*/ 1567960 w 2326195"/>
                <a:gd name="connsiteY0" fmla="*/ 1192881 h 2865702"/>
                <a:gd name="connsiteX1" fmla="*/ 1626748 w 2326195"/>
                <a:gd name="connsiteY1" fmla="*/ 1095398 h 2865702"/>
                <a:gd name="connsiteX2" fmla="*/ 1628981 w 2326195"/>
                <a:gd name="connsiteY2" fmla="*/ 1090933 h 2865702"/>
                <a:gd name="connsiteX3" fmla="*/ 1658002 w 2326195"/>
                <a:gd name="connsiteY3" fmla="*/ 1033634 h 2865702"/>
                <a:gd name="connsiteX4" fmla="*/ 1670651 w 2326195"/>
                <a:gd name="connsiteY4" fmla="*/ 1005356 h 2865702"/>
                <a:gd name="connsiteX5" fmla="*/ 1687022 w 2326195"/>
                <a:gd name="connsiteY5" fmla="*/ 967405 h 2865702"/>
                <a:gd name="connsiteX6" fmla="*/ 1704884 w 2326195"/>
                <a:gd name="connsiteY6" fmla="*/ 920523 h 2865702"/>
                <a:gd name="connsiteX7" fmla="*/ 1713814 w 2326195"/>
                <a:gd name="connsiteY7" fmla="*/ 896710 h 2865702"/>
                <a:gd name="connsiteX8" fmla="*/ 1730929 w 2326195"/>
                <a:gd name="connsiteY8" fmla="*/ 840155 h 2865702"/>
                <a:gd name="connsiteX9" fmla="*/ 1736137 w 2326195"/>
                <a:gd name="connsiteY9" fmla="*/ 823040 h 2865702"/>
                <a:gd name="connsiteX10" fmla="*/ 1749533 w 2326195"/>
                <a:gd name="connsiteY10" fmla="*/ 764999 h 2865702"/>
                <a:gd name="connsiteX11" fmla="*/ 1753252 w 2326195"/>
                <a:gd name="connsiteY11" fmla="*/ 748627 h 2865702"/>
                <a:gd name="connsiteX12" fmla="*/ 1761439 w 2326195"/>
                <a:gd name="connsiteY12" fmla="*/ 692071 h 2865702"/>
                <a:gd name="connsiteX13" fmla="*/ 1763672 w 2326195"/>
                <a:gd name="connsiteY13" fmla="*/ 675700 h 2865702"/>
                <a:gd name="connsiteX14" fmla="*/ 1767391 w 2326195"/>
                <a:gd name="connsiteY14" fmla="*/ 607238 h 2865702"/>
                <a:gd name="connsiteX15" fmla="*/ 1160153 w 2326195"/>
                <a:gd name="connsiteY15" fmla="*/ 0 h 2865702"/>
                <a:gd name="connsiteX16" fmla="*/ 552915 w 2326195"/>
                <a:gd name="connsiteY16" fmla="*/ 607238 h 2865702"/>
                <a:gd name="connsiteX17" fmla="*/ 556637 w 2326195"/>
                <a:gd name="connsiteY17" fmla="*/ 675700 h 2865702"/>
                <a:gd name="connsiteX18" fmla="*/ 558870 w 2326195"/>
                <a:gd name="connsiteY18" fmla="*/ 693561 h 2865702"/>
                <a:gd name="connsiteX19" fmla="*/ 567054 w 2326195"/>
                <a:gd name="connsiteY19" fmla="*/ 748627 h 2865702"/>
                <a:gd name="connsiteX20" fmla="*/ 570776 w 2326195"/>
                <a:gd name="connsiteY20" fmla="*/ 767231 h 2865702"/>
                <a:gd name="connsiteX21" fmla="*/ 583425 w 2326195"/>
                <a:gd name="connsiteY21" fmla="*/ 823040 h 2865702"/>
                <a:gd name="connsiteX22" fmla="*/ 589377 w 2326195"/>
                <a:gd name="connsiteY22" fmla="*/ 843130 h 2865702"/>
                <a:gd name="connsiteX23" fmla="*/ 605748 w 2326195"/>
                <a:gd name="connsiteY23" fmla="*/ 896706 h 2865702"/>
                <a:gd name="connsiteX24" fmla="*/ 614679 w 2326195"/>
                <a:gd name="connsiteY24" fmla="*/ 922752 h 2865702"/>
                <a:gd name="connsiteX25" fmla="*/ 631793 w 2326195"/>
                <a:gd name="connsiteY25" fmla="*/ 968144 h 2865702"/>
                <a:gd name="connsiteX26" fmla="*/ 648165 w 2326195"/>
                <a:gd name="connsiteY26" fmla="*/ 1005349 h 2865702"/>
                <a:gd name="connsiteX27" fmla="*/ 661561 w 2326195"/>
                <a:gd name="connsiteY27" fmla="*/ 1034373 h 2865702"/>
                <a:gd name="connsiteX28" fmla="*/ 689092 w 2326195"/>
                <a:gd name="connsiteY28" fmla="*/ 1088696 h 2865702"/>
                <a:gd name="connsiteX29" fmla="*/ 692814 w 2326195"/>
                <a:gd name="connsiteY29" fmla="*/ 1095394 h 2865702"/>
                <a:gd name="connsiteX30" fmla="*/ 752346 w 2326195"/>
                <a:gd name="connsiteY30" fmla="*/ 1193616 h 2865702"/>
                <a:gd name="connsiteX31" fmla="*/ 2232 w 2326195"/>
                <a:gd name="connsiteY31" fmla="*/ 2123066 h 2865702"/>
                <a:gd name="connsiteX32" fmla="*/ 0 w 2326195"/>
                <a:gd name="connsiteY32" fmla="*/ 2190038 h 2865702"/>
                <a:gd name="connsiteX33" fmla="*/ 0 w 2326195"/>
                <a:gd name="connsiteY33" fmla="*/ 2865703 h 2865702"/>
                <a:gd name="connsiteX34" fmla="*/ 2326196 w 2326195"/>
                <a:gd name="connsiteY34" fmla="*/ 2865703 h 2865702"/>
                <a:gd name="connsiteX35" fmla="*/ 2326196 w 2326195"/>
                <a:gd name="connsiteY35" fmla="*/ 2190038 h 2865702"/>
                <a:gd name="connsiteX36" fmla="*/ 2323963 w 2326195"/>
                <a:gd name="connsiteY36" fmla="*/ 2121576 h 2865702"/>
                <a:gd name="connsiteX37" fmla="*/ 1567907 w 2326195"/>
                <a:gd name="connsiteY37" fmla="*/ 1192888 h 2865702"/>
                <a:gd name="connsiteX38" fmla="*/ 1159414 w 2326195"/>
                <a:gd name="connsiteY38" fmla="*/ 122804 h 2865702"/>
                <a:gd name="connsiteX39" fmla="*/ 1644579 w 2326195"/>
                <a:gd name="connsiteY39" fmla="*/ 607969 h 2865702"/>
                <a:gd name="connsiteX40" fmla="*/ 1640857 w 2326195"/>
                <a:gd name="connsiteY40" fmla="*/ 670476 h 2865702"/>
                <a:gd name="connsiteX41" fmla="*/ 1637138 w 2326195"/>
                <a:gd name="connsiteY41" fmla="*/ 700244 h 2865702"/>
                <a:gd name="connsiteX42" fmla="*/ 1631930 w 2326195"/>
                <a:gd name="connsiteY42" fmla="*/ 732983 h 2865702"/>
                <a:gd name="connsiteX43" fmla="*/ 1623742 w 2326195"/>
                <a:gd name="connsiteY43" fmla="*/ 773910 h 2865702"/>
                <a:gd name="connsiteX44" fmla="*/ 1620024 w 2326195"/>
                <a:gd name="connsiteY44" fmla="*/ 789539 h 2865702"/>
                <a:gd name="connsiteX45" fmla="*/ 1565701 w 2326195"/>
                <a:gd name="connsiteY45" fmla="*/ 948042 h 2865702"/>
                <a:gd name="connsiteX46" fmla="*/ 1557513 w 2326195"/>
                <a:gd name="connsiteY46" fmla="*/ 966647 h 2865702"/>
                <a:gd name="connsiteX47" fmla="*/ 1538166 w 2326195"/>
                <a:gd name="connsiteY47" fmla="*/ 1006831 h 2865702"/>
                <a:gd name="connsiteX48" fmla="*/ 1521051 w 2326195"/>
                <a:gd name="connsiteY48" fmla="*/ 1039574 h 2865702"/>
                <a:gd name="connsiteX49" fmla="*/ 1505423 w 2326195"/>
                <a:gd name="connsiteY49" fmla="*/ 1067848 h 2865702"/>
                <a:gd name="connsiteX50" fmla="*/ 1419846 w 2326195"/>
                <a:gd name="connsiteY50" fmla="*/ 1188400 h 2865702"/>
                <a:gd name="connsiteX51" fmla="*/ 1160884 w 2326195"/>
                <a:gd name="connsiteY51" fmla="*/ 1337226 h 2865702"/>
                <a:gd name="connsiteX52" fmla="*/ 904155 w 2326195"/>
                <a:gd name="connsiteY52" fmla="*/ 1190629 h 2865702"/>
                <a:gd name="connsiteX53" fmla="*/ 776162 w 2326195"/>
                <a:gd name="connsiteY53" fmla="*/ 991198 h 2865702"/>
                <a:gd name="connsiteX54" fmla="*/ 773186 w 2326195"/>
                <a:gd name="connsiteY54" fmla="*/ 985247 h 2865702"/>
                <a:gd name="connsiteX55" fmla="*/ 741933 w 2326195"/>
                <a:gd name="connsiteY55" fmla="*/ 913810 h 2865702"/>
                <a:gd name="connsiteX56" fmla="*/ 740443 w 2326195"/>
                <a:gd name="connsiteY56" fmla="*/ 910834 h 2865702"/>
                <a:gd name="connsiteX57" fmla="*/ 713655 w 2326195"/>
                <a:gd name="connsiteY57" fmla="*/ 833445 h 2865702"/>
                <a:gd name="connsiteX58" fmla="*/ 712912 w 2326195"/>
                <a:gd name="connsiteY58" fmla="*/ 831955 h 2865702"/>
                <a:gd name="connsiteX59" fmla="*/ 695051 w 2326195"/>
                <a:gd name="connsiteY59" fmla="*/ 764240 h 2865702"/>
                <a:gd name="connsiteX60" fmla="*/ 690589 w 2326195"/>
                <a:gd name="connsiteY60" fmla="*/ 743403 h 2865702"/>
                <a:gd name="connsiteX61" fmla="*/ 682402 w 2326195"/>
                <a:gd name="connsiteY61" fmla="*/ 693546 h 2865702"/>
                <a:gd name="connsiteX62" fmla="*/ 679426 w 2326195"/>
                <a:gd name="connsiteY62" fmla="*/ 672713 h 2865702"/>
                <a:gd name="connsiteX63" fmla="*/ 675704 w 2326195"/>
                <a:gd name="connsiteY63" fmla="*/ 608716 h 2865702"/>
                <a:gd name="connsiteX64" fmla="*/ 1159383 w 2326195"/>
                <a:gd name="connsiteY64" fmla="*/ 122789 h 2865702"/>
                <a:gd name="connsiteX65" fmla="*/ 1325358 w 2326195"/>
                <a:gd name="connsiteY65" fmla="*/ 1416109 h 2865702"/>
                <a:gd name="connsiteX66" fmla="*/ 1159414 w 2326195"/>
                <a:gd name="connsiteY66" fmla="*/ 1844733 h 2865702"/>
                <a:gd name="connsiteX67" fmla="*/ 993469 w 2326195"/>
                <a:gd name="connsiteY67" fmla="*/ 1416870 h 2865702"/>
                <a:gd name="connsiteX68" fmla="*/ 1158667 w 2326195"/>
                <a:gd name="connsiteY68" fmla="*/ 1459287 h 2865702"/>
                <a:gd name="connsiteX69" fmla="*/ 1325354 w 2326195"/>
                <a:gd name="connsiteY69" fmla="*/ 1416128 h 2865702"/>
                <a:gd name="connsiteX70" fmla="*/ 2204173 w 2326195"/>
                <a:gd name="connsiteY70" fmla="*/ 2745151 h 2865702"/>
                <a:gd name="connsiteX71" fmla="*/ 122084 w 2326195"/>
                <a:gd name="connsiteY71" fmla="*/ 2745151 h 2865702"/>
                <a:gd name="connsiteX72" fmla="*/ 122084 w 2326195"/>
                <a:gd name="connsiteY72" fmla="*/ 2191520 h 2865702"/>
                <a:gd name="connsiteX73" fmla="*/ 123572 w 2326195"/>
                <a:gd name="connsiteY73" fmla="*/ 2131246 h 2865702"/>
                <a:gd name="connsiteX74" fmla="*/ 819356 w 2326195"/>
                <a:gd name="connsiteY74" fmla="*/ 1303752 h 2865702"/>
                <a:gd name="connsiteX75" fmla="*/ 1158682 w 2326195"/>
                <a:gd name="connsiteY75" fmla="*/ 2182566 h 2865702"/>
                <a:gd name="connsiteX76" fmla="*/ 1500241 w 2326195"/>
                <a:gd name="connsiteY76" fmla="*/ 1301504 h 2865702"/>
                <a:gd name="connsiteX77" fmla="*/ 2201967 w 2326195"/>
                <a:gd name="connsiteY77" fmla="*/ 2130483 h 2865702"/>
                <a:gd name="connsiteX78" fmla="*/ 2203453 w 2326195"/>
                <a:gd name="connsiteY78" fmla="*/ 2191504 h 2865702"/>
                <a:gd name="connsiteX79" fmla="*/ 2203453 w 2326195"/>
                <a:gd name="connsiteY79" fmla="*/ 2745135 h 28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326195" h="2865702">
                  <a:moveTo>
                    <a:pt x="1567960" y="1192881"/>
                  </a:moveTo>
                  <a:cubicBezTo>
                    <a:pt x="1588797" y="1162370"/>
                    <a:pt x="1608144" y="1129627"/>
                    <a:pt x="1626748" y="1095398"/>
                  </a:cubicBezTo>
                  <a:cubicBezTo>
                    <a:pt x="1627491" y="1093908"/>
                    <a:pt x="1628238" y="1092422"/>
                    <a:pt x="1628981" y="1090933"/>
                  </a:cubicBezTo>
                  <a:cubicBezTo>
                    <a:pt x="1639397" y="1072328"/>
                    <a:pt x="1649071" y="1052981"/>
                    <a:pt x="1658002" y="1033634"/>
                  </a:cubicBezTo>
                  <a:cubicBezTo>
                    <a:pt x="1662467" y="1023960"/>
                    <a:pt x="1666932" y="1015030"/>
                    <a:pt x="1670651" y="1005356"/>
                  </a:cubicBezTo>
                  <a:cubicBezTo>
                    <a:pt x="1675863" y="992707"/>
                    <a:pt x="1681814" y="980058"/>
                    <a:pt x="1687022" y="967405"/>
                  </a:cubicBezTo>
                  <a:cubicBezTo>
                    <a:pt x="1693720" y="951780"/>
                    <a:pt x="1698929" y="936151"/>
                    <a:pt x="1704884" y="920523"/>
                  </a:cubicBezTo>
                  <a:cubicBezTo>
                    <a:pt x="1707859" y="912339"/>
                    <a:pt x="1710835" y="904898"/>
                    <a:pt x="1713814" y="896710"/>
                  </a:cubicBezTo>
                  <a:cubicBezTo>
                    <a:pt x="1720509" y="878110"/>
                    <a:pt x="1725721" y="858759"/>
                    <a:pt x="1730929" y="840155"/>
                  </a:cubicBezTo>
                  <a:cubicBezTo>
                    <a:pt x="1732415" y="834203"/>
                    <a:pt x="1734647" y="828248"/>
                    <a:pt x="1736137" y="823040"/>
                  </a:cubicBezTo>
                  <a:cubicBezTo>
                    <a:pt x="1741345" y="803693"/>
                    <a:pt x="1745811" y="784346"/>
                    <a:pt x="1749533" y="764999"/>
                  </a:cubicBezTo>
                  <a:cubicBezTo>
                    <a:pt x="1750276" y="759790"/>
                    <a:pt x="1751766" y="753835"/>
                    <a:pt x="1753252" y="748627"/>
                  </a:cubicBezTo>
                  <a:cubicBezTo>
                    <a:pt x="1756974" y="729280"/>
                    <a:pt x="1759207" y="710676"/>
                    <a:pt x="1761439" y="692071"/>
                  </a:cubicBezTo>
                  <a:cubicBezTo>
                    <a:pt x="1762182" y="686863"/>
                    <a:pt x="1762925" y="680912"/>
                    <a:pt x="1763672" y="675700"/>
                  </a:cubicBezTo>
                  <a:cubicBezTo>
                    <a:pt x="1765901" y="652634"/>
                    <a:pt x="1767391" y="629564"/>
                    <a:pt x="1767391" y="607238"/>
                  </a:cubicBezTo>
                  <a:cubicBezTo>
                    <a:pt x="1767391" y="272373"/>
                    <a:pt x="1495037" y="0"/>
                    <a:pt x="1160153" y="0"/>
                  </a:cubicBezTo>
                  <a:cubicBezTo>
                    <a:pt x="825288" y="0"/>
                    <a:pt x="552915" y="272354"/>
                    <a:pt x="552915" y="607238"/>
                  </a:cubicBezTo>
                  <a:cubicBezTo>
                    <a:pt x="552915" y="629564"/>
                    <a:pt x="554405" y="652630"/>
                    <a:pt x="556637" y="675700"/>
                  </a:cubicBezTo>
                  <a:cubicBezTo>
                    <a:pt x="557380" y="681655"/>
                    <a:pt x="558123" y="687606"/>
                    <a:pt x="558870" y="693561"/>
                  </a:cubicBezTo>
                  <a:cubicBezTo>
                    <a:pt x="561103" y="711419"/>
                    <a:pt x="563331" y="730023"/>
                    <a:pt x="567054" y="748627"/>
                  </a:cubicBezTo>
                  <a:cubicBezTo>
                    <a:pt x="568544" y="754578"/>
                    <a:pt x="570029" y="761276"/>
                    <a:pt x="570776" y="767231"/>
                  </a:cubicBezTo>
                  <a:cubicBezTo>
                    <a:pt x="574495" y="785832"/>
                    <a:pt x="578960" y="804436"/>
                    <a:pt x="583425" y="823040"/>
                  </a:cubicBezTo>
                  <a:cubicBezTo>
                    <a:pt x="584911" y="829734"/>
                    <a:pt x="587144" y="836432"/>
                    <a:pt x="589377" y="843130"/>
                  </a:cubicBezTo>
                  <a:cubicBezTo>
                    <a:pt x="594589" y="860988"/>
                    <a:pt x="599797" y="878849"/>
                    <a:pt x="605748" y="896706"/>
                  </a:cubicBezTo>
                  <a:cubicBezTo>
                    <a:pt x="608728" y="905637"/>
                    <a:pt x="611703" y="913821"/>
                    <a:pt x="614679" y="922752"/>
                  </a:cubicBezTo>
                  <a:cubicBezTo>
                    <a:pt x="619887" y="937633"/>
                    <a:pt x="625842" y="953262"/>
                    <a:pt x="631793" y="968144"/>
                  </a:cubicBezTo>
                  <a:cubicBezTo>
                    <a:pt x="637002" y="980793"/>
                    <a:pt x="642214" y="993442"/>
                    <a:pt x="648165" y="1005349"/>
                  </a:cubicBezTo>
                  <a:cubicBezTo>
                    <a:pt x="652630" y="1015026"/>
                    <a:pt x="657096" y="1024700"/>
                    <a:pt x="661561" y="1034373"/>
                  </a:cubicBezTo>
                  <a:cubicBezTo>
                    <a:pt x="670492" y="1052974"/>
                    <a:pt x="679418" y="1070835"/>
                    <a:pt x="689092" y="1088696"/>
                  </a:cubicBezTo>
                  <a:cubicBezTo>
                    <a:pt x="690582" y="1090929"/>
                    <a:pt x="691325" y="1093161"/>
                    <a:pt x="692814" y="1095394"/>
                  </a:cubicBezTo>
                  <a:cubicBezTo>
                    <a:pt x="711419" y="1129623"/>
                    <a:pt x="731509" y="1163105"/>
                    <a:pt x="752346" y="1193616"/>
                  </a:cubicBezTo>
                  <a:cubicBezTo>
                    <a:pt x="330426" y="1320119"/>
                    <a:pt x="26807" y="1689948"/>
                    <a:pt x="2232" y="2123066"/>
                  </a:cubicBezTo>
                  <a:cubicBezTo>
                    <a:pt x="744" y="2145392"/>
                    <a:pt x="0" y="2167715"/>
                    <a:pt x="0" y="2190038"/>
                  </a:cubicBezTo>
                  <a:lnTo>
                    <a:pt x="0" y="2865703"/>
                  </a:lnTo>
                  <a:lnTo>
                    <a:pt x="2326196" y="2865703"/>
                  </a:lnTo>
                  <a:lnTo>
                    <a:pt x="2326196" y="2190038"/>
                  </a:lnTo>
                  <a:cubicBezTo>
                    <a:pt x="2326196" y="2166972"/>
                    <a:pt x="2325453" y="2144645"/>
                    <a:pt x="2323963" y="2121576"/>
                  </a:cubicBezTo>
                  <a:cubicBezTo>
                    <a:pt x="2298661" y="1687731"/>
                    <a:pt x="1992821" y="1317170"/>
                    <a:pt x="1567907" y="1192888"/>
                  </a:cubicBezTo>
                  <a:close/>
                  <a:moveTo>
                    <a:pt x="1159414" y="122804"/>
                  </a:moveTo>
                  <a:cubicBezTo>
                    <a:pt x="1427302" y="122804"/>
                    <a:pt x="1644579" y="340839"/>
                    <a:pt x="1644579" y="607969"/>
                  </a:cubicBezTo>
                  <a:cubicBezTo>
                    <a:pt x="1644579" y="628060"/>
                    <a:pt x="1643089" y="648896"/>
                    <a:pt x="1640857" y="670476"/>
                  </a:cubicBezTo>
                  <a:cubicBezTo>
                    <a:pt x="1640114" y="680150"/>
                    <a:pt x="1638628" y="689823"/>
                    <a:pt x="1637138" y="700244"/>
                  </a:cubicBezTo>
                  <a:cubicBezTo>
                    <a:pt x="1635648" y="710660"/>
                    <a:pt x="1633416" y="721824"/>
                    <a:pt x="1631930" y="732983"/>
                  </a:cubicBezTo>
                  <a:cubicBezTo>
                    <a:pt x="1629697" y="746379"/>
                    <a:pt x="1626718" y="759775"/>
                    <a:pt x="1623742" y="773910"/>
                  </a:cubicBezTo>
                  <a:cubicBezTo>
                    <a:pt x="1622256" y="779118"/>
                    <a:pt x="1620767" y="784330"/>
                    <a:pt x="1620024" y="789539"/>
                  </a:cubicBezTo>
                  <a:cubicBezTo>
                    <a:pt x="1606628" y="841629"/>
                    <a:pt x="1588023" y="895205"/>
                    <a:pt x="1565701" y="948042"/>
                  </a:cubicBezTo>
                  <a:cubicBezTo>
                    <a:pt x="1562721" y="953994"/>
                    <a:pt x="1560492" y="960692"/>
                    <a:pt x="1557513" y="966647"/>
                  </a:cubicBezTo>
                  <a:cubicBezTo>
                    <a:pt x="1551562" y="980039"/>
                    <a:pt x="1544864" y="993435"/>
                    <a:pt x="1538166" y="1006831"/>
                  </a:cubicBezTo>
                  <a:cubicBezTo>
                    <a:pt x="1532957" y="1017990"/>
                    <a:pt x="1527006" y="1028411"/>
                    <a:pt x="1521051" y="1039574"/>
                  </a:cubicBezTo>
                  <a:cubicBezTo>
                    <a:pt x="1515843" y="1049247"/>
                    <a:pt x="1510635" y="1058921"/>
                    <a:pt x="1505423" y="1067848"/>
                  </a:cubicBezTo>
                  <a:cubicBezTo>
                    <a:pt x="1479381" y="1111750"/>
                    <a:pt x="1451100" y="1152681"/>
                    <a:pt x="1419846" y="1188400"/>
                  </a:cubicBezTo>
                  <a:cubicBezTo>
                    <a:pt x="1343943" y="1277699"/>
                    <a:pt x="1254648" y="1337226"/>
                    <a:pt x="1160884" y="1337226"/>
                  </a:cubicBezTo>
                  <a:cubicBezTo>
                    <a:pt x="1067867" y="1337226"/>
                    <a:pt x="980058" y="1278438"/>
                    <a:pt x="904155" y="1190629"/>
                  </a:cubicBezTo>
                  <a:cubicBezTo>
                    <a:pt x="855787" y="1134820"/>
                    <a:pt x="812627" y="1065615"/>
                    <a:pt x="776162" y="991198"/>
                  </a:cubicBezTo>
                  <a:cubicBezTo>
                    <a:pt x="775419" y="988966"/>
                    <a:pt x="773929" y="987480"/>
                    <a:pt x="773186" y="985247"/>
                  </a:cubicBezTo>
                  <a:cubicBezTo>
                    <a:pt x="762023" y="961435"/>
                    <a:pt x="751606" y="937622"/>
                    <a:pt x="741933" y="913810"/>
                  </a:cubicBezTo>
                  <a:cubicBezTo>
                    <a:pt x="741190" y="913067"/>
                    <a:pt x="741190" y="911577"/>
                    <a:pt x="740443" y="910834"/>
                  </a:cubicBezTo>
                  <a:cubicBezTo>
                    <a:pt x="730027" y="885532"/>
                    <a:pt x="721096" y="859487"/>
                    <a:pt x="713655" y="833445"/>
                  </a:cubicBezTo>
                  <a:cubicBezTo>
                    <a:pt x="713655" y="832698"/>
                    <a:pt x="713655" y="831955"/>
                    <a:pt x="712912" y="831955"/>
                  </a:cubicBezTo>
                  <a:cubicBezTo>
                    <a:pt x="706214" y="808886"/>
                    <a:pt x="700263" y="786563"/>
                    <a:pt x="695051" y="764240"/>
                  </a:cubicBezTo>
                  <a:cubicBezTo>
                    <a:pt x="693565" y="757542"/>
                    <a:pt x="692075" y="750101"/>
                    <a:pt x="690589" y="743403"/>
                  </a:cubicBezTo>
                  <a:cubicBezTo>
                    <a:pt x="686867" y="726289"/>
                    <a:pt x="684634" y="709917"/>
                    <a:pt x="682402" y="693546"/>
                  </a:cubicBezTo>
                  <a:cubicBezTo>
                    <a:pt x="681659" y="686848"/>
                    <a:pt x="680169" y="679407"/>
                    <a:pt x="679426" y="672713"/>
                  </a:cubicBezTo>
                  <a:cubicBezTo>
                    <a:pt x="677193" y="650386"/>
                    <a:pt x="675704" y="628810"/>
                    <a:pt x="675704" y="608716"/>
                  </a:cubicBezTo>
                  <a:cubicBezTo>
                    <a:pt x="673471" y="340827"/>
                    <a:pt x="891506" y="122789"/>
                    <a:pt x="1159383" y="122789"/>
                  </a:cubicBezTo>
                  <a:close/>
                  <a:moveTo>
                    <a:pt x="1325358" y="1416109"/>
                  </a:moveTo>
                  <a:lnTo>
                    <a:pt x="1159414" y="1844733"/>
                  </a:lnTo>
                  <a:lnTo>
                    <a:pt x="993469" y="1416870"/>
                  </a:lnTo>
                  <a:cubicBezTo>
                    <a:pt x="1046302" y="1443659"/>
                    <a:pt x="1101368" y="1459287"/>
                    <a:pt x="1158667" y="1459287"/>
                  </a:cubicBezTo>
                  <a:cubicBezTo>
                    <a:pt x="1216708" y="1459287"/>
                    <a:pt x="1272521" y="1443659"/>
                    <a:pt x="1325354" y="1416128"/>
                  </a:cubicBezTo>
                  <a:close/>
                  <a:moveTo>
                    <a:pt x="2204173" y="2745151"/>
                  </a:moveTo>
                  <a:lnTo>
                    <a:pt x="122084" y="2745151"/>
                  </a:lnTo>
                  <a:lnTo>
                    <a:pt x="122084" y="2191520"/>
                  </a:lnTo>
                  <a:cubicBezTo>
                    <a:pt x="122084" y="2171430"/>
                    <a:pt x="122828" y="2151336"/>
                    <a:pt x="123572" y="2131246"/>
                  </a:cubicBezTo>
                  <a:cubicBezTo>
                    <a:pt x="145896" y="1739082"/>
                    <a:pt x="429414" y="1405707"/>
                    <a:pt x="819356" y="1303752"/>
                  </a:cubicBezTo>
                  <a:lnTo>
                    <a:pt x="1158682" y="2182566"/>
                  </a:lnTo>
                  <a:lnTo>
                    <a:pt x="1500241" y="1301504"/>
                  </a:lnTo>
                  <a:cubicBezTo>
                    <a:pt x="1893128" y="1401962"/>
                    <a:pt x="2178878" y="1735348"/>
                    <a:pt x="2201967" y="2130483"/>
                  </a:cubicBezTo>
                  <a:cubicBezTo>
                    <a:pt x="2203453" y="2150574"/>
                    <a:pt x="2203453" y="2171411"/>
                    <a:pt x="2203453" y="2191504"/>
                  </a:cubicBezTo>
                  <a:lnTo>
                    <a:pt x="2203453" y="274513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ED5093-39E9-C106-67D8-F9F72372D192}"/>
                </a:ext>
              </a:extLst>
            </p:cNvPr>
            <p:cNvSpPr/>
            <p:nvPr/>
          </p:nvSpPr>
          <p:spPr>
            <a:xfrm>
              <a:off x="11136738" y="4875330"/>
              <a:ext cx="163635" cy="154177"/>
            </a:xfrm>
            <a:custGeom>
              <a:avLst/>
              <a:gdLst>
                <a:gd name="connsiteX0" fmla="*/ 1466705 w 1828361"/>
                <a:gd name="connsiteY0" fmla="*/ 0 h 1722681"/>
                <a:gd name="connsiteX1" fmla="*/ 361653 w 1828361"/>
                <a:gd name="connsiteY1" fmla="*/ 0 h 1722681"/>
                <a:gd name="connsiteX2" fmla="*/ 0 w 1828361"/>
                <a:gd name="connsiteY2" fmla="*/ 361653 h 1722681"/>
                <a:gd name="connsiteX3" fmla="*/ 0 w 1828361"/>
                <a:gd name="connsiteY3" fmla="*/ 857983 h 1722681"/>
                <a:gd name="connsiteX4" fmla="*/ 300632 w 1828361"/>
                <a:gd name="connsiteY4" fmla="*/ 1214428 h 1722681"/>
                <a:gd name="connsiteX5" fmla="*/ 305840 w 1828361"/>
                <a:gd name="connsiteY5" fmla="*/ 1722682 h 1722681"/>
                <a:gd name="connsiteX6" fmla="*/ 880312 w 1828361"/>
                <a:gd name="connsiteY6" fmla="*/ 1219647 h 1722681"/>
                <a:gd name="connsiteX7" fmla="*/ 1466709 w 1828361"/>
                <a:gd name="connsiteY7" fmla="*/ 1219647 h 1722681"/>
                <a:gd name="connsiteX8" fmla="*/ 1828362 w 1828361"/>
                <a:gd name="connsiteY8" fmla="*/ 857995 h 1722681"/>
                <a:gd name="connsiteX9" fmla="*/ 1828362 w 1828361"/>
                <a:gd name="connsiteY9" fmla="*/ 361664 h 1722681"/>
                <a:gd name="connsiteX10" fmla="*/ 1466709 w 1828361"/>
                <a:gd name="connsiteY10" fmla="*/ 11 h 1722681"/>
                <a:gd name="connsiteX11" fmla="*/ 1706320 w 1828361"/>
                <a:gd name="connsiteY11" fmla="*/ 858014 h 1722681"/>
                <a:gd name="connsiteX12" fmla="*/ 1466705 w 1828361"/>
                <a:gd name="connsiteY12" fmla="*/ 1097628 h 1722681"/>
                <a:gd name="connsiteX13" fmla="*/ 834169 w 1828361"/>
                <a:gd name="connsiteY13" fmla="*/ 1097628 h 1722681"/>
                <a:gd name="connsiteX14" fmla="*/ 424899 w 1828361"/>
                <a:gd name="connsiteY14" fmla="*/ 1456306 h 1722681"/>
                <a:gd name="connsiteX15" fmla="*/ 421176 w 1828361"/>
                <a:gd name="connsiteY15" fmla="*/ 1097628 h 1722681"/>
                <a:gd name="connsiteX16" fmla="*/ 360902 w 1828361"/>
                <a:gd name="connsiteY16" fmla="*/ 1097628 h 1722681"/>
                <a:gd name="connsiteX17" fmla="*/ 121288 w 1828361"/>
                <a:gd name="connsiteY17" fmla="*/ 858014 h 1722681"/>
                <a:gd name="connsiteX18" fmla="*/ 121288 w 1828361"/>
                <a:gd name="connsiteY18" fmla="*/ 361683 h 1722681"/>
                <a:gd name="connsiteX19" fmla="*/ 360902 w 1828361"/>
                <a:gd name="connsiteY19" fmla="*/ 122069 h 1722681"/>
                <a:gd name="connsiteX20" fmla="*/ 1466679 w 1828361"/>
                <a:gd name="connsiteY20" fmla="*/ 122069 h 1722681"/>
                <a:gd name="connsiteX21" fmla="*/ 1706293 w 1828361"/>
                <a:gd name="connsiteY21" fmla="*/ 361683 h 1722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8361" h="1722681">
                  <a:moveTo>
                    <a:pt x="1466705" y="0"/>
                  </a:moveTo>
                  <a:lnTo>
                    <a:pt x="361653" y="0"/>
                  </a:lnTo>
                  <a:cubicBezTo>
                    <a:pt x="162222" y="0"/>
                    <a:pt x="0" y="162222"/>
                    <a:pt x="0" y="361653"/>
                  </a:cubicBezTo>
                  <a:lnTo>
                    <a:pt x="0" y="857983"/>
                  </a:lnTo>
                  <a:cubicBezTo>
                    <a:pt x="0" y="1036577"/>
                    <a:pt x="130226" y="1185407"/>
                    <a:pt x="300632" y="1214428"/>
                  </a:cubicBezTo>
                  <a:lnTo>
                    <a:pt x="305840" y="1722682"/>
                  </a:lnTo>
                  <a:lnTo>
                    <a:pt x="880312" y="1219647"/>
                  </a:lnTo>
                  <a:lnTo>
                    <a:pt x="1466709" y="1219647"/>
                  </a:lnTo>
                  <a:cubicBezTo>
                    <a:pt x="1666140" y="1219647"/>
                    <a:pt x="1828362" y="1057425"/>
                    <a:pt x="1828362" y="857995"/>
                  </a:cubicBezTo>
                  <a:lnTo>
                    <a:pt x="1828362" y="361664"/>
                  </a:lnTo>
                  <a:cubicBezTo>
                    <a:pt x="1828362" y="162234"/>
                    <a:pt x="1666140" y="11"/>
                    <a:pt x="1466709" y="11"/>
                  </a:cubicBezTo>
                  <a:close/>
                  <a:moveTo>
                    <a:pt x="1706320" y="858014"/>
                  </a:moveTo>
                  <a:cubicBezTo>
                    <a:pt x="1706320" y="989725"/>
                    <a:pt x="1599164" y="1097628"/>
                    <a:pt x="1466705" y="1097628"/>
                  </a:cubicBezTo>
                  <a:lnTo>
                    <a:pt x="834169" y="1097628"/>
                  </a:lnTo>
                  <a:lnTo>
                    <a:pt x="424899" y="1456306"/>
                  </a:lnTo>
                  <a:lnTo>
                    <a:pt x="421176" y="1097628"/>
                  </a:lnTo>
                  <a:lnTo>
                    <a:pt x="360902" y="1097628"/>
                  </a:lnTo>
                  <a:cubicBezTo>
                    <a:pt x="229191" y="1097628"/>
                    <a:pt x="121288" y="990472"/>
                    <a:pt x="121288" y="858014"/>
                  </a:cubicBezTo>
                  <a:lnTo>
                    <a:pt x="121288" y="361683"/>
                  </a:lnTo>
                  <a:cubicBezTo>
                    <a:pt x="121288" y="229972"/>
                    <a:pt x="228444" y="122069"/>
                    <a:pt x="360902" y="122069"/>
                  </a:cubicBezTo>
                  <a:lnTo>
                    <a:pt x="1466679" y="122069"/>
                  </a:lnTo>
                  <a:cubicBezTo>
                    <a:pt x="1598390" y="122069"/>
                    <a:pt x="1706293" y="229225"/>
                    <a:pt x="1706293" y="36168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65B42F0-3C1F-6D58-A299-6254DC30964D}"/>
                </a:ext>
              </a:extLst>
            </p:cNvPr>
            <p:cNvSpPr/>
            <p:nvPr/>
          </p:nvSpPr>
          <p:spPr>
            <a:xfrm>
              <a:off x="11093116" y="5137133"/>
              <a:ext cx="49085" cy="10922"/>
            </a:xfrm>
            <a:custGeom>
              <a:avLst/>
              <a:gdLst>
                <a:gd name="connsiteX0" fmla="*/ 0 w 548449"/>
                <a:gd name="connsiteY0" fmla="*/ 0 h 122037"/>
                <a:gd name="connsiteX1" fmla="*/ 548450 w 548449"/>
                <a:gd name="connsiteY1" fmla="*/ 0 h 122037"/>
                <a:gd name="connsiteX2" fmla="*/ 548450 w 548449"/>
                <a:gd name="connsiteY2" fmla="*/ 122038 h 122037"/>
                <a:gd name="connsiteX3" fmla="*/ 0 w 548449"/>
                <a:gd name="connsiteY3" fmla="*/ 122038 h 12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449" h="122037">
                  <a:moveTo>
                    <a:pt x="0" y="0"/>
                  </a:moveTo>
                  <a:lnTo>
                    <a:pt x="548450" y="0"/>
                  </a:lnTo>
                  <a:lnTo>
                    <a:pt x="548450" y="122038"/>
                  </a:lnTo>
                  <a:lnTo>
                    <a:pt x="0" y="122038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7A8B174-9B92-91D8-4F85-E26BCC52DF14}"/>
                </a:ext>
              </a:extLst>
            </p:cNvPr>
            <p:cNvSpPr/>
            <p:nvPr/>
          </p:nvSpPr>
          <p:spPr>
            <a:xfrm>
              <a:off x="11166244" y="4908097"/>
              <a:ext cx="39160" cy="38161"/>
            </a:xfrm>
            <a:custGeom>
              <a:avLst/>
              <a:gdLst>
                <a:gd name="connsiteX0" fmla="*/ 385462 w 437551"/>
                <a:gd name="connsiteY0" fmla="*/ 66229 h 426392"/>
                <a:gd name="connsiteX1" fmla="*/ 279795 w 437551"/>
                <a:gd name="connsiteY1" fmla="*/ 116087 h 426392"/>
                <a:gd name="connsiteX2" fmla="*/ 279795 w 437551"/>
                <a:gd name="connsiteY2" fmla="*/ 0 h 426392"/>
                <a:gd name="connsiteX3" fmla="*/ 157757 w 437551"/>
                <a:gd name="connsiteY3" fmla="*/ 0 h 426392"/>
                <a:gd name="connsiteX4" fmla="*/ 157757 w 437551"/>
                <a:gd name="connsiteY4" fmla="*/ 116087 h 426392"/>
                <a:gd name="connsiteX5" fmla="*/ 52833 w 437551"/>
                <a:gd name="connsiteY5" fmla="*/ 66229 h 426392"/>
                <a:gd name="connsiteX6" fmla="*/ 0 w 437551"/>
                <a:gd name="connsiteY6" fmla="*/ 176361 h 426392"/>
                <a:gd name="connsiteX7" fmla="*/ 77389 w 437551"/>
                <a:gd name="connsiteY7" fmla="*/ 212823 h 426392"/>
                <a:gd name="connsiteX8" fmla="*/ 0 w 437551"/>
                <a:gd name="connsiteY8" fmla="*/ 250031 h 426392"/>
                <a:gd name="connsiteX9" fmla="*/ 52833 w 437551"/>
                <a:gd name="connsiteY9" fmla="*/ 360163 h 426392"/>
                <a:gd name="connsiteX10" fmla="*/ 157757 w 437551"/>
                <a:gd name="connsiteY10" fmla="*/ 309562 h 426392"/>
                <a:gd name="connsiteX11" fmla="*/ 157757 w 437551"/>
                <a:gd name="connsiteY11" fmla="*/ 426392 h 426392"/>
                <a:gd name="connsiteX12" fmla="*/ 279795 w 437551"/>
                <a:gd name="connsiteY12" fmla="*/ 426392 h 426392"/>
                <a:gd name="connsiteX13" fmla="*/ 279795 w 437551"/>
                <a:gd name="connsiteY13" fmla="*/ 309562 h 426392"/>
                <a:gd name="connsiteX14" fmla="*/ 385462 w 437551"/>
                <a:gd name="connsiteY14" fmla="*/ 360163 h 426392"/>
                <a:gd name="connsiteX15" fmla="*/ 437552 w 437551"/>
                <a:gd name="connsiteY15" fmla="*/ 250031 h 426392"/>
                <a:gd name="connsiteX16" fmla="*/ 360163 w 437551"/>
                <a:gd name="connsiteY16" fmla="*/ 212823 h 426392"/>
                <a:gd name="connsiteX17" fmla="*/ 437552 w 437551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1" h="426392">
                  <a:moveTo>
                    <a:pt x="385462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5462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FBC972-DCD3-38CF-AB9F-025A616FBA61}"/>
                </a:ext>
              </a:extLst>
            </p:cNvPr>
            <p:cNvSpPr/>
            <p:nvPr/>
          </p:nvSpPr>
          <p:spPr>
            <a:xfrm>
              <a:off x="11231709" y="4908097"/>
              <a:ext cx="39160" cy="38161"/>
            </a:xfrm>
            <a:custGeom>
              <a:avLst/>
              <a:gdLst>
                <a:gd name="connsiteX0" fmla="*/ 384719 w 437552"/>
                <a:gd name="connsiteY0" fmla="*/ 66229 h 426392"/>
                <a:gd name="connsiteX1" fmla="*/ 279795 w 437552"/>
                <a:gd name="connsiteY1" fmla="*/ 116087 h 426392"/>
                <a:gd name="connsiteX2" fmla="*/ 279795 w 437552"/>
                <a:gd name="connsiteY2" fmla="*/ 0 h 426392"/>
                <a:gd name="connsiteX3" fmla="*/ 157757 w 437552"/>
                <a:gd name="connsiteY3" fmla="*/ 0 h 426392"/>
                <a:gd name="connsiteX4" fmla="*/ 157757 w 437552"/>
                <a:gd name="connsiteY4" fmla="*/ 116087 h 426392"/>
                <a:gd name="connsiteX5" fmla="*/ 52833 w 437552"/>
                <a:gd name="connsiteY5" fmla="*/ 66229 h 426392"/>
                <a:gd name="connsiteX6" fmla="*/ 0 w 437552"/>
                <a:gd name="connsiteY6" fmla="*/ 176361 h 426392"/>
                <a:gd name="connsiteX7" fmla="*/ 77389 w 437552"/>
                <a:gd name="connsiteY7" fmla="*/ 212823 h 426392"/>
                <a:gd name="connsiteX8" fmla="*/ 0 w 437552"/>
                <a:gd name="connsiteY8" fmla="*/ 250031 h 426392"/>
                <a:gd name="connsiteX9" fmla="*/ 52833 w 437552"/>
                <a:gd name="connsiteY9" fmla="*/ 360163 h 426392"/>
                <a:gd name="connsiteX10" fmla="*/ 157757 w 437552"/>
                <a:gd name="connsiteY10" fmla="*/ 309562 h 426392"/>
                <a:gd name="connsiteX11" fmla="*/ 157757 w 437552"/>
                <a:gd name="connsiteY11" fmla="*/ 426392 h 426392"/>
                <a:gd name="connsiteX12" fmla="*/ 279795 w 437552"/>
                <a:gd name="connsiteY12" fmla="*/ 426392 h 426392"/>
                <a:gd name="connsiteX13" fmla="*/ 279795 w 437552"/>
                <a:gd name="connsiteY13" fmla="*/ 309562 h 426392"/>
                <a:gd name="connsiteX14" fmla="*/ 384719 w 437552"/>
                <a:gd name="connsiteY14" fmla="*/ 360163 h 426392"/>
                <a:gd name="connsiteX15" fmla="*/ 437552 w 437552"/>
                <a:gd name="connsiteY15" fmla="*/ 250031 h 426392"/>
                <a:gd name="connsiteX16" fmla="*/ 360163 w 437552"/>
                <a:gd name="connsiteY16" fmla="*/ 212823 h 426392"/>
                <a:gd name="connsiteX17" fmla="*/ 437552 w 437552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2" h="426392">
                  <a:moveTo>
                    <a:pt x="384719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4719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7" name="Chevron 5">
            <a:extLst>
              <a:ext uri="{FF2B5EF4-FFF2-40B4-BE49-F238E27FC236}">
                <a16:creationId xmlns:a16="http://schemas.microsoft.com/office/drawing/2014/main" id="{C88CFC22-4DD2-F6DB-6E83-ACD0F40DCDEC}"/>
              </a:ext>
            </a:extLst>
          </p:cNvPr>
          <p:cNvSpPr/>
          <p:nvPr/>
        </p:nvSpPr>
        <p:spPr>
          <a:xfrm>
            <a:off x="5083171" y="1644995"/>
            <a:ext cx="2039674" cy="266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  <a:latin typeface="+mj-lt"/>
                <a:cs typeface="Poppins" pitchFamily="2" charset="77"/>
              </a:rPr>
              <a:t>Bridgers</a:t>
            </a:r>
          </a:p>
        </p:txBody>
      </p:sp>
      <p:sp>
        <p:nvSpPr>
          <p:cNvPr id="14" name="Freeform 949">
            <a:extLst>
              <a:ext uri="{FF2B5EF4-FFF2-40B4-BE49-F238E27FC236}">
                <a16:creationId xmlns:a16="http://schemas.microsoft.com/office/drawing/2014/main" id="{57240D21-5B87-4914-7AAC-57D9CAA2C3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9271" y="991441"/>
            <a:ext cx="487475" cy="488939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rgbClr val="CC9B0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 dirty="0">
              <a:latin typeface="+mj-lt"/>
            </a:endParaRPr>
          </a:p>
        </p:txBody>
      </p:sp>
      <p:sp>
        <p:nvSpPr>
          <p:cNvPr id="8" name="Chevron 6">
            <a:extLst>
              <a:ext uri="{FF2B5EF4-FFF2-40B4-BE49-F238E27FC236}">
                <a16:creationId xmlns:a16="http://schemas.microsoft.com/office/drawing/2014/main" id="{2A8E648B-052F-2265-5C16-5D438600C7B6}"/>
              </a:ext>
            </a:extLst>
          </p:cNvPr>
          <p:cNvSpPr/>
          <p:nvPr/>
        </p:nvSpPr>
        <p:spPr>
          <a:xfrm>
            <a:off x="7281051" y="1644995"/>
            <a:ext cx="2039674" cy="2666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  <a:latin typeface="+mj-lt"/>
                <a:cs typeface="Poppins" pitchFamily="2" charset="77"/>
              </a:rPr>
              <a:t>Super </a:t>
            </a:r>
            <a:r>
              <a:rPr lang="en-US" sz="1400" b="1" noProof="0" dirty="0" err="1">
                <a:solidFill>
                  <a:schemeClr val="bg1"/>
                </a:solidFill>
                <a:latin typeface="+mj-lt"/>
                <a:cs typeface="Poppins" pitchFamily="2" charset="77"/>
              </a:rPr>
              <a:t>Diagnosers</a:t>
            </a:r>
            <a:endParaRPr lang="en-US" sz="1400" b="1" noProof="0" dirty="0">
              <a:solidFill>
                <a:schemeClr val="bg1"/>
              </a:solidFill>
              <a:latin typeface="+mj-lt"/>
              <a:cs typeface="Poppins" pitchFamily="2" charset="77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005667-054A-DE1A-EC26-E06CD19ECD95}"/>
              </a:ext>
            </a:extLst>
          </p:cNvPr>
          <p:cNvSpPr>
            <a:spLocks noChangeAspect="1"/>
          </p:cNvSpPr>
          <p:nvPr/>
        </p:nvSpPr>
        <p:spPr>
          <a:xfrm>
            <a:off x="8050049" y="1007310"/>
            <a:ext cx="501678" cy="457200"/>
          </a:xfrm>
          <a:custGeom>
            <a:avLst/>
            <a:gdLst>
              <a:gd name="connsiteX0" fmla="*/ 168967 w 856359"/>
              <a:gd name="connsiteY0" fmla="*/ 125369 h 803463"/>
              <a:gd name="connsiteX1" fmla="*/ 138059 w 856359"/>
              <a:gd name="connsiteY1" fmla="*/ 120931 h 803463"/>
              <a:gd name="connsiteX2" fmla="*/ 104654 w 856359"/>
              <a:gd name="connsiteY2" fmla="*/ 141743 h 803463"/>
              <a:gd name="connsiteX3" fmla="*/ 104645 w 856359"/>
              <a:gd name="connsiteY3" fmla="*/ 141762 h 803463"/>
              <a:gd name="connsiteX4" fmla="*/ 95720 w 856359"/>
              <a:gd name="connsiteY4" fmla="*/ 180205 h 803463"/>
              <a:gd name="connsiteX5" fmla="*/ 109903 w 856359"/>
              <a:gd name="connsiteY5" fmla="*/ 207970 h 803463"/>
              <a:gd name="connsiteX6" fmla="*/ 168967 w 856359"/>
              <a:gd name="connsiteY6" fmla="*/ 125369 h 803463"/>
              <a:gd name="connsiteX7" fmla="*/ 168967 w 856359"/>
              <a:gd name="connsiteY7" fmla="*/ 125369 h 803463"/>
              <a:gd name="connsiteX8" fmla="*/ 594049 w 856359"/>
              <a:gd name="connsiteY8" fmla="*/ 131246 h 803463"/>
              <a:gd name="connsiteX9" fmla="*/ 655218 w 856359"/>
              <a:gd name="connsiteY9" fmla="*/ 131246 h 803463"/>
              <a:gd name="connsiteX10" fmla="*/ 663962 w 856359"/>
              <a:gd name="connsiteY10" fmla="*/ 139990 h 803463"/>
              <a:gd name="connsiteX11" fmla="*/ 663962 w 856359"/>
              <a:gd name="connsiteY11" fmla="*/ 192425 h 803463"/>
              <a:gd name="connsiteX12" fmla="*/ 716340 w 856359"/>
              <a:gd name="connsiteY12" fmla="*/ 192425 h 803463"/>
              <a:gd name="connsiteX13" fmla="*/ 725084 w 856359"/>
              <a:gd name="connsiteY13" fmla="*/ 201160 h 803463"/>
              <a:gd name="connsiteX14" fmla="*/ 725084 w 856359"/>
              <a:gd name="connsiteY14" fmla="*/ 262282 h 803463"/>
              <a:gd name="connsiteX15" fmla="*/ 716340 w 856359"/>
              <a:gd name="connsiteY15" fmla="*/ 271026 h 803463"/>
              <a:gd name="connsiteX16" fmla="*/ 663962 w 856359"/>
              <a:gd name="connsiteY16" fmla="*/ 271026 h 803463"/>
              <a:gd name="connsiteX17" fmla="*/ 663962 w 856359"/>
              <a:gd name="connsiteY17" fmla="*/ 323461 h 803463"/>
              <a:gd name="connsiteX18" fmla="*/ 655218 w 856359"/>
              <a:gd name="connsiteY18" fmla="*/ 332205 h 803463"/>
              <a:gd name="connsiteX19" fmla="*/ 594049 w 856359"/>
              <a:gd name="connsiteY19" fmla="*/ 332205 h 803463"/>
              <a:gd name="connsiteX20" fmla="*/ 585315 w 856359"/>
              <a:gd name="connsiteY20" fmla="*/ 323461 h 803463"/>
              <a:gd name="connsiteX21" fmla="*/ 585315 w 856359"/>
              <a:gd name="connsiteY21" fmla="*/ 271026 h 803463"/>
              <a:gd name="connsiteX22" fmla="*/ 532927 w 856359"/>
              <a:gd name="connsiteY22" fmla="*/ 271026 h 803463"/>
              <a:gd name="connsiteX23" fmla="*/ 524183 w 856359"/>
              <a:gd name="connsiteY23" fmla="*/ 262282 h 803463"/>
              <a:gd name="connsiteX24" fmla="*/ 524183 w 856359"/>
              <a:gd name="connsiteY24" fmla="*/ 201160 h 803463"/>
              <a:gd name="connsiteX25" fmla="*/ 532927 w 856359"/>
              <a:gd name="connsiteY25" fmla="*/ 192425 h 803463"/>
              <a:gd name="connsiteX26" fmla="*/ 585315 w 856359"/>
              <a:gd name="connsiteY26" fmla="*/ 192425 h 803463"/>
              <a:gd name="connsiteX27" fmla="*/ 585315 w 856359"/>
              <a:gd name="connsiteY27" fmla="*/ 139981 h 803463"/>
              <a:gd name="connsiteX28" fmla="*/ 594049 w 856359"/>
              <a:gd name="connsiteY28" fmla="*/ 131246 h 803463"/>
              <a:gd name="connsiteX29" fmla="*/ 594049 w 856359"/>
              <a:gd name="connsiteY29" fmla="*/ 131246 h 803463"/>
              <a:gd name="connsiteX30" fmla="*/ 646484 w 856359"/>
              <a:gd name="connsiteY30" fmla="*/ 148725 h 803463"/>
              <a:gd name="connsiteX31" fmla="*/ 602783 w 856359"/>
              <a:gd name="connsiteY31" fmla="*/ 148725 h 803463"/>
              <a:gd name="connsiteX32" fmla="*/ 602783 w 856359"/>
              <a:gd name="connsiteY32" fmla="*/ 201160 h 803463"/>
              <a:gd name="connsiteX33" fmla="*/ 594049 w 856359"/>
              <a:gd name="connsiteY33" fmla="*/ 209894 h 803463"/>
              <a:gd name="connsiteX34" fmla="*/ 541661 w 856359"/>
              <a:gd name="connsiteY34" fmla="*/ 209894 h 803463"/>
              <a:gd name="connsiteX35" fmla="*/ 541661 w 856359"/>
              <a:gd name="connsiteY35" fmla="*/ 253538 h 803463"/>
              <a:gd name="connsiteX36" fmla="*/ 594049 w 856359"/>
              <a:gd name="connsiteY36" fmla="*/ 253538 h 803463"/>
              <a:gd name="connsiteX37" fmla="*/ 602783 w 856359"/>
              <a:gd name="connsiteY37" fmla="*/ 262272 h 803463"/>
              <a:gd name="connsiteX38" fmla="*/ 602783 w 856359"/>
              <a:gd name="connsiteY38" fmla="*/ 314707 h 803463"/>
              <a:gd name="connsiteX39" fmla="*/ 646484 w 856359"/>
              <a:gd name="connsiteY39" fmla="*/ 314707 h 803463"/>
              <a:gd name="connsiteX40" fmla="*/ 646484 w 856359"/>
              <a:gd name="connsiteY40" fmla="*/ 262282 h 803463"/>
              <a:gd name="connsiteX41" fmla="*/ 655218 w 856359"/>
              <a:gd name="connsiteY41" fmla="*/ 253547 h 803463"/>
              <a:gd name="connsiteX42" fmla="*/ 707606 w 856359"/>
              <a:gd name="connsiteY42" fmla="*/ 253547 h 803463"/>
              <a:gd name="connsiteX43" fmla="*/ 707606 w 856359"/>
              <a:gd name="connsiteY43" fmla="*/ 209894 h 803463"/>
              <a:gd name="connsiteX44" fmla="*/ 655218 w 856359"/>
              <a:gd name="connsiteY44" fmla="*/ 209894 h 803463"/>
              <a:gd name="connsiteX45" fmla="*/ 646484 w 856359"/>
              <a:gd name="connsiteY45" fmla="*/ 201160 h 803463"/>
              <a:gd name="connsiteX46" fmla="*/ 646484 w 856359"/>
              <a:gd name="connsiteY46" fmla="*/ 148725 h 803463"/>
              <a:gd name="connsiteX47" fmla="*/ 646484 w 856359"/>
              <a:gd name="connsiteY47" fmla="*/ 148725 h 803463"/>
              <a:gd name="connsiteX48" fmla="*/ 240900 w 856359"/>
              <a:gd name="connsiteY48" fmla="*/ 503931 h 803463"/>
              <a:gd name="connsiteX49" fmla="*/ 270237 w 856359"/>
              <a:gd name="connsiteY49" fmla="*/ 516085 h 803463"/>
              <a:gd name="connsiteX50" fmla="*/ 282391 w 856359"/>
              <a:gd name="connsiteY50" fmla="*/ 545422 h 803463"/>
              <a:gd name="connsiteX51" fmla="*/ 270237 w 856359"/>
              <a:gd name="connsiteY51" fmla="*/ 574759 h 803463"/>
              <a:gd name="connsiteX52" fmla="*/ 240900 w 856359"/>
              <a:gd name="connsiteY52" fmla="*/ 586913 h 803463"/>
              <a:gd name="connsiteX53" fmla="*/ 211563 w 856359"/>
              <a:gd name="connsiteY53" fmla="*/ 574759 h 803463"/>
              <a:gd name="connsiteX54" fmla="*/ 199409 w 856359"/>
              <a:gd name="connsiteY54" fmla="*/ 545422 h 803463"/>
              <a:gd name="connsiteX55" fmla="*/ 211563 w 856359"/>
              <a:gd name="connsiteY55" fmla="*/ 516085 h 803463"/>
              <a:gd name="connsiteX56" fmla="*/ 240900 w 856359"/>
              <a:gd name="connsiteY56" fmla="*/ 503931 h 803463"/>
              <a:gd name="connsiteX57" fmla="*/ 240900 w 856359"/>
              <a:gd name="connsiteY57" fmla="*/ 503931 h 803463"/>
              <a:gd name="connsiteX58" fmla="*/ 257883 w 856359"/>
              <a:gd name="connsiteY58" fmla="*/ 528448 h 803463"/>
              <a:gd name="connsiteX59" fmla="*/ 240900 w 856359"/>
              <a:gd name="connsiteY59" fmla="*/ 521419 h 803463"/>
              <a:gd name="connsiteX60" fmla="*/ 223917 w 856359"/>
              <a:gd name="connsiteY60" fmla="*/ 528448 h 803463"/>
              <a:gd name="connsiteX61" fmla="*/ 216887 w 856359"/>
              <a:gd name="connsiteY61" fmla="*/ 545431 h 803463"/>
              <a:gd name="connsiteX62" fmla="*/ 223917 w 856359"/>
              <a:gd name="connsiteY62" fmla="*/ 562414 h 803463"/>
              <a:gd name="connsiteX63" fmla="*/ 240900 w 856359"/>
              <a:gd name="connsiteY63" fmla="*/ 569444 h 803463"/>
              <a:gd name="connsiteX64" fmla="*/ 257883 w 856359"/>
              <a:gd name="connsiteY64" fmla="*/ 562414 h 803463"/>
              <a:gd name="connsiteX65" fmla="*/ 264913 w 856359"/>
              <a:gd name="connsiteY65" fmla="*/ 545431 h 803463"/>
              <a:gd name="connsiteX66" fmla="*/ 257883 w 856359"/>
              <a:gd name="connsiteY66" fmla="*/ 528448 h 803463"/>
              <a:gd name="connsiteX67" fmla="*/ 257883 w 856359"/>
              <a:gd name="connsiteY67" fmla="*/ 528448 h 803463"/>
              <a:gd name="connsiteX68" fmla="*/ 332026 w 856359"/>
              <a:gd name="connsiteY68" fmla="*/ 568768 h 803463"/>
              <a:gd name="connsiteX69" fmla="*/ 289144 w 856359"/>
              <a:gd name="connsiteY69" fmla="*/ 586532 h 803463"/>
              <a:gd name="connsiteX70" fmla="*/ 271380 w 856359"/>
              <a:gd name="connsiteY70" fmla="*/ 629413 h 803463"/>
              <a:gd name="connsiteX71" fmla="*/ 289144 w 856359"/>
              <a:gd name="connsiteY71" fmla="*/ 672295 h 803463"/>
              <a:gd name="connsiteX72" fmla="*/ 332026 w 856359"/>
              <a:gd name="connsiteY72" fmla="*/ 690059 h 803463"/>
              <a:gd name="connsiteX73" fmla="*/ 374907 w 856359"/>
              <a:gd name="connsiteY73" fmla="*/ 672295 h 803463"/>
              <a:gd name="connsiteX74" fmla="*/ 392671 w 856359"/>
              <a:gd name="connsiteY74" fmla="*/ 629413 h 803463"/>
              <a:gd name="connsiteX75" fmla="*/ 374907 w 856359"/>
              <a:gd name="connsiteY75" fmla="*/ 586532 h 803463"/>
              <a:gd name="connsiteX76" fmla="*/ 332026 w 856359"/>
              <a:gd name="connsiteY76" fmla="*/ 568768 h 803463"/>
              <a:gd name="connsiteX77" fmla="*/ 332026 w 856359"/>
              <a:gd name="connsiteY77" fmla="*/ 568768 h 803463"/>
              <a:gd name="connsiteX78" fmla="*/ 362544 w 856359"/>
              <a:gd name="connsiteY78" fmla="*/ 598886 h 803463"/>
              <a:gd name="connsiteX79" fmla="*/ 375183 w 856359"/>
              <a:gd name="connsiteY79" fmla="*/ 629404 h 803463"/>
              <a:gd name="connsiteX80" fmla="*/ 362544 w 856359"/>
              <a:gd name="connsiteY80" fmla="*/ 659922 h 803463"/>
              <a:gd name="connsiteX81" fmla="*/ 332026 w 856359"/>
              <a:gd name="connsiteY81" fmla="*/ 672562 h 803463"/>
              <a:gd name="connsiteX82" fmla="*/ 301508 w 856359"/>
              <a:gd name="connsiteY82" fmla="*/ 659922 h 803463"/>
              <a:gd name="connsiteX83" fmla="*/ 288868 w 856359"/>
              <a:gd name="connsiteY83" fmla="*/ 629404 h 803463"/>
              <a:gd name="connsiteX84" fmla="*/ 301508 w 856359"/>
              <a:gd name="connsiteY84" fmla="*/ 598886 h 803463"/>
              <a:gd name="connsiteX85" fmla="*/ 332026 w 856359"/>
              <a:gd name="connsiteY85" fmla="*/ 586246 h 803463"/>
              <a:gd name="connsiteX86" fmla="*/ 362544 w 856359"/>
              <a:gd name="connsiteY86" fmla="*/ 598886 h 803463"/>
              <a:gd name="connsiteX87" fmla="*/ 362544 w 856359"/>
              <a:gd name="connsiteY87" fmla="*/ 598886 h 803463"/>
              <a:gd name="connsiteX88" fmla="*/ 175492 w 856359"/>
              <a:gd name="connsiteY88" fmla="*/ 595466 h 803463"/>
              <a:gd name="connsiteX89" fmla="*/ 230927 w 856359"/>
              <a:gd name="connsiteY89" fmla="*/ 618431 h 803463"/>
              <a:gd name="connsiteX90" fmla="*/ 253892 w 856359"/>
              <a:gd name="connsiteY90" fmla="*/ 673866 h 803463"/>
              <a:gd name="connsiteX91" fmla="*/ 230927 w 856359"/>
              <a:gd name="connsiteY91" fmla="*/ 729302 h 803463"/>
              <a:gd name="connsiteX92" fmla="*/ 175492 w 856359"/>
              <a:gd name="connsiteY92" fmla="*/ 752267 h 803463"/>
              <a:gd name="connsiteX93" fmla="*/ 120056 w 856359"/>
              <a:gd name="connsiteY93" fmla="*/ 729302 h 803463"/>
              <a:gd name="connsiteX94" fmla="*/ 97092 w 856359"/>
              <a:gd name="connsiteY94" fmla="*/ 673866 h 803463"/>
              <a:gd name="connsiteX95" fmla="*/ 120056 w 856359"/>
              <a:gd name="connsiteY95" fmla="*/ 618431 h 803463"/>
              <a:gd name="connsiteX96" fmla="*/ 175492 w 856359"/>
              <a:gd name="connsiteY96" fmla="*/ 595466 h 803463"/>
              <a:gd name="connsiteX97" fmla="*/ 175492 w 856359"/>
              <a:gd name="connsiteY97" fmla="*/ 595466 h 803463"/>
              <a:gd name="connsiteX98" fmla="*/ 218564 w 856359"/>
              <a:gd name="connsiteY98" fmla="*/ 630785 h 803463"/>
              <a:gd name="connsiteX99" fmla="*/ 175482 w 856359"/>
              <a:gd name="connsiteY99" fmla="*/ 612945 h 803463"/>
              <a:gd name="connsiteX100" fmla="*/ 132410 w 856359"/>
              <a:gd name="connsiteY100" fmla="*/ 630785 h 803463"/>
              <a:gd name="connsiteX101" fmla="*/ 114570 w 856359"/>
              <a:gd name="connsiteY101" fmla="*/ 673857 h 803463"/>
              <a:gd name="connsiteX102" fmla="*/ 132410 w 856359"/>
              <a:gd name="connsiteY102" fmla="*/ 716939 h 803463"/>
              <a:gd name="connsiteX103" fmla="*/ 175482 w 856359"/>
              <a:gd name="connsiteY103" fmla="*/ 734779 h 803463"/>
              <a:gd name="connsiteX104" fmla="*/ 218564 w 856359"/>
              <a:gd name="connsiteY104" fmla="*/ 716939 h 803463"/>
              <a:gd name="connsiteX105" fmla="*/ 236404 w 856359"/>
              <a:gd name="connsiteY105" fmla="*/ 673857 h 803463"/>
              <a:gd name="connsiteX106" fmla="*/ 218564 w 856359"/>
              <a:gd name="connsiteY106" fmla="*/ 630785 h 803463"/>
              <a:gd name="connsiteX107" fmla="*/ 218564 w 856359"/>
              <a:gd name="connsiteY107" fmla="*/ 630785 h 803463"/>
              <a:gd name="connsiteX108" fmla="*/ 332102 w 856359"/>
              <a:gd name="connsiteY108" fmla="*/ 342168 h 803463"/>
              <a:gd name="connsiteX109" fmla="*/ 352971 w 856359"/>
              <a:gd name="connsiteY109" fmla="*/ 333338 h 803463"/>
              <a:gd name="connsiteX110" fmla="*/ 361801 w 856359"/>
              <a:gd name="connsiteY110" fmla="*/ 312088 h 803463"/>
              <a:gd name="connsiteX111" fmla="*/ 352971 w 856359"/>
              <a:gd name="connsiteY111" fmla="*/ 290838 h 803463"/>
              <a:gd name="connsiteX112" fmla="*/ 331721 w 856359"/>
              <a:gd name="connsiteY112" fmla="*/ 282008 h 803463"/>
              <a:gd name="connsiteX113" fmla="*/ 163243 w 856359"/>
              <a:gd name="connsiteY113" fmla="*/ 282008 h 803463"/>
              <a:gd name="connsiteX114" fmla="*/ 141992 w 856359"/>
              <a:gd name="connsiteY114" fmla="*/ 290838 h 803463"/>
              <a:gd name="connsiteX115" fmla="*/ 133163 w 856359"/>
              <a:gd name="connsiteY115" fmla="*/ 312088 h 803463"/>
              <a:gd name="connsiteX116" fmla="*/ 141992 w 856359"/>
              <a:gd name="connsiteY116" fmla="*/ 333338 h 803463"/>
              <a:gd name="connsiteX117" fmla="*/ 162862 w 856359"/>
              <a:gd name="connsiteY117" fmla="*/ 342168 h 803463"/>
              <a:gd name="connsiteX118" fmla="*/ 162862 w 856359"/>
              <a:gd name="connsiteY118" fmla="*/ 381277 h 803463"/>
              <a:gd name="connsiteX119" fmla="*/ 162185 w 856359"/>
              <a:gd name="connsiteY119" fmla="*/ 389393 h 803463"/>
              <a:gd name="connsiteX120" fmla="*/ 160090 w 856359"/>
              <a:gd name="connsiteY120" fmla="*/ 395851 h 803463"/>
              <a:gd name="connsiteX121" fmla="*/ 159776 w 856359"/>
              <a:gd name="connsiteY121" fmla="*/ 396422 h 803463"/>
              <a:gd name="connsiteX122" fmla="*/ 6880 w 856359"/>
              <a:gd name="connsiteY122" fmla="*/ 702394 h 803463"/>
              <a:gd name="connsiteX123" fmla="*/ 6909 w 856359"/>
              <a:gd name="connsiteY123" fmla="*/ 702403 h 803463"/>
              <a:gd name="connsiteX124" fmla="*/ 222 w 856359"/>
              <a:gd name="connsiteY124" fmla="*/ 736703 h 803463"/>
              <a:gd name="connsiteX125" fmla="*/ 12310 w 856359"/>
              <a:gd name="connsiteY125" fmla="*/ 770869 h 803463"/>
              <a:gd name="connsiteX126" fmla="*/ 38151 w 856359"/>
              <a:gd name="connsiteY126" fmla="*/ 794996 h 803463"/>
              <a:gd name="connsiteX127" fmla="*/ 72412 w 856359"/>
              <a:gd name="connsiteY127" fmla="*/ 803464 h 803463"/>
              <a:gd name="connsiteX128" fmla="*/ 440735 w 856359"/>
              <a:gd name="connsiteY128" fmla="*/ 803464 h 803463"/>
              <a:gd name="connsiteX129" fmla="*/ 475729 w 856359"/>
              <a:gd name="connsiteY129" fmla="*/ 794586 h 803463"/>
              <a:gd name="connsiteX130" fmla="*/ 501714 w 856359"/>
              <a:gd name="connsiteY130" fmla="*/ 769536 h 803463"/>
              <a:gd name="connsiteX131" fmla="*/ 512658 w 856359"/>
              <a:gd name="connsiteY131" fmla="*/ 735122 h 803463"/>
              <a:gd name="connsiteX132" fmla="*/ 505066 w 856359"/>
              <a:gd name="connsiteY132" fmla="*/ 699851 h 803463"/>
              <a:gd name="connsiteX133" fmla="*/ 505066 w 856359"/>
              <a:gd name="connsiteY133" fmla="*/ 699851 h 803463"/>
              <a:gd name="connsiteX134" fmla="*/ 504866 w 856359"/>
              <a:gd name="connsiteY134" fmla="*/ 699470 h 803463"/>
              <a:gd name="connsiteX135" fmla="*/ 335864 w 856359"/>
              <a:gd name="connsiteY135" fmla="*/ 396879 h 803463"/>
              <a:gd name="connsiteX136" fmla="*/ 332950 w 856359"/>
              <a:gd name="connsiteY136" fmla="*/ 389164 h 803463"/>
              <a:gd name="connsiteX137" fmla="*/ 332102 w 856359"/>
              <a:gd name="connsiteY137" fmla="*/ 380182 h 803463"/>
              <a:gd name="connsiteX138" fmla="*/ 332102 w 856359"/>
              <a:gd name="connsiteY138" fmla="*/ 342168 h 803463"/>
              <a:gd name="connsiteX139" fmla="*/ 332102 w 856359"/>
              <a:gd name="connsiteY139" fmla="*/ 342168 h 803463"/>
              <a:gd name="connsiteX140" fmla="*/ 180331 w 856359"/>
              <a:gd name="connsiteY140" fmla="*/ 342168 h 803463"/>
              <a:gd name="connsiteX141" fmla="*/ 180331 w 856359"/>
              <a:gd name="connsiteY141" fmla="*/ 381277 h 803463"/>
              <a:gd name="connsiteX142" fmla="*/ 179311 w 856359"/>
              <a:gd name="connsiteY142" fmla="*/ 392746 h 803463"/>
              <a:gd name="connsiteX143" fmla="*/ 175730 w 856359"/>
              <a:gd name="connsiteY143" fmla="*/ 403490 h 803463"/>
              <a:gd name="connsiteX144" fmla="*/ 175416 w 856359"/>
              <a:gd name="connsiteY144" fmla="*/ 404214 h 803463"/>
              <a:gd name="connsiteX145" fmla="*/ 22520 w 856359"/>
              <a:gd name="connsiteY145" fmla="*/ 710176 h 803463"/>
              <a:gd name="connsiteX146" fmla="*/ 22492 w 856359"/>
              <a:gd name="connsiteY146" fmla="*/ 710166 h 803463"/>
              <a:gd name="connsiteX147" fmla="*/ 22482 w 856359"/>
              <a:gd name="connsiteY147" fmla="*/ 710176 h 803463"/>
              <a:gd name="connsiteX148" fmla="*/ 17624 w 856359"/>
              <a:gd name="connsiteY148" fmla="*/ 735341 h 803463"/>
              <a:gd name="connsiteX149" fmla="*/ 26911 w 856359"/>
              <a:gd name="connsiteY149" fmla="*/ 761392 h 803463"/>
              <a:gd name="connsiteX150" fmla="*/ 46409 w 856359"/>
              <a:gd name="connsiteY150" fmla="*/ 779642 h 803463"/>
              <a:gd name="connsiteX151" fmla="*/ 72412 w 856359"/>
              <a:gd name="connsiteY151" fmla="*/ 785985 h 803463"/>
              <a:gd name="connsiteX152" fmla="*/ 440735 w 856359"/>
              <a:gd name="connsiteY152" fmla="*/ 785985 h 803463"/>
              <a:gd name="connsiteX153" fmla="*/ 467262 w 856359"/>
              <a:gd name="connsiteY153" fmla="*/ 779365 h 803463"/>
              <a:gd name="connsiteX154" fmla="*/ 486893 w 856359"/>
              <a:gd name="connsiteY154" fmla="*/ 760325 h 803463"/>
              <a:gd name="connsiteX155" fmla="*/ 495246 w 856359"/>
              <a:gd name="connsiteY155" fmla="*/ 734303 h 803463"/>
              <a:gd name="connsiteX156" fmla="*/ 489464 w 856359"/>
              <a:gd name="connsiteY156" fmla="*/ 707642 h 803463"/>
              <a:gd name="connsiteX157" fmla="*/ 320634 w 856359"/>
              <a:gd name="connsiteY157" fmla="*/ 405347 h 803463"/>
              <a:gd name="connsiteX158" fmla="*/ 315881 w 856359"/>
              <a:gd name="connsiteY158" fmla="*/ 392860 h 803463"/>
              <a:gd name="connsiteX159" fmla="*/ 314624 w 856359"/>
              <a:gd name="connsiteY159" fmla="*/ 380192 h 803463"/>
              <a:gd name="connsiteX160" fmla="*/ 314624 w 856359"/>
              <a:gd name="connsiteY160" fmla="*/ 342168 h 803463"/>
              <a:gd name="connsiteX161" fmla="*/ 180331 w 856359"/>
              <a:gd name="connsiteY161" fmla="*/ 342168 h 803463"/>
              <a:gd name="connsiteX162" fmla="*/ 180331 w 856359"/>
              <a:gd name="connsiteY162" fmla="*/ 342168 h 803463"/>
              <a:gd name="connsiteX163" fmla="*/ 331721 w 856359"/>
              <a:gd name="connsiteY163" fmla="*/ 299486 h 803463"/>
              <a:gd name="connsiteX164" fmla="*/ 340617 w 856359"/>
              <a:gd name="connsiteY164" fmla="*/ 303192 h 803463"/>
              <a:gd name="connsiteX165" fmla="*/ 344322 w 856359"/>
              <a:gd name="connsiteY165" fmla="*/ 312088 h 803463"/>
              <a:gd name="connsiteX166" fmla="*/ 340617 w 856359"/>
              <a:gd name="connsiteY166" fmla="*/ 320984 h 803463"/>
              <a:gd name="connsiteX167" fmla="*/ 331721 w 856359"/>
              <a:gd name="connsiteY167" fmla="*/ 324689 h 803463"/>
              <a:gd name="connsiteX168" fmla="*/ 323367 w 856359"/>
              <a:gd name="connsiteY168" fmla="*/ 324689 h 803463"/>
              <a:gd name="connsiteX169" fmla="*/ 171596 w 856359"/>
              <a:gd name="connsiteY169" fmla="*/ 324689 h 803463"/>
              <a:gd name="connsiteX170" fmla="*/ 163243 w 856359"/>
              <a:gd name="connsiteY170" fmla="*/ 324689 h 803463"/>
              <a:gd name="connsiteX171" fmla="*/ 154346 w 856359"/>
              <a:gd name="connsiteY171" fmla="*/ 320984 h 803463"/>
              <a:gd name="connsiteX172" fmla="*/ 150632 w 856359"/>
              <a:gd name="connsiteY172" fmla="*/ 312088 h 803463"/>
              <a:gd name="connsiteX173" fmla="*/ 154346 w 856359"/>
              <a:gd name="connsiteY173" fmla="*/ 303192 h 803463"/>
              <a:gd name="connsiteX174" fmla="*/ 163243 w 856359"/>
              <a:gd name="connsiteY174" fmla="*/ 299486 h 803463"/>
              <a:gd name="connsiteX175" fmla="*/ 331721 w 856359"/>
              <a:gd name="connsiteY175" fmla="*/ 299486 h 803463"/>
              <a:gd name="connsiteX176" fmla="*/ 331721 w 856359"/>
              <a:gd name="connsiteY176" fmla="*/ 299486 h 803463"/>
              <a:gd name="connsiteX177" fmla="*/ 682098 w 856359"/>
              <a:gd name="connsiteY177" fmla="*/ 456258 h 803463"/>
              <a:gd name="connsiteX178" fmla="*/ 790626 w 856359"/>
              <a:gd name="connsiteY178" fmla="*/ 393422 h 803463"/>
              <a:gd name="connsiteX179" fmla="*/ 856339 w 856359"/>
              <a:gd name="connsiteY179" fmla="*/ 228706 h 803463"/>
              <a:gd name="connsiteX180" fmla="*/ 786330 w 856359"/>
              <a:gd name="connsiteY180" fmla="*/ 65733 h 803463"/>
              <a:gd name="connsiteX181" fmla="*/ 621614 w 856359"/>
              <a:gd name="connsiteY181" fmla="*/ 20 h 803463"/>
              <a:gd name="connsiteX182" fmla="*/ 458632 w 856359"/>
              <a:gd name="connsiteY182" fmla="*/ 70029 h 803463"/>
              <a:gd name="connsiteX183" fmla="*/ 392919 w 856359"/>
              <a:gd name="connsiteY183" fmla="*/ 234745 h 803463"/>
              <a:gd name="connsiteX184" fmla="*/ 462918 w 856359"/>
              <a:gd name="connsiteY184" fmla="*/ 397718 h 803463"/>
              <a:gd name="connsiteX185" fmla="*/ 568874 w 856359"/>
              <a:gd name="connsiteY185" fmla="*/ 456706 h 803463"/>
              <a:gd name="connsiteX186" fmla="*/ 569151 w 856359"/>
              <a:gd name="connsiteY186" fmla="*/ 540012 h 803463"/>
              <a:gd name="connsiteX187" fmla="*/ 559959 w 856359"/>
              <a:gd name="connsiteY187" fmla="*/ 545698 h 803463"/>
              <a:gd name="connsiteX188" fmla="*/ 544862 w 856359"/>
              <a:gd name="connsiteY188" fmla="*/ 574749 h 803463"/>
              <a:gd name="connsiteX189" fmla="*/ 543586 w 856359"/>
              <a:gd name="connsiteY189" fmla="*/ 762792 h 803463"/>
              <a:gd name="connsiteX190" fmla="*/ 558206 w 856359"/>
              <a:gd name="connsiteY190" fmla="*/ 791834 h 803463"/>
              <a:gd name="connsiteX191" fmla="*/ 591363 w 856359"/>
              <a:gd name="connsiteY191" fmla="*/ 803178 h 803463"/>
              <a:gd name="connsiteX192" fmla="*/ 656295 w 856359"/>
              <a:gd name="connsiteY192" fmla="*/ 803454 h 803463"/>
              <a:gd name="connsiteX193" fmla="*/ 689756 w 856359"/>
              <a:gd name="connsiteY193" fmla="*/ 792453 h 803463"/>
              <a:gd name="connsiteX194" fmla="*/ 704844 w 856359"/>
              <a:gd name="connsiteY194" fmla="*/ 763411 h 803463"/>
              <a:gd name="connsiteX195" fmla="*/ 706111 w 856359"/>
              <a:gd name="connsiteY195" fmla="*/ 576235 h 803463"/>
              <a:gd name="connsiteX196" fmla="*/ 706149 w 856359"/>
              <a:gd name="connsiteY196" fmla="*/ 575407 h 803463"/>
              <a:gd name="connsiteX197" fmla="*/ 706149 w 856359"/>
              <a:gd name="connsiteY197" fmla="*/ 575368 h 803463"/>
              <a:gd name="connsiteX198" fmla="*/ 706120 w 856359"/>
              <a:gd name="connsiteY198" fmla="*/ 575368 h 803463"/>
              <a:gd name="connsiteX199" fmla="*/ 691490 w 856359"/>
              <a:gd name="connsiteY199" fmla="*/ 546327 h 803463"/>
              <a:gd name="connsiteX200" fmla="*/ 682384 w 856359"/>
              <a:gd name="connsiteY200" fmla="*/ 540536 h 803463"/>
              <a:gd name="connsiteX201" fmla="*/ 682098 w 856359"/>
              <a:gd name="connsiteY201" fmla="*/ 456258 h 803463"/>
              <a:gd name="connsiteX202" fmla="*/ 682098 w 856359"/>
              <a:gd name="connsiteY202" fmla="*/ 456258 h 803463"/>
              <a:gd name="connsiteX203" fmla="*/ 625786 w 856359"/>
              <a:gd name="connsiteY203" fmla="*/ 552232 h 803463"/>
              <a:gd name="connsiteX204" fmla="*/ 658152 w 856359"/>
              <a:gd name="connsiteY204" fmla="*/ 552366 h 803463"/>
              <a:gd name="connsiteX205" fmla="*/ 658219 w 856359"/>
              <a:gd name="connsiteY205" fmla="*/ 552366 h 803463"/>
              <a:gd name="connsiteX206" fmla="*/ 680498 w 856359"/>
              <a:gd name="connsiteY206" fmla="*/ 559814 h 803463"/>
              <a:gd name="connsiteX207" fmla="*/ 688708 w 856359"/>
              <a:gd name="connsiteY207" fmla="*/ 575302 h 803463"/>
              <a:gd name="connsiteX208" fmla="*/ 688708 w 856359"/>
              <a:gd name="connsiteY208" fmla="*/ 575330 h 803463"/>
              <a:gd name="connsiteX209" fmla="*/ 688670 w 856359"/>
              <a:gd name="connsiteY209" fmla="*/ 575330 h 803463"/>
              <a:gd name="connsiteX210" fmla="*/ 688670 w 856359"/>
              <a:gd name="connsiteY210" fmla="*/ 575368 h 803463"/>
              <a:gd name="connsiteX211" fmla="*/ 688699 w 856359"/>
              <a:gd name="connsiteY211" fmla="*/ 576083 h 803463"/>
              <a:gd name="connsiteX212" fmla="*/ 687432 w 856359"/>
              <a:gd name="connsiteY212" fmla="*/ 763306 h 803463"/>
              <a:gd name="connsiteX213" fmla="*/ 678964 w 856359"/>
              <a:gd name="connsiteY213" fmla="*/ 778699 h 803463"/>
              <a:gd name="connsiteX214" fmla="*/ 656362 w 856359"/>
              <a:gd name="connsiteY214" fmla="*/ 786014 h 803463"/>
              <a:gd name="connsiteX215" fmla="*/ 591439 w 856359"/>
              <a:gd name="connsiteY215" fmla="*/ 785738 h 803463"/>
              <a:gd name="connsiteX216" fmla="*/ 569198 w 856359"/>
              <a:gd name="connsiteY216" fmla="*/ 778289 h 803463"/>
              <a:gd name="connsiteX217" fmla="*/ 560997 w 856359"/>
              <a:gd name="connsiteY217" fmla="*/ 762830 h 803463"/>
              <a:gd name="connsiteX218" fmla="*/ 562274 w 856359"/>
              <a:gd name="connsiteY218" fmla="*/ 574797 h 803463"/>
              <a:gd name="connsiteX219" fmla="*/ 570751 w 856359"/>
              <a:gd name="connsiteY219" fmla="*/ 559405 h 803463"/>
              <a:gd name="connsiteX220" fmla="*/ 588248 w 856359"/>
              <a:gd name="connsiteY220" fmla="*/ 552394 h 803463"/>
              <a:gd name="connsiteX221" fmla="*/ 625786 w 856359"/>
              <a:gd name="connsiteY221" fmla="*/ 552232 h 803463"/>
              <a:gd name="connsiteX222" fmla="*/ 625786 w 856359"/>
              <a:gd name="connsiteY222" fmla="*/ 552232 h 803463"/>
              <a:gd name="connsiteX223" fmla="*/ 586305 w 856359"/>
              <a:gd name="connsiteY223" fmla="*/ 460297 h 803463"/>
              <a:gd name="connsiteX224" fmla="*/ 627644 w 856359"/>
              <a:gd name="connsiteY224" fmla="*/ 463431 h 803463"/>
              <a:gd name="connsiteX225" fmla="*/ 664696 w 856359"/>
              <a:gd name="connsiteY225" fmla="*/ 459992 h 803463"/>
              <a:gd name="connsiteX226" fmla="*/ 664944 w 856359"/>
              <a:gd name="connsiteY226" fmla="*/ 534659 h 803463"/>
              <a:gd name="connsiteX227" fmla="*/ 625796 w 856359"/>
              <a:gd name="connsiteY227" fmla="*/ 534830 h 803463"/>
              <a:gd name="connsiteX228" fmla="*/ 593411 w 856359"/>
              <a:gd name="connsiteY228" fmla="*/ 534697 h 803463"/>
              <a:gd name="connsiteX229" fmla="*/ 587229 w 856359"/>
              <a:gd name="connsiteY229" fmla="*/ 535001 h 803463"/>
              <a:gd name="connsiteX230" fmla="*/ 586553 w 856359"/>
              <a:gd name="connsiteY230" fmla="*/ 535001 h 803463"/>
              <a:gd name="connsiteX231" fmla="*/ 586305 w 856359"/>
              <a:gd name="connsiteY231" fmla="*/ 460297 h 803463"/>
              <a:gd name="connsiteX232" fmla="*/ 586305 w 856359"/>
              <a:gd name="connsiteY232" fmla="*/ 460297 h 803463"/>
              <a:gd name="connsiteX233" fmla="*/ 622624 w 856359"/>
              <a:gd name="connsiteY233" fmla="*/ 69572 h 803463"/>
              <a:gd name="connsiteX234" fmla="*/ 622624 w 856359"/>
              <a:gd name="connsiteY234" fmla="*/ 69610 h 803463"/>
              <a:gd name="connsiteX235" fmla="*/ 622519 w 856359"/>
              <a:gd name="connsiteY235" fmla="*/ 69610 h 803463"/>
              <a:gd name="connsiteX236" fmla="*/ 508486 w 856359"/>
              <a:gd name="connsiteY236" fmla="*/ 118588 h 803463"/>
              <a:gd name="connsiteX237" fmla="*/ 462509 w 856359"/>
              <a:gd name="connsiteY237" fmla="*/ 233021 h 803463"/>
              <a:gd name="connsiteX238" fmla="*/ 462480 w 856359"/>
              <a:gd name="connsiteY238" fmla="*/ 233726 h 803463"/>
              <a:gd name="connsiteX239" fmla="*/ 462518 w 856359"/>
              <a:gd name="connsiteY239" fmla="*/ 233726 h 803463"/>
              <a:gd name="connsiteX240" fmla="*/ 462518 w 856359"/>
              <a:gd name="connsiteY240" fmla="*/ 233830 h 803463"/>
              <a:gd name="connsiteX241" fmla="*/ 511496 w 856359"/>
              <a:gd name="connsiteY241" fmla="*/ 347864 h 803463"/>
              <a:gd name="connsiteX242" fmla="*/ 626739 w 856359"/>
              <a:gd name="connsiteY242" fmla="*/ 393841 h 803463"/>
              <a:gd name="connsiteX243" fmla="*/ 740772 w 856359"/>
              <a:gd name="connsiteY243" fmla="*/ 344863 h 803463"/>
              <a:gd name="connsiteX244" fmla="*/ 786749 w 856359"/>
              <a:gd name="connsiteY244" fmla="*/ 230430 h 803463"/>
              <a:gd name="connsiteX245" fmla="*/ 786778 w 856359"/>
              <a:gd name="connsiteY245" fmla="*/ 229716 h 803463"/>
              <a:gd name="connsiteX246" fmla="*/ 786749 w 856359"/>
              <a:gd name="connsiteY246" fmla="*/ 229716 h 803463"/>
              <a:gd name="connsiteX247" fmla="*/ 786749 w 856359"/>
              <a:gd name="connsiteY247" fmla="*/ 229611 h 803463"/>
              <a:gd name="connsiteX248" fmla="*/ 737772 w 856359"/>
              <a:gd name="connsiteY248" fmla="*/ 115578 h 803463"/>
              <a:gd name="connsiteX249" fmla="*/ 623338 w 856359"/>
              <a:gd name="connsiteY249" fmla="*/ 69600 h 803463"/>
              <a:gd name="connsiteX250" fmla="*/ 622624 w 856359"/>
              <a:gd name="connsiteY250" fmla="*/ 69572 h 803463"/>
              <a:gd name="connsiteX251" fmla="*/ 622624 w 856359"/>
              <a:gd name="connsiteY251" fmla="*/ 69572 h 803463"/>
              <a:gd name="connsiteX252" fmla="*/ 622633 w 856359"/>
              <a:gd name="connsiteY252" fmla="*/ 87050 h 803463"/>
              <a:gd name="connsiteX253" fmla="*/ 622633 w 856359"/>
              <a:gd name="connsiteY253" fmla="*/ 87022 h 803463"/>
              <a:gd name="connsiteX254" fmla="*/ 520992 w 856359"/>
              <a:gd name="connsiteY254" fmla="*/ 130741 h 803463"/>
              <a:gd name="connsiteX255" fmla="*/ 479930 w 856359"/>
              <a:gd name="connsiteY255" fmla="*/ 232907 h 803463"/>
              <a:gd name="connsiteX256" fmla="*/ 479968 w 856359"/>
              <a:gd name="connsiteY256" fmla="*/ 233726 h 803463"/>
              <a:gd name="connsiteX257" fmla="*/ 479939 w 856359"/>
              <a:gd name="connsiteY257" fmla="*/ 233726 h 803463"/>
              <a:gd name="connsiteX258" fmla="*/ 523659 w 856359"/>
              <a:gd name="connsiteY258" fmla="*/ 335367 h 803463"/>
              <a:gd name="connsiteX259" fmla="*/ 626548 w 856359"/>
              <a:gd name="connsiteY259" fmla="*/ 376420 h 803463"/>
              <a:gd name="connsiteX260" fmla="*/ 728294 w 856359"/>
              <a:gd name="connsiteY260" fmla="*/ 332700 h 803463"/>
              <a:gd name="connsiteX261" fmla="*/ 769357 w 856359"/>
              <a:gd name="connsiteY261" fmla="*/ 230535 h 803463"/>
              <a:gd name="connsiteX262" fmla="*/ 769318 w 856359"/>
              <a:gd name="connsiteY262" fmla="*/ 229706 h 803463"/>
              <a:gd name="connsiteX263" fmla="*/ 769347 w 856359"/>
              <a:gd name="connsiteY263" fmla="*/ 229706 h 803463"/>
              <a:gd name="connsiteX264" fmla="*/ 725627 w 856359"/>
              <a:gd name="connsiteY264" fmla="*/ 128065 h 803463"/>
              <a:gd name="connsiteX265" fmla="*/ 623462 w 856359"/>
              <a:gd name="connsiteY265" fmla="*/ 87003 h 803463"/>
              <a:gd name="connsiteX266" fmla="*/ 622633 w 856359"/>
              <a:gd name="connsiteY266" fmla="*/ 87050 h 803463"/>
              <a:gd name="connsiteX267" fmla="*/ 622633 w 856359"/>
              <a:gd name="connsiteY267" fmla="*/ 87050 h 803463"/>
              <a:gd name="connsiteX268" fmla="*/ 774186 w 856359"/>
              <a:gd name="connsiteY268" fmla="*/ 78221 h 803463"/>
              <a:gd name="connsiteX269" fmla="*/ 621824 w 856359"/>
              <a:gd name="connsiteY269" fmla="*/ 17422 h 803463"/>
              <a:gd name="connsiteX270" fmla="*/ 471138 w 856359"/>
              <a:gd name="connsiteY270" fmla="*/ 82173 h 803463"/>
              <a:gd name="connsiteX271" fmla="*/ 410340 w 856359"/>
              <a:gd name="connsiteY271" fmla="*/ 234535 h 803463"/>
              <a:gd name="connsiteX272" fmla="*/ 475091 w 856359"/>
              <a:gd name="connsiteY272" fmla="*/ 385221 h 803463"/>
              <a:gd name="connsiteX273" fmla="*/ 627453 w 856359"/>
              <a:gd name="connsiteY273" fmla="*/ 446019 h 803463"/>
              <a:gd name="connsiteX274" fmla="*/ 778139 w 856359"/>
              <a:gd name="connsiteY274" fmla="*/ 381268 h 803463"/>
              <a:gd name="connsiteX275" fmla="*/ 838937 w 856359"/>
              <a:gd name="connsiteY275" fmla="*/ 228906 h 803463"/>
              <a:gd name="connsiteX276" fmla="*/ 774186 w 856359"/>
              <a:gd name="connsiteY276" fmla="*/ 78221 h 803463"/>
              <a:gd name="connsiteX277" fmla="*/ 774186 w 856359"/>
              <a:gd name="connsiteY277" fmla="*/ 78221 h 803463"/>
              <a:gd name="connsiteX278" fmla="*/ 256026 w 856359"/>
              <a:gd name="connsiteY278" fmla="*/ 127293 h 803463"/>
              <a:gd name="connsiteX279" fmla="*/ 256054 w 856359"/>
              <a:gd name="connsiteY279" fmla="*/ 127274 h 803463"/>
              <a:gd name="connsiteX280" fmla="*/ 256073 w 856359"/>
              <a:gd name="connsiteY280" fmla="*/ 127265 h 803463"/>
              <a:gd name="connsiteX281" fmla="*/ 304632 w 856359"/>
              <a:gd name="connsiteY281" fmla="*/ 97204 h 803463"/>
              <a:gd name="connsiteX282" fmla="*/ 306013 w 856359"/>
              <a:gd name="connsiteY282" fmla="*/ 96356 h 803463"/>
              <a:gd name="connsiteX283" fmla="*/ 340703 w 856359"/>
              <a:gd name="connsiteY283" fmla="*/ 91041 h 803463"/>
              <a:gd name="connsiteX284" fmla="*/ 369430 w 856359"/>
              <a:gd name="connsiteY284" fmla="*/ 111282 h 803463"/>
              <a:gd name="connsiteX285" fmla="*/ 370326 w 856359"/>
              <a:gd name="connsiteY285" fmla="*/ 112739 h 803463"/>
              <a:gd name="connsiteX286" fmla="*/ 375641 w 856359"/>
              <a:gd name="connsiteY286" fmla="*/ 147439 h 803463"/>
              <a:gd name="connsiteX287" fmla="*/ 354667 w 856359"/>
              <a:gd name="connsiteY287" fmla="*/ 176623 h 803463"/>
              <a:gd name="connsiteX288" fmla="*/ 305460 w 856359"/>
              <a:gd name="connsiteY288" fmla="*/ 207084 h 803463"/>
              <a:gd name="connsiteX289" fmla="*/ 305441 w 856359"/>
              <a:gd name="connsiteY289" fmla="*/ 207094 h 803463"/>
              <a:gd name="connsiteX290" fmla="*/ 305432 w 856359"/>
              <a:gd name="connsiteY290" fmla="*/ 207103 h 803463"/>
              <a:gd name="connsiteX291" fmla="*/ 256873 w 856359"/>
              <a:gd name="connsiteY291" fmla="*/ 237164 h 803463"/>
              <a:gd name="connsiteX292" fmla="*/ 255492 w 856359"/>
              <a:gd name="connsiteY292" fmla="*/ 238002 h 803463"/>
              <a:gd name="connsiteX293" fmla="*/ 220802 w 856359"/>
              <a:gd name="connsiteY293" fmla="*/ 243317 h 803463"/>
              <a:gd name="connsiteX294" fmla="*/ 192237 w 856359"/>
              <a:gd name="connsiteY294" fmla="*/ 223315 h 803463"/>
              <a:gd name="connsiteX295" fmla="*/ 157785 w 856359"/>
              <a:gd name="connsiteY295" fmla="*/ 239717 h 803463"/>
              <a:gd name="connsiteX296" fmla="*/ 106436 w 856359"/>
              <a:gd name="connsiteY296" fmla="*/ 227792 h 803463"/>
              <a:gd name="connsiteX297" fmla="*/ 106436 w 856359"/>
              <a:gd name="connsiteY297" fmla="*/ 227792 h 803463"/>
              <a:gd name="connsiteX298" fmla="*/ 78508 w 856359"/>
              <a:gd name="connsiteY298" fmla="*/ 182977 h 803463"/>
              <a:gd name="connsiteX299" fmla="*/ 90434 w 856359"/>
              <a:gd name="connsiteY299" fmla="*/ 131627 h 803463"/>
              <a:gd name="connsiteX300" fmla="*/ 135249 w 856359"/>
              <a:gd name="connsiteY300" fmla="*/ 103700 h 803463"/>
              <a:gd name="connsiteX301" fmla="*/ 186579 w 856359"/>
              <a:gd name="connsiteY301" fmla="*/ 115616 h 803463"/>
              <a:gd name="connsiteX302" fmla="*/ 186588 w 856359"/>
              <a:gd name="connsiteY302" fmla="*/ 115625 h 803463"/>
              <a:gd name="connsiteX303" fmla="*/ 186588 w 856359"/>
              <a:gd name="connsiteY303" fmla="*/ 115625 h 803463"/>
              <a:gd name="connsiteX304" fmla="*/ 186598 w 856359"/>
              <a:gd name="connsiteY304" fmla="*/ 115635 h 803463"/>
              <a:gd name="connsiteX305" fmla="*/ 186598 w 856359"/>
              <a:gd name="connsiteY305" fmla="*/ 115635 h 803463"/>
              <a:gd name="connsiteX306" fmla="*/ 213077 w 856359"/>
              <a:gd name="connsiteY306" fmla="*/ 153849 h 803463"/>
              <a:gd name="connsiteX307" fmla="*/ 256026 w 856359"/>
              <a:gd name="connsiteY307" fmla="*/ 127293 h 803463"/>
              <a:gd name="connsiteX308" fmla="*/ 256026 w 856359"/>
              <a:gd name="connsiteY308" fmla="*/ 127293 h 803463"/>
              <a:gd name="connsiteX309" fmla="*/ 272609 w 856359"/>
              <a:gd name="connsiteY309" fmla="*/ 137514 h 803463"/>
              <a:gd name="connsiteX310" fmla="*/ 303689 w 856359"/>
              <a:gd name="connsiteY310" fmla="*/ 187720 h 803463"/>
              <a:gd name="connsiteX311" fmla="*/ 345513 w 856359"/>
              <a:gd name="connsiteY311" fmla="*/ 161831 h 803463"/>
              <a:gd name="connsiteX312" fmla="*/ 358629 w 856359"/>
              <a:gd name="connsiteY312" fmla="*/ 143495 h 803463"/>
              <a:gd name="connsiteX313" fmla="*/ 355067 w 856359"/>
              <a:gd name="connsiteY313" fmla="*/ 121188 h 803463"/>
              <a:gd name="connsiteX314" fmla="*/ 355057 w 856359"/>
              <a:gd name="connsiteY314" fmla="*/ 121178 h 803463"/>
              <a:gd name="connsiteX315" fmla="*/ 336722 w 856359"/>
              <a:gd name="connsiteY315" fmla="*/ 108062 h 803463"/>
              <a:gd name="connsiteX316" fmla="*/ 314414 w 856359"/>
              <a:gd name="connsiteY316" fmla="*/ 111634 h 803463"/>
              <a:gd name="connsiteX317" fmla="*/ 272609 w 856359"/>
              <a:gd name="connsiteY317" fmla="*/ 137514 h 803463"/>
              <a:gd name="connsiteX318" fmla="*/ 272609 w 856359"/>
              <a:gd name="connsiteY318" fmla="*/ 137514 h 803463"/>
              <a:gd name="connsiteX319" fmla="*/ 288887 w 856359"/>
              <a:gd name="connsiteY319" fmla="*/ 196883 h 803463"/>
              <a:gd name="connsiteX320" fmla="*/ 257807 w 856359"/>
              <a:gd name="connsiteY320" fmla="*/ 146677 h 803463"/>
              <a:gd name="connsiteX321" fmla="*/ 215973 w 856359"/>
              <a:gd name="connsiteY321" fmla="*/ 172566 h 803463"/>
              <a:gd name="connsiteX322" fmla="*/ 215449 w 856359"/>
              <a:gd name="connsiteY322" fmla="*/ 172909 h 803463"/>
              <a:gd name="connsiteX323" fmla="*/ 204362 w 856359"/>
              <a:gd name="connsiteY323" fmla="*/ 209218 h 803463"/>
              <a:gd name="connsiteX324" fmla="*/ 204476 w 856359"/>
              <a:gd name="connsiteY324" fmla="*/ 209494 h 803463"/>
              <a:gd name="connsiteX325" fmla="*/ 206410 w 856359"/>
              <a:gd name="connsiteY325" fmla="*/ 213199 h 803463"/>
              <a:gd name="connsiteX326" fmla="*/ 206420 w 856359"/>
              <a:gd name="connsiteY326" fmla="*/ 213209 h 803463"/>
              <a:gd name="connsiteX327" fmla="*/ 224755 w 856359"/>
              <a:gd name="connsiteY327" fmla="*/ 226325 h 803463"/>
              <a:gd name="connsiteX328" fmla="*/ 247063 w 856359"/>
              <a:gd name="connsiteY328" fmla="*/ 222762 h 803463"/>
              <a:gd name="connsiteX329" fmla="*/ 288887 w 856359"/>
              <a:gd name="connsiteY329" fmla="*/ 196883 h 803463"/>
              <a:gd name="connsiteX330" fmla="*/ 288887 w 856359"/>
              <a:gd name="connsiteY330" fmla="*/ 196883 h 803463"/>
              <a:gd name="connsiteX331" fmla="*/ 124076 w 856359"/>
              <a:gd name="connsiteY331" fmla="*/ 218095 h 803463"/>
              <a:gd name="connsiteX332" fmla="*/ 183150 w 856359"/>
              <a:gd name="connsiteY332" fmla="*/ 135504 h 803463"/>
              <a:gd name="connsiteX333" fmla="*/ 197333 w 856359"/>
              <a:gd name="connsiteY333" fmla="*/ 163269 h 803463"/>
              <a:gd name="connsiteX334" fmla="*/ 188770 w 856359"/>
              <a:gd name="connsiteY334" fmla="*/ 201207 h 803463"/>
              <a:gd name="connsiteX335" fmla="*/ 188065 w 856359"/>
              <a:gd name="connsiteY335" fmla="*/ 202188 h 803463"/>
              <a:gd name="connsiteX336" fmla="*/ 154994 w 856359"/>
              <a:gd name="connsiteY336" fmla="*/ 222534 h 803463"/>
              <a:gd name="connsiteX337" fmla="*/ 124076 w 856359"/>
              <a:gd name="connsiteY337" fmla="*/ 218095 h 80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</a:cxnLst>
            <a:rect l="l" t="t" r="r" b="b"/>
            <a:pathLst>
              <a:path w="856359" h="803463">
                <a:moveTo>
                  <a:pt x="168967" y="125369"/>
                </a:moveTo>
                <a:cubicBezTo>
                  <a:pt x="159166" y="120616"/>
                  <a:pt x="148355" y="119216"/>
                  <a:pt x="138059" y="120931"/>
                </a:cubicBezTo>
                <a:cubicBezTo>
                  <a:pt x="125076" y="123083"/>
                  <a:pt x="112913" y="130189"/>
                  <a:pt x="104654" y="141743"/>
                </a:cubicBezTo>
                <a:lnTo>
                  <a:pt x="104645" y="141762"/>
                </a:lnTo>
                <a:cubicBezTo>
                  <a:pt x="96368" y="153335"/>
                  <a:pt x="93558" y="167184"/>
                  <a:pt x="95720" y="180205"/>
                </a:cubicBezTo>
                <a:cubicBezTo>
                  <a:pt x="97425" y="190482"/>
                  <a:pt x="102235" y="200245"/>
                  <a:pt x="109903" y="207970"/>
                </a:cubicBezTo>
                <a:lnTo>
                  <a:pt x="168967" y="125369"/>
                </a:lnTo>
                <a:lnTo>
                  <a:pt x="168967" y="125369"/>
                </a:lnTo>
                <a:close/>
                <a:moveTo>
                  <a:pt x="594049" y="131246"/>
                </a:moveTo>
                <a:lnTo>
                  <a:pt x="655218" y="131246"/>
                </a:lnTo>
                <a:cubicBezTo>
                  <a:pt x="660048" y="131246"/>
                  <a:pt x="663962" y="135161"/>
                  <a:pt x="663962" y="139990"/>
                </a:cubicBezTo>
                <a:lnTo>
                  <a:pt x="663962" y="192425"/>
                </a:lnTo>
                <a:lnTo>
                  <a:pt x="716340" y="192425"/>
                </a:lnTo>
                <a:cubicBezTo>
                  <a:pt x="721170" y="192425"/>
                  <a:pt x="725084" y="196340"/>
                  <a:pt x="725084" y="201160"/>
                </a:cubicBezTo>
                <a:lnTo>
                  <a:pt x="725084" y="262282"/>
                </a:lnTo>
                <a:cubicBezTo>
                  <a:pt x="725084" y="267111"/>
                  <a:pt x="721170" y="271026"/>
                  <a:pt x="716340" y="271026"/>
                </a:cubicBezTo>
                <a:lnTo>
                  <a:pt x="663962" y="271026"/>
                </a:lnTo>
                <a:lnTo>
                  <a:pt x="663962" y="323461"/>
                </a:lnTo>
                <a:cubicBezTo>
                  <a:pt x="663962" y="328290"/>
                  <a:pt x="660048" y="332205"/>
                  <a:pt x="655218" y="332205"/>
                </a:cubicBezTo>
                <a:lnTo>
                  <a:pt x="594049" y="332205"/>
                </a:lnTo>
                <a:cubicBezTo>
                  <a:pt x="589220" y="332205"/>
                  <a:pt x="585315" y="328290"/>
                  <a:pt x="585315" y="323461"/>
                </a:cubicBezTo>
                <a:lnTo>
                  <a:pt x="585315" y="271026"/>
                </a:lnTo>
                <a:lnTo>
                  <a:pt x="532927" y="271026"/>
                </a:lnTo>
                <a:cubicBezTo>
                  <a:pt x="528098" y="271026"/>
                  <a:pt x="524183" y="267111"/>
                  <a:pt x="524183" y="262282"/>
                </a:cubicBezTo>
                <a:lnTo>
                  <a:pt x="524183" y="201160"/>
                </a:lnTo>
                <a:cubicBezTo>
                  <a:pt x="524183" y="196331"/>
                  <a:pt x="528098" y="192425"/>
                  <a:pt x="532927" y="192425"/>
                </a:cubicBezTo>
                <a:lnTo>
                  <a:pt x="585315" y="192425"/>
                </a:lnTo>
                <a:lnTo>
                  <a:pt x="585315" y="139981"/>
                </a:lnTo>
                <a:cubicBezTo>
                  <a:pt x="585305" y="135161"/>
                  <a:pt x="589220" y="131246"/>
                  <a:pt x="594049" y="131246"/>
                </a:cubicBezTo>
                <a:lnTo>
                  <a:pt x="594049" y="131246"/>
                </a:lnTo>
                <a:close/>
                <a:moveTo>
                  <a:pt x="646484" y="148725"/>
                </a:moveTo>
                <a:lnTo>
                  <a:pt x="602783" y="148725"/>
                </a:lnTo>
                <a:lnTo>
                  <a:pt x="602783" y="201160"/>
                </a:lnTo>
                <a:cubicBezTo>
                  <a:pt x="602783" y="205989"/>
                  <a:pt x="598869" y="209894"/>
                  <a:pt x="594049" y="209894"/>
                </a:cubicBezTo>
                <a:lnTo>
                  <a:pt x="541661" y="209894"/>
                </a:lnTo>
                <a:lnTo>
                  <a:pt x="541661" y="253538"/>
                </a:lnTo>
                <a:lnTo>
                  <a:pt x="594049" y="253538"/>
                </a:lnTo>
                <a:cubicBezTo>
                  <a:pt x="598878" y="253538"/>
                  <a:pt x="602783" y="257452"/>
                  <a:pt x="602783" y="262272"/>
                </a:cubicBezTo>
                <a:lnTo>
                  <a:pt x="602783" y="314707"/>
                </a:lnTo>
                <a:lnTo>
                  <a:pt x="646484" y="314707"/>
                </a:lnTo>
                <a:lnTo>
                  <a:pt x="646484" y="262282"/>
                </a:lnTo>
                <a:cubicBezTo>
                  <a:pt x="646484" y="257452"/>
                  <a:pt x="650399" y="253547"/>
                  <a:pt x="655218" y="253547"/>
                </a:cubicBezTo>
                <a:lnTo>
                  <a:pt x="707606" y="253547"/>
                </a:lnTo>
                <a:lnTo>
                  <a:pt x="707606" y="209894"/>
                </a:lnTo>
                <a:lnTo>
                  <a:pt x="655218" y="209894"/>
                </a:lnTo>
                <a:cubicBezTo>
                  <a:pt x="650389" y="209894"/>
                  <a:pt x="646484" y="205979"/>
                  <a:pt x="646484" y="201160"/>
                </a:cubicBezTo>
                <a:lnTo>
                  <a:pt x="646484" y="148725"/>
                </a:lnTo>
                <a:lnTo>
                  <a:pt x="646484" y="148725"/>
                </a:lnTo>
                <a:close/>
                <a:moveTo>
                  <a:pt x="240900" y="503931"/>
                </a:moveTo>
                <a:cubicBezTo>
                  <a:pt x="252359" y="503931"/>
                  <a:pt x="262731" y="508579"/>
                  <a:pt x="270237" y="516085"/>
                </a:cubicBezTo>
                <a:cubicBezTo>
                  <a:pt x="277743" y="523590"/>
                  <a:pt x="282391" y="533963"/>
                  <a:pt x="282391" y="545422"/>
                </a:cubicBezTo>
                <a:cubicBezTo>
                  <a:pt x="282391" y="556880"/>
                  <a:pt x="277743" y="567253"/>
                  <a:pt x="270237" y="574759"/>
                </a:cubicBezTo>
                <a:cubicBezTo>
                  <a:pt x="262731" y="582265"/>
                  <a:pt x="252359" y="586913"/>
                  <a:pt x="240900" y="586913"/>
                </a:cubicBezTo>
                <a:cubicBezTo>
                  <a:pt x="229441" y="586913"/>
                  <a:pt x="219069" y="582265"/>
                  <a:pt x="211563" y="574759"/>
                </a:cubicBezTo>
                <a:cubicBezTo>
                  <a:pt x="204057" y="567253"/>
                  <a:pt x="199409" y="556880"/>
                  <a:pt x="199409" y="545422"/>
                </a:cubicBezTo>
                <a:cubicBezTo>
                  <a:pt x="199409" y="533963"/>
                  <a:pt x="204057" y="523590"/>
                  <a:pt x="211563" y="516085"/>
                </a:cubicBezTo>
                <a:cubicBezTo>
                  <a:pt x="219069" y="508579"/>
                  <a:pt x="229441" y="503931"/>
                  <a:pt x="240900" y="503931"/>
                </a:cubicBezTo>
                <a:lnTo>
                  <a:pt x="240900" y="503931"/>
                </a:lnTo>
                <a:close/>
                <a:moveTo>
                  <a:pt x="257883" y="528448"/>
                </a:moveTo>
                <a:cubicBezTo>
                  <a:pt x="253540" y="524105"/>
                  <a:pt x="247529" y="521419"/>
                  <a:pt x="240900" y="521419"/>
                </a:cubicBezTo>
                <a:cubicBezTo>
                  <a:pt x="234271" y="521419"/>
                  <a:pt x="228260" y="524105"/>
                  <a:pt x="223917" y="528448"/>
                </a:cubicBezTo>
                <a:cubicBezTo>
                  <a:pt x="219574" y="532792"/>
                  <a:pt x="216887" y="538792"/>
                  <a:pt x="216887" y="545431"/>
                </a:cubicBezTo>
                <a:cubicBezTo>
                  <a:pt x="216887" y="552061"/>
                  <a:pt x="219574" y="558071"/>
                  <a:pt x="223917" y="562414"/>
                </a:cubicBezTo>
                <a:cubicBezTo>
                  <a:pt x="228260" y="566758"/>
                  <a:pt x="234271" y="569444"/>
                  <a:pt x="240900" y="569444"/>
                </a:cubicBezTo>
                <a:cubicBezTo>
                  <a:pt x="247529" y="569444"/>
                  <a:pt x="253540" y="566758"/>
                  <a:pt x="257883" y="562414"/>
                </a:cubicBezTo>
                <a:cubicBezTo>
                  <a:pt x="262227" y="558071"/>
                  <a:pt x="264913" y="552061"/>
                  <a:pt x="264913" y="545431"/>
                </a:cubicBezTo>
                <a:cubicBezTo>
                  <a:pt x="264913" y="538792"/>
                  <a:pt x="262227" y="532792"/>
                  <a:pt x="257883" y="528448"/>
                </a:cubicBezTo>
                <a:lnTo>
                  <a:pt x="257883" y="528448"/>
                </a:lnTo>
                <a:close/>
                <a:moveTo>
                  <a:pt x="332026" y="568768"/>
                </a:moveTo>
                <a:cubicBezTo>
                  <a:pt x="315281" y="568768"/>
                  <a:pt x="300117" y="575559"/>
                  <a:pt x="289144" y="586532"/>
                </a:cubicBezTo>
                <a:cubicBezTo>
                  <a:pt x="278171" y="597505"/>
                  <a:pt x="271380" y="612668"/>
                  <a:pt x="271380" y="629413"/>
                </a:cubicBezTo>
                <a:cubicBezTo>
                  <a:pt x="271380" y="646158"/>
                  <a:pt x="278171" y="661322"/>
                  <a:pt x="289144" y="672295"/>
                </a:cubicBezTo>
                <a:cubicBezTo>
                  <a:pt x="300117" y="683268"/>
                  <a:pt x="315281" y="690059"/>
                  <a:pt x="332026" y="690059"/>
                </a:cubicBezTo>
                <a:cubicBezTo>
                  <a:pt x="348771" y="690059"/>
                  <a:pt x="363934" y="683268"/>
                  <a:pt x="374907" y="672295"/>
                </a:cubicBezTo>
                <a:cubicBezTo>
                  <a:pt x="385880" y="661322"/>
                  <a:pt x="392671" y="646158"/>
                  <a:pt x="392671" y="629413"/>
                </a:cubicBezTo>
                <a:cubicBezTo>
                  <a:pt x="392671" y="612668"/>
                  <a:pt x="385880" y="597505"/>
                  <a:pt x="374907" y="586532"/>
                </a:cubicBezTo>
                <a:cubicBezTo>
                  <a:pt x="363925" y="575559"/>
                  <a:pt x="348771" y="568768"/>
                  <a:pt x="332026" y="568768"/>
                </a:cubicBezTo>
                <a:lnTo>
                  <a:pt x="332026" y="568768"/>
                </a:lnTo>
                <a:close/>
                <a:moveTo>
                  <a:pt x="362544" y="598886"/>
                </a:moveTo>
                <a:cubicBezTo>
                  <a:pt x="370354" y="606696"/>
                  <a:pt x="375183" y="617488"/>
                  <a:pt x="375183" y="629404"/>
                </a:cubicBezTo>
                <a:cubicBezTo>
                  <a:pt x="375183" y="641320"/>
                  <a:pt x="370354" y="652111"/>
                  <a:pt x="362544" y="659922"/>
                </a:cubicBezTo>
                <a:cubicBezTo>
                  <a:pt x="354733" y="667732"/>
                  <a:pt x="343941" y="672562"/>
                  <a:pt x="332026" y="672562"/>
                </a:cubicBezTo>
                <a:cubicBezTo>
                  <a:pt x="320110" y="672562"/>
                  <a:pt x="309318" y="667732"/>
                  <a:pt x="301508" y="659922"/>
                </a:cubicBezTo>
                <a:cubicBezTo>
                  <a:pt x="293697" y="652111"/>
                  <a:pt x="288868" y="641320"/>
                  <a:pt x="288868" y="629404"/>
                </a:cubicBezTo>
                <a:cubicBezTo>
                  <a:pt x="288868" y="617478"/>
                  <a:pt x="293697" y="606696"/>
                  <a:pt x="301508" y="598886"/>
                </a:cubicBezTo>
                <a:cubicBezTo>
                  <a:pt x="309318" y="591075"/>
                  <a:pt x="320110" y="586246"/>
                  <a:pt x="332026" y="586246"/>
                </a:cubicBezTo>
                <a:cubicBezTo>
                  <a:pt x="343941" y="586246"/>
                  <a:pt x="354733" y="591075"/>
                  <a:pt x="362544" y="598886"/>
                </a:cubicBezTo>
                <a:lnTo>
                  <a:pt x="362544" y="598886"/>
                </a:lnTo>
                <a:close/>
                <a:moveTo>
                  <a:pt x="175492" y="595466"/>
                </a:moveTo>
                <a:cubicBezTo>
                  <a:pt x="197142" y="595466"/>
                  <a:pt x="216735" y="604239"/>
                  <a:pt x="230927" y="618431"/>
                </a:cubicBezTo>
                <a:cubicBezTo>
                  <a:pt x="245110" y="632623"/>
                  <a:pt x="253892" y="652216"/>
                  <a:pt x="253892" y="673866"/>
                </a:cubicBezTo>
                <a:cubicBezTo>
                  <a:pt x="253892" y="695517"/>
                  <a:pt x="245120" y="715110"/>
                  <a:pt x="230927" y="729302"/>
                </a:cubicBezTo>
                <a:cubicBezTo>
                  <a:pt x="216735" y="743494"/>
                  <a:pt x="197142" y="752267"/>
                  <a:pt x="175492" y="752267"/>
                </a:cubicBezTo>
                <a:cubicBezTo>
                  <a:pt x="153851" y="752267"/>
                  <a:pt x="134249" y="743494"/>
                  <a:pt x="120056" y="729302"/>
                </a:cubicBezTo>
                <a:cubicBezTo>
                  <a:pt x="105874" y="715119"/>
                  <a:pt x="97092" y="695517"/>
                  <a:pt x="97092" y="673866"/>
                </a:cubicBezTo>
                <a:cubicBezTo>
                  <a:pt x="97092" y="652226"/>
                  <a:pt x="105874" y="632623"/>
                  <a:pt x="120056" y="618431"/>
                </a:cubicBezTo>
                <a:cubicBezTo>
                  <a:pt x="134239" y="604248"/>
                  <a:pt x="153842" y="595466"/>
                  <a:pt x="175492" y="595466"/>
                </a:cubicBezTo>
                <a:lnTo>
                  <a:pt x="175492" y="595466"/>
                </a:lnTo>
                <a:close/>
                <a:moveTo>
                  <a:pt x="218564" y="630785"/>
                </a:moveTo>
                <a:cubicBezTo>
                  <a:pt x="207543" y="619764"/>
                  <a:pt x="192313" y="612945"/>
                  <a:pt x="175482" y="612945"/>
                </a:cubicBezTo>
                <a:cubicBezTo>
                  <a:pt x="158652" y="612945"/>
                  <a:pt x="143431" y="619764"/>
                  <a:pt x="132410" y="630785"/>
                </a:cubicBezTo>
                <a:cubicBezTo>
                  <a:pt x="121390" y="641805"/>
                  <a:pt x="114570" y="657036"/>
                  <a:pt x="114570" y="673857"/>
                </a:cubicBezTo>
                <a:cubicBezTo>
                  <a:pt x="114570" y="690678"/>
                  <a:pt x="121390" y="705909"/>
                  <a:pt x="132410" y="716939"/>
                </a:cubicBezTo>
                <a:cubicBezTo>
                  <a:pt x="143431" y="727959"/>
                  <a:pt x="158661" y="734779"/>
                  <a:pt x="175482" y="734779"/>
                </a:cubicBezTo>
                <a:cubicBezTo>
                  <a:pt x="192303" y="734779"/>
                  <a:pt x="207534" y="727959"/>
                  <a:pt x="218564" y="716939"/>
                </a:cubicBezTo>
                <a:cubicBezTo>
                  <a:pt x="229584" y="705918"/>
                  <a:pt x="236404" y="690688"/>
                  <a:pt x="236404" y="673857"/>
                </a:cubicBezTo>
                <a:cubicBezTo>
                  <a:pt x="236404" y="657036"/>
                  <a:pt x="229594" y="641805"/>
                  <a:pt x="218564" y="630785"/>
                </a:cubicBezTo>
                <a:lnTo>
                  <a:pt x="218564" y="630785"/>
                </a:lnTo>
                <a:close/>
                <a:moveTo>
                  <a:pt x="332102" y="342168"/>
                </a:moveTo>
                <a:cubicBezTo>
                  <a:pt x="340236" y="342063"/>
                  <a:pt x="347609" y="338701"/>
                  <a:pt x="352971" y="333338"/>
                </a:cubicBezTo>
                <a:cubicBezTo>
                  <a:pt x="358419" y="327890"/>
                  <a:pt x="361801" y="320365"/>
                  <a:pt x="361801" y="312088"/>
                </a:cubicBezTo>
                <a:cubicBezTo>
                  <a:pt x="361801" y="303811"/>
                  <a:pt x="358419" y="296286"/>
                  <a:pt x="352971" y="290838"/>
                </a:cubicBezTo>
                <a:cubicBezTo>
                  <a:pt x="347523" y="285389"/>
                  <a:pt x="339998" y="282008"/>
                  <a:pt x="331721" y="282008"/>
                </a:cubicBezTo>
                <a:lnTo>
                  <a:pt x="163243" y="282008"/>
                </a:lnTo>
                <a:cubicBezTo>
                  <a:pt x="154965" y="282008"/>
                  <a:pt x="147441" y="285389"/>
                  <a:pt x="141992" y="290838"/>
                </a:cubicBezTo>
                <a:cubicBezTo>
                  <a:pt x="136544" y="296286"/>
                  <a:pt x="133163" y="303811"/>
                  <a:pt x="133163" y="312088"/>
                </a:cubicBezTo>
                <a:cubicBezTo>
                  <a:pt x="133163" y="320365"/>
                  <a:pt x="136544" y="327890"/>
                  <a:pt x="141992" y="333338"/>
                </a:cubicBezTo>
                <a:cubicBezTo>
                  <a:pt x="147355" y="338701"/>
                  <a:pt x="154727" y="342063"/>
                  <a:pt x="162862" y="342168"/>
                </a:cubicBezTo>
                <a:lnTo>
                  <a:pt x="162862" y="381277"/>
                </a:lnTo>
                <a:cubicBezTo>
                  <a:pt x="162862" y="384211"/>
                  <a:pt x="162671" y="386897"/>
                  <a:pt x="162185" y="389393"/>
                </a:cubicBezTo>
                <a:cubicBezTo>
                  <a:pt x="161747" y="391631"/>
                  <a:pt x="161071" y="393765"/>
                  <a:pt x="160090" y="395851"/>
                </a:cubicBezTo>
                <a:cubicBezTo>
                  <a:pt x="159976" y="396032"/>
                  <a:pt x="159880" y="396222"/>
                  <a:pt x="159776" y="396422"/>
                </a:cubicBezTo>
                <a:lnTo>
                  <a:pt x="6880" y="702394"/>
                </a:lnTo>
                <a:lnTo>
                  <a:pt x="6909" y="702403"/>
                </a:lnTo>
                <a:cubicBezTo>
                  <a:pt x="1356" y="713519"/>
                  <a:pt x="-730" y="725206"/>
                  <a:pt x="222" y="736703"/>
                </a:cubicBezTo>
                <a:cubicBezTo>
                  <a:pt x="1194" y="748590"/>
                  <a:pt x="5394" y="760268"/>
                  <a:pt x="12310" y="770869"/>
                </a:cubicBezTo>
                <a:cubicBezTo>
                  <a:pt x="19120" y="781308"/>
                  <a:pt x="27921" y="789452"/>
                  <a:pt x="38151" y="794996"/>
                </a:cubicBezTo>
                <a:cubicBezTo>
                  <a:pt x="48390" y="800539"/>
                  <a:pt x="59992" y="803464"/>
                  <a:pt x="72412" y="803464"/>
                </a:cubicBezTo>
                <a:lnTo>
                  <a:pt x="440735" y="803464"/>
                </a:lnTo>
                <a:cubicBezTo>
                  <a:pt x="453431" y="803464"/>
                  <a:pt x="465300" y="800387"/>
                  <a:pt x="475729" y="794586"/>
                </a:cubicBezTo>
                <a:cubicBezTo>
                  <a:pt x="486140" y="788795"/>
                  <a:pt x="495008" y="780327"/>
                  <a:pt x="501714" y="769536"/>
                </a:cubicBezTo>
                <a:cubicBezTo>
                  <a:pt x="508419" y="758725"/>
                  <a:pt x="512086" y="747018"/>
                  <a:pt x="512658" y="735122"/>
                </a:cubicBezTo>
                <a:cubicBezTo>
                  <a:pt x="513229" y="723244"/>
                  <a:pt x="510715" y="711252"/>
                  <a:pt x="505066" y="699851"/>
                </a:cubicBezTo>
                <a:lnTo>
                  <a:pt x="505066" y="699851"/>
                </a:lnTo>
                <a:lnTo>
                  <a:pt x="504866" y="699470"/>
                </a:lnTo>
                <a:lnTo>
                  <a:pt x="335864" y="396879"/>
                </a:lnTo>
                <a:cubicBezTo>
                  <a:pt x="334464" y="394374"/>
                  <a:pt x="333540" y="391831"/>
                  <a:pt x="332950" y="389164"/>
                </a:cubicBezTo>
                <a:cubicBezTo>
                  <a:pt x="332340" y="386383"/>
                  <a:pt x="332102" y="383411"/>
                  <a:pt x="332102" y="380182"/>
                </a:cubicBezTo>
                <a:lnTo>
                  <a:pt x="332102" y="342168"/>
                </a:lnTo>
                <a:lnTo>
                  <a:pt x="332102" y="342168"/>
                </a:lnTo>
                <a:close/>
                <a:moveTo>
                  <a:pt x="180331" y="342168"/>
                </a:moveTo>
                <a:lnTo>
                  <a:pt x="180331" y="381277"/>
                </a:lnTo>
                <a:cubicBezTo>
                  <a:pt x="180331" y="385221"/>
                  <a:pt x="180045" y="388983"/>
                  <a:pt x="179311" y="392746"/>
                </a:cubicBezTo>
                <a:cubicBezTo>
                  <a:pt x="178607" y="396327"/>
                  <a:pt x="177464" y="399861"/>
                  <a:pt x="175730" y="403490"/>
                </a:cubicBezTo>
                <a:cubicBezTo>
                  <a:pt x="175635" y="403728"/>
                  <a:pt x="175530" y="403976"/>
                  <a:pt x="175416" y="404214"/>
                </a:cubicBezTo>
                <a:lnTo>
                  <a:pt x="22520" y="710176"/>
                </a:lnTo>
                <a:lnTo>
                  <a:pt x="22492" y="710166"/>
                </a:lnTo>
                <a:lnTo>
                  <a:pt x="22482" y="710176"/>
                </a:lnTo>
                <a:cubicBezTo>
                  <a:pt x="18444" y="718262"/>
                  <a:pt x="16929" y="726845"/>
                  <a:pt x="17624" y="735341"/>
                </a:cubicBezTo>
                <a:cubicBezTo>
                  <a:pt x="18358" y="744313"/>
                  <a:pt x="21587" y="753219"/>
                  <a:pt x="26911" y="761392"/>
                </a:cubicBezTo>
                <a:cubicBezTo>
                  <a:pt x="32093" y="769326"/>
                  <a:pt x="38722" y="775479"/>
                  <a:pt x="46409" y="779642"/>
                </a:cubicBezTo>
                <a:cubicBezTo>
                  <a:pt x="54086" y="783804"/>
                  <a:pt x="62887" y="785985"/>
                  <a:pt x="72412" y="785985"/>
                </a:cubicBezTo>
                <a:lnTo>
                  <a:pt x="440735" y="785985"/>
                </a:lnTo>
                <a:cubicBezTo>
                  <a:pt x="450488" y="785985"/>
                  <a:pt x="459480" y="783690"/>
                  <a:pt x="467262" y="779365"/>
                </a:cubicBezTo>
                <a:cubicBezTo>
                  <a:pt x="475063" y="775022"/>
                  <a:pt x="481759" y="768593"/>
                  <a:pt x="486893" y="760325"/>
                </a:cubicBezTo>
                <a:cubicBezTo>
                  <a:pt x="492017" y="752067"/>
                  <a:pt x="494808" y="743218"/>
                  <a:pt x="495246" y="734303"/>
                </a:cubicBezTo>
                <a:cubicBezTo>
                  <a:pt x="495675" y="725397"/>
                  <a:pt x="493751" y="716329"/>
                  <a:pt x="489464" y="707642"/>
                </a:cubicBezTo>
                <a:lnTo>
                  <a:pt x="320634" y="405347"/>
                </a:lnTo>
                <a:cubicBezTo>
                  <a:pt x="318329" y="401213"/>
                  <a:pt x="316814" y="397099"/>
                  <a:pt x="315881" y="392860"/>
                </a:cubicBezTo>
                <a:cubicBezTo>
                  <a:pt x="314976" y="388736"/>
                  <a:pt x="314624" y="384564"/>
                  <a:pt x="314624" y="380192"/>
                </a:cubicBezTo>
                <a:lnTo>
                  <a:pt x="314624" y="342168"/>
                </a:lnTo>
                <a:lnTo>
                  <a:pt x="180331" y="342168"/>
                </a:lnTo>
                <a:lnTo>
                  <a:pt x="180331" y="342168"/>
                </a:lnTo>
                <a:close/>
                <a:moveTo>
                  <a:pt x="331721" y="299486"/>
                </a:moveTo>
                <a:cubicBezTo>
                  <a:pt x="335178" y="299486"/>
                  <a:pt x="338331" y="300906"/>
                  <a:pt x="340617" y="303192"/>
                </a:cubicBezTo>
                <a:cubicBezTo>
                  <a:pt x="342903" y="305478"/>
                  <a:pt x="344322" y="308630"/>
                  <a:pt x="344322" y="312088"/>
                </a:cubicBezTo>
                <a:cubicBezTo>
                  <a:pt x="344322" y="315545"/>
                  <a:pt x="342903" y="318698"/>
                  <a:pt x="340617" y="320984"/>
                </a:cubicBezTo>
                <a:cubicBezTo>
                  <a:pt x="338331" y="323270"/>
                  <a:pt x="335178" y="324689"/>
                  <a:pt x="331721" y="324689"/>
                </a:cubicBezTo>
                <a:lnTo>
                  <a:pt x="323367" y="324689"/>
                </a:lnTo>
                <a:lnTo>
                  <a:pt x="171596" y="324689"/>
                </a:lnTo>
                <a:lnTo>
                  <a:pt x="163243" y="324689"/>
                </a:lnTo>
                <a:cubicBezTo>
                  <a:pt x="159785" y="324689"/>
                  <a:pt x="156632" y="323270"/>
                  <a:pt x="154346" y="320984"/>
                </a:cubicBezTo>
                <a:cubicBezTo>
                  <a:pt x="152060" y="318698"/>
                  <a:pt x="150632" y="315545"/>
                  <a:pt x="150632" y="312088"/>
                </a:cubicBezTo>
                <a:cubicBezTo>
                  <a:pt x="150632" y="308630"/>
                  <a:pt x="152051" y="305478"/>
                  <a:pt x="154346" y="303192"/>
                </a:cubicBezTo>
                <a:cubicBezTo>
                  <a:pt x="156632" y="300906"/>
                  <a:pt x="159785" y="299486"/>
                  <a:pt x="163243" y="299486"/>
                </a:cubicBezTo>
                <a:lnTo>
                  <a:pt x="331721" y="299486"/>
                </a:lnTo>
                <a:lnTo>
                  <a:pt x="331721" y="299486"/>
                </a:lnTo>
                <a:close/>
                <a:moveTo>
                  <a:pt x="682098" y="456258"/>
                </a:moveTo>
                <a:cubicBezTo>
                  <a:pt x="724056" y="445562"/>
                  <a:pt x="761394" y="423426"/>
                  <a:pt x="790626" y="393422"/>
                </a:cubicBezTo>
                <a:cubicBezTo>
                  <a:pt x="832003" y="350950"/>
                  <a:pt x="857177" y="292685"/>
                  <a:pt x="856339" y="228706"/>
                </a:cubicBezTo>
                <a:cubicBezTo>
                  <a:pt x="855501" y="164708"/>
                  <a:pt x="828812" y="107110"/>
                  <a:pt x="786330" y="65733"/>
                </a:cubicBezTo>
                <a:cubicBezTo>
                  <a:pt x="743858" y="24357"/>
                  <a:pt x="685594" y="-818"/>
                  <a:pt x="621614" y="20"/>
                </a:cubicBezTo>
                <a:cubicBezTo>
                  <a:pt x="557616" y="858"/>
                  <a:pt x="500018" y="27548"/>
                  <a:pt x="458632" y="70029"/>
                </a:cubicBezTo>
                <a:cubicBezTo>
                  <a:pt x="417255" y="112501"/>
                  <a:pt x="392081" y="170765"/>
                  <a:pt x="392919" y="234745"/>
                </a:cubicBezTo>
                <a:cubicBezTo>
                  <a:pt x="393757" y="298743"/>
                  <a:pt x="420446" y="356341"/>
                  <a:pt x="462918" y="397718"/>
                </a:cubicBezTo>
                <a:cubicBezTo>
                  <a:pt x="491931" y="425988"/>
                  <a:pt x="528326" y="446686"/>
                  <a:pt x="568874" y="456706"/>
                </a:cubicBezTo>
                <a:lnTo>
                  <a:pt x="569151" y="540012"/>
                </a:lnTo>
                <a:cubicBezTo>
                  <a:pt x="565807" y="541602"/>
                  <a:pt x="562721" y="543517"/>
                  <a:pt x="559959" y="545698"/>
                </a:cubicBezTo>
                <a:cubicBezTo>
                  <a:pt x="550720" y="552975"/>
                  <a:pt x="544938" y="563253"/>
                  <a:pt x="544862" y="574749"/>
                </a:cubicBezTo>
                <a:lnTo>
                  <a:pt x="543586" y="762792"/>
                </a:lnTo>
                <a:cubicBezTo>
                  <a:pt x="543538" y="774222"/>
                  <a:pt x="549129" y="784490"/>
                  <a:pt x="558206" y="791834"/>
                </a:cubicBezTo>
                <a:cubicBezTo>
                  <a:pt x="566750" y="798758"/>
                  <a:pt x="578485" y="803092"/>
                  <a:pt x="591363" y="803178"/>
                </a:cubicBezTo>
                <a:cubicBezTo>
                  <a:pt x="612956" y="803492"/>
                  <a:pt x="634683" y="803359"/>
                  <a:pt x="656295" y="803454"/>
                </a:cubicBezTo>
                <a:cubicBezTo>
                  <a:pt x="669211" y="803511"/>
                  <a:pt x="681079" y="799292"/>
                  <a:pt x="689756" y="792453"/>
                </a:cubicBezTo>
                <a:cubicBezTo>
                  <a:pt x="698995" y="785166"/>
                  <a:pt x="704777" y="774898"/>
                  <a:pt x="704844" y="763411"/>
                </a:cubicBezTo>
                <a:lnTo>
                  <a:pt x="706111" y="576235"/>
                </a:lnTo>
                <a:cubicBezTo>
                  <a:pt x="706139" y="575959"/>
                  <a:pt x="706149" y="575683"/>
                  <a:pt x="706149" y="575407"/>
                </a:cubicBezTo>
                <a:lnTo>
                  <a:pt x="706149" y="575368"/>
                </a:lnTo>
                <a:lnTo>
                  <a:pt x="706120" y="575368"/>
                </a:lnTo>
                <a:cubicBezTo>
                  <a:pt x="706158" y="563938"/>
                  <a:pt x="700558" y="553670"/>
                  <a:pt x="691490" y="546327"/>
                </a:cubicBezTo>
                <a:cubicBezTo>
                  <a:pt x="688756" y="544117"/>
                  <a:pt x="685699" y="542164"/>
                  <a:pt x="682384" y="540536"/>
                </a:cubicBezTo>
                <a:lnTo>
                  <a:pt x="682098" y="456258"/>
                </a:lnTo>
                <a:lnTo>
                  <a:pt x="682098" y="456258"/>
                </a:lnTo>
                <a:close/>
                <a:moveTo>
                  <a:pt x="625786" y="552232"/>
                </a:moveTo>
                <a:lnTo>
                  <a:pt x="658152" y="552366"/>
                </a:lnTo>
                <a:lnTo>
                  <a:pt x="658219" y="552366"/>
                </a:lnTo>
                <a:cubicBezTo>
                  <a:pt x="667010" y="552413"/>
                  <a:pt x="674878" y="555261"/>
                  <a:pt x="680498" y="559814"/>
                </a:cubicBezTo>
                <a:cubicBezTo>
                  <a:pt x="685594" y="563938"/>
                  <a:pt x="688737" y="569434"/>
                  <a:pt x="688708" y="575302"/>
                </a:cubicBezTo>
                <a:lnTo>
                  <a:pt x="688708" y="575330"/>
                </a:lnTo>
                <a:lnTo>
                  <a:pt x="688670" y="575330"/>
                </a:lnTo>
                <a:lnTo>
                  <a:pt x="688670" y="575368"/>
                </a:lnTo>
                <a:cubicBezTo>
                  <a:pt x="688670" y="575607"/>
                  <a:pt x="688680" y="575845"/>
                  <a:pt x="688699" y="576083"/>
                </a:cubicBezTo>
                <a:lnTo>
                  <a:pt x="687432" y="763306"/>
                </a:lnTo>
                <a:cubicBezTo>
                  <a:pt x="687403" y="769145"/>
                  <a:pt x="684155" y="774612"/>
                  <a:pt x="678964" y="778699"/>
                </a:cubicBezTo>
                <a:cubicBezTo>
                  <a:pt x="673192" y="783252"/>
                  <a:pt x="665182" y="786052"/>
                  <a:pt x="656362" y="786014"/>
                </a:cubicBezTo>
                <a:cubicBezTo>
                  <a:pt x="634721" y="785919"/>
                  <a:pt x="613070" y="785852"/>
                  <a:pt x="591439" y="785738"/>
                </a:cubicBezTo>
                <a:cubicBezTo>
                  <a:pt x="582676" y="785680"/>
                  <a:pt x="574808" y="782832"/>
                  <a:pt x="569198" y="778289"/>
                </a:cubicBezTo>
                <a:cubicBezTo>
                  <a:pt x="564112" y="774165"/>
                  <a:pt x="560978" y="768688"/>
                  <a:pt x="560997" y="762830"/>
                </a:cubicBezTo>
                <a:lnTo>
                  <a:pt x="562274" y="574797"/>
                </a:lnTo>
                <a:cubicBezTo>
                  <a:pt x="562312" y="568958"/>
                  <a:pt x="565560" y="563491"/>
                  <a:pt x="570751" y="559405"/>
                </a:cubicBezTo>
                <a:cubicBezTo>
                  <a:pt x="575389" y="555747"/>
                  <a:pt x="581466" y="553223"/>
                  <a:pt x="588248" y="552394"/>
                </a:cubicBezTo>
                <a:lnTo>
                  <a:pt x="625786" y="552232"/>
                </a:lnTo>
                <a:lnTo>
                  <a:pt x="625786" y="552232"/>
                </a:lnTo>
                <a:close/>
                <a:moveTo>
                  <a:pt x="586305" y="460297"/>
                </a:moveTo>
                <a:cubicBezTo>
                  <a:pt x="599735" y="462535"/>
                  <a:pt x="613556" y="463612"/>
                  <a:pt x="627644" y="463431"/>
                </a:cubicBezTo>
                <a:cubicBezTo>
                  <a:pt x="640274" y="463269"/>
                  <a:pt x="652647" y="462088"/>
                  <a:pt x="664696" y="459992"/>
                </a:cubicBezTo>
                <a:lnTo>
                  <a:pt x="664944" y="534659"/>
                </a:lnTo>
                <a:lnTo>
                  <a:pt x="625796" y="534830"/>
                </a:lnTo>
                <a:lnTo>
                  <a:pt x="593411" y="534697"/>
                </a:lnTo>
                <a:cubicBezTo>
                  <a:pt x="591325" y="534687"/>
                  <a:pt x="589258" y="534792"/>
                  <a:pt x="587229" y="535001"/>
                </a:cubicBezTo>
                <a:lnTo>
                  <a:pt x="586553" y="535001"/>
                </a:lnTo>
                <a:lnTo>
                  <a:pt x="586305" y="460297"/>
                </a:lnTo>
                <a:lnTo>
                  <a:pt x="586305" y="460297"/>
                </a:lnTo>
                <a:close/>
                <a:moveTo>
                  <a:pt x="622624" y="69572"/>
                </a:moveTo>
                <a:lnTo>
                  <a:pt x="622624" y="69610"/>
                </a:lnTo>
                <a:lnTo>
                  <a:pt x="622519" y="69610"/>
                </a:lnTo>
                <a:cubicBezTo>
                  <a:pt x="577733" y="70191"/>
                  <a:pt x="537432" y="88870"/>
                  <a:pt x="508486" y="118588"/>
                </a:cubicBezTo>
                <a:cubicBezTo>
                  <a:pt x="479720" y="148125"/>
                  <a:pt x="462147" y="188568"/>
                  <a:pt x="462509" y="233021"/>
                </a:cubicBezTo>
                <a:cubicBezTo>
                  <a:pt x="462490" y="233249"/>
                  <a:pt x="462480" y="233488"/>
                  <a:pt x="462480" y="233726"/>
                </a:cubicBezTo>
                <a:lnTo>
                  <a:pt x="462518" y="233726"/>
                </a:lnTo>
                <a:lnTo>
                  <a:pt x="462518" y="233830"/>
                </a:lnTo>
                <a:cubicBezTo>
                  <a:pt x="463099" y="278608"/>
                  <a:pt x="481778" y="318917"/>
                  <a:pt x="511496" y="347864"/>
                </a:cubicBezTo>
                <a:cubicBezTo>
                  <a:pt x="541204" y="376810"/>
                  <a:pt x="581971" y="394422"/>
                  <a:pt x="626739" y="393841"/>
                </a:cubicBezTo>
                <a:cubicBezTo>
                  <a:pt x="671525" y="393250"/>
                  <a:pt x="711826" y="374581"/>
                  <a:pt x="740772" y="344863"/>
                </a:cubicBezTo>
                <a:cubicBezTo>
                  <a:pt x="769547" y="315336"/>
                  <a:pt x="787111" y="274883"/>
                  <a:pt x="786749" y="230430"/>
                </a:cubicBezTo>
                <a:cubicBezTo>
                  <a:pt x="786768" y="230192"/>
                  <a:pt x="786778" y="229963"/>
                  <a:pt x="786778" y="229716"/>
                </a:cubicBezTo>
                <a:lnTo>
                  <a:pt x="786749" y="229716"/>
                </a:lnTo>
                <a:lnTo>
                  <a:pt x="786749" y="229611"/>
                </a:lnTo>
                <a:cubicBezTo>
                  <a:pt x="786159" y="184834"/>
                  <a:pt x="767490" y="144534"/>
                  <a:pt x="737772" y="115578"/>
                </a:cubicBezTo>
                <a:cubicBezTo>
                  <a:pt x="708235" y="86803"/>
                  <a:pt x="667791" y="69238"/>
                  <a:pt x="623338" y="69600"/>
                </a:cubicBezTo>
                <a:cubicBezTo>
                  <a:pt x="623110" y="69581"/>
                  <a:pt x="622872" y="69572"/>
                  <a:pt x="622624" y="69572"/>
                </a:cubicBezTo>
                <a:lnTo>
                  <a:pt x="622624" y="69572"/>
                </a:lnTo>
                <a:close/>
                <a:moveTo>
                  <a:pt x="622633" y="87050"/>
                </a:moveTo>
                <a:lnTo>
                  <a:pt x="622633" y="87022"/>
                </a:lnTo>
                <a:cubicBezTo>
                  <a:pt x="582733" y="87574"/>
                  <a:pt x="546814" y="104233"/>
                  <a:pt x="520992" y="130741"/>
                </a:cubicBezTo>
                <a:cubicBezTo>
                  <a:pt x="495294" y="157116"/>
                  <a:pt x="479606" y="193235"/>
                  <a:pt x="479930" y="232907"/>
                </a:cubicBezTo>
                <a:cubicBezTo>
                  <a:pt x="479958" y="233173"/>
                  <a:pt x="479968" y="233449"/>
                  <a:pt x="479968" y="233726"/>
                </a:cubicBezTo>
                <a:lnTo>
                  <a:pt x="479939" y="233726"/>
                </a:lnTo>
                <a:cubicBezTo>
                  <a:pt x="480492" y="273626"/>
                  <a:pt x="497151" y="309545"/>
                  <a:pt x="523659" y="335367"/>
                </a:cubicBezTo>
                <a:cubicBezTo>
                  <a:pt x="550196" y="361218"/>
                  <a:pt x="586591" y="376944"/>
                  <a:pt x="626548" y="376420"/>
                </a:cubicBezTo>
                <a:cubicBezTo>
                  <a:pt x="666496" y="375896"/>
                  <a:pt x="702443" y="359227"/>
                  <a:pt x="728294" y="332700"/>
                </a:cubicBezTo>
                <a:cubicBezTo>
                  <a:pt x="753993" y="306325"/>
                  <a:pt x="769680" y="270206"/>
                  <a:pt x="769357" y="230535"/>
                </a:cubicBezTo>
                <a:cubicBezTo>
                  <a:pt x="769328" y="230259"/>
                  <a:pt x="769318" y="229992"/>
                  <a:pt x="769318" y="229706"/>
                </a:cubicBezTo>
                <a:lnTo>
                  <a:pt x="769347" y="229706"/>
                </a:lnTo>
                <a:cubicBezTo>
                  <a:pt x="768795" y="189806"/>
                  <a:pt x="752135" y="153887"/>
                  <a:pt x="725627" y="128065"/>
                </a:cubicBezTo>
                <a:cubicBezTo>
                  <a:pt x="699253" y="102366"/>
                  <a:pt x="663134" y="86679"/>
                  <a:pt x="623462" y="87003"/>
                </a:cubicBezTo>
                <a:cubicBezTo>
                  <a:pt x="623186" y="87031"/>
                  <a:pt x="622910" y="87050"/>
                  <a:pt x="622633" y="87050"/>
                </a:cubicBezTo>
                <a:lnTo>
                  <a:pt x="622633" y="87050"/>
                </a:lnTo>
                <a:close/>
                <a:moveTo>
                  <a:pt x="774186" y="78221"/>
                </a:moveTo>
                <a:cubicBezTo>
                  <a:pt x="734886" y="39940"/>
                  <a:pt x="680993" y="16651"/>
                  <a:pt x="621824" y="17422"/>
                </a:cubicBezTo>
                <a:cubicBezTo>
                  <a:pt x="562664" y="18194"/>
                  <a:pt x="509410" y="42883"/>
                  <a:pt x="471138" y="82173"/>
                </a:cubicBezTo>
                <a:cubicBezTo>
                  <a:pt x="432857" y="121464"/>
                  <a:pt x="409569" y="175356"/>
                  <a:pt x="410340" y="234535"/>
                </a:cubicBezTo>
                <a:cubicBezTo>
                  <a:pt x="411112" y="293695"/>
                  <a:pt x="435801" y="346949"/>
                  <a:pt x="475091" y="385221"/>
                </a:cubicBezTo>
                <a:cubicBezTo>
                  <a:pt x="514382" y="423502"/>
                  <a:pt x="568274" y="446790"/>
                  <a:pt x="627453" y="446019"/>
                </a:cubicBezTo>
                <a:cubicBezTo>
                  <a:pt x="686613" y="445247"/>
                  <a:pt x="739867" y="420559"/>
                  <a:pt x="778139" y="381268"/>
                </a:cubicBezTo>
                <a:cubicBezTo>
                  <a:pt x="816420" y="341977"/>
                  <a:pt x="839708" y="288085"/>
                  <a:pt x="838937" y="228906"/>
                </a:cubicBezTo>
                <a:cubicBezTo>
                  <a:pt x="838156" y="169746"/>
                  <a:pt x="813467" y="116492"/>
                  <a:pt x="774186" y="78221"/>
                </a:cubicBezTo>
                <a:lnTo>
                  <a:pt x="774186" y="78221"/>
                </a:lnTo>
                <a:close/>
                <a:moveTo>
                  <a:pt x="256026" y="127293"/>
                </a:moveTo>
                <a:lnTo>
                  <a:pt x="256054" y="127274"/>
                </a:lnTo>
                <a:lnTo>
                  <a:pt x="256073" y="127265"/>
                </a:lnTo>
                <a:lnTo>
                  <a:pt x="304632" y="97204"/>
                </a:lnTo>
                <a:cubicBezTo>
                  <a:pt x="305070" y="96871"/>
                  <a:pt x="305527" y="96594"/>
                  <a:pt x="306013" y="96356"/>
                </a:cubicBezTo>
                <a:cubicBezTo>
                  <a:pt x="316843" y="89917"/>
                  <a:pt x="329283" y="88355"/>
                  <a:pt x="340703" y="91041"/>
                </a:cubicBezTo>
                <a:cubicBezTo>
                  <a:pt x="352152" y="93737"/>
                  <a:pt x="362601" y="100690"/>
                  <a:pt x="369430" y="111282"/>
                </a:cubicBezTo>
                <a:cubicBezTo>
                  <a:pt x="369783" y="111739"/>
                  <a:pt x="370078" y="112234"/>
                  <a:pt x="370326" y="112739"/>
                </a:cubicBezTo>
                <a:cubicBezTo>
                  <a:pt x="376765" y="123569"/>
                  <a:pt x="378327" y="136009"/>
                  <a:pt x="375641" y="147439"/>
                </a:cubicBezTo>
                <a:cubicBezTo>
                  <a:pt x="372888" y="159145"/>
                  <a:pt x="365678" y="169813"/>
                  <a:pt x="354667" y="176623"/>
                </a:cubicBezTo>
                <a:lnTo>
                  <a:pt x="305460" y="207084"/>
                </a:lnTo>
                <a:lnTo>
                  <a:pt x="305441" y="207094"/>
                </a:lnTo>
                <a:lnTo>
                  <a:pt x="305432" y="207103"/>
                </a:lnTo>
                <a:lnTo>
                  <a:pt x="256873" y="237164"/>
                </a:lnTo>
                <a:cubicBezTo>
                  <a:pt x="256435" y="237488"/>
                  <a:pt x="255978" y="237774"/>
                  <a:pt x="255492" y="238002"/>
                </a:cubicBezTo>
                <a:cubicBezTo>
                  <a:pt x="244662" y="244441"/>
                  <a:pt x="232223" y="246003"/>
                  <a:pt x="220802" y="243317"/>
                </a:cubicBezTo>
                <a:cubicBezTo>
                  <a:pt x="209448" y="240650"/>
                  <a:pt x="199066" y="233773"/>
                  <a:pt x="192237" y="223315"/>
                </a:cubicBezTo>
                <a:cubicBezTo>
                  <a:pt x="182359" y="232078"/>
                  <a:pt x="170358" y="237631"/>
                  <a:pt x="157785" y="239717"/>
                </a:cubicBezTo>
                <a:cubicBezTo>
                  <a:pt x="140402" y="242603"/>
                  <a:pt x="121914" y="238850"/>
                  <a:pt x="106436" y="227792"/>
                </a:cubicBezTo>
                <a:lnTo>
                  <a:pt x="106436" y="227792"/>
                </a:lnTo>
                <a:cubicBezTo>
                  <a:pt x="90938" y="216705"/>
                  <a:pt x="81404" y="200388"/>
                  <a:pt x="78508" y="182977"/>
                </a:cubicBezTo>
                <a:cubicBezTo>
                  <a:pt x="75622" y="165593"/>
                  <a:pt x="79375" y="147105"/>
                  <a:pt x="90434" y="131627"/>
                </a:cubicBezTo>
                <a:cubicBezTo>
                  <a:pt x="101521" y="116130"/>
                  <a:pt x="117837" y="106596"/>
                  <a:pt x="135249" y="103700"/>
                </a:cubicBezTo>
                <a:cubicBezTo>
                  <a:pt x="152632" y="100814"/>
                  <a:pt x="171110" y="104557"/>
                  <a:pt x="186579" y="115616"/>
                </a:cubicBezTo>
                <a:lnTo>
                  <a:pt x="186588" y="115625"/>
                </a:lnTo>
                <a:lnTo>
                  <a:pt x="186588" y="115625"/>
                </a:lnTo>
                <a:lnTo>
                  <a:pt x="186598" y="115635"/>
                </a:lnTo>
                <a:lnTo>
                  <a:pt x="186598" y="115635"/>
                </a:lnTo>
                <a:cubicBezTo>
                  <a:pt x="200114" y="125303"/>
                  <a:pt x="209096" y="138952"/>
                  <a:pt x="213077" y="153849"/>
                </a:cubicBezTo>
                <a:lnTo>
                  <a:pt x="256026" y="127293"/>
                </a:lnTo>
                <a:lnTo>
                  <a:pt x="256026" y="127293"/>
                </a:lnTo>
                <a:close/>
                <a:moveTo>
                  <a:pt x="272609" y="137514"/>
                </a:moveTo>
                <a:lnTo>
                  <a:pt x="303689" y="187720"/>
                </a:lnTo>
                <a:lnTo>
                  <a:pt x="345513" y="161831"/>
                </a:lnTo>
                <a:cubicBezTo>
                  <a:pt x="352381" y="157573"/>
                  <a:pt x="356895" y="150868"/>
                  <a:pt x="358629" y="143495"/>
                </a:cubicBezTo>
                <a:cubicBezTo>
                  <a:pt x="360372" y="136104"/>
                  <a:pt x="359324" y="128074"/>
                  <a:pt x="355067" y="121188"/>
                </a:cubicBezTo>
                <a:lnTo>
                  <a:pt x="355057" y="121178"/>
                </a:lnTo>
                <a:cubicBezTo>
                  <a:pt x="350799" y="114311"/>
                  <a:pt x="344094" y="109796"/>
                  <a:pt x="336722" y="108062"/>
                </a:cubicBezTo>
                <a:cubicBezTo>
                  <a:pt x="329330" y="106329"/>
                  <a:pt x="321301" y="107367"/>
                  <a:pt x="314414" y="111634"/>
                </a:cubicBezTo>
                <a:lnTo>
                  <a:pt x="272609" y="137514"/>
                </a:lnTo>
                <a:lnTo>
                  <a:pt x="272609" y="137514"/>
                </a:lnTo>
                <a:close/>
                <a:moveTo>
                  <a:pt x="288887" y="196883"/>
                </a:moveTo>
                <a:lnTo>
                  <a:pt x="257807" y="146677"/>
                </a:lnTo>
                <a:lnTo>
                  <a:pt x="215973" y="172566"/>
                </a:lnTo>
                <a:cubicBezTo>
                  <a:pt x="215859" y="172632"/>
                  <a:pt x="215687" y="172747"/>
                  <a:pt x="215449" y="172909"/>
                </a:cubicBezTo>
                <a:cubicBezTo>
                  <a:pt x="215249" y="185434"/>
                  <a:pt x="211630" y="198026"/>
                  <a:pt x="204362" y="209218"/>
                </a:cubicBezTo>
                <a:lnTo>
                  <a:pt x="204476" y="209494"/>
                </a:lnTo>
                <a:cubicBezTo>
                  <a:pt x="205038" y="210780"/>
                  <a:pt x="205686" y="212028"/>
                  <a:pt x="206410" y="213199"/>
                </a:cubicBezTo>
                <a:lnTo>
                  <a:pt x="206420" y="213209"/>
                </a:lnTo>
                <a:cubicBezTo>
                  <a:pt x="210677" y="220076"/>
                  <a:pt x="217383" y="224591"/>
                  <a:pt x="224755" y="226325"/>
                </a:cubicBezTo>
                <a:cubicBezTo>
                  <a:pt x="232147" y="228068"/>
                  <a:pt x="240186" y="227020"/>
                  <a:pt x="247063" y="222762"/>
                </a:cubicBezTo>
                <a:lnTo>
                  <a:pt x="288887" y="196883"/>
                </a:lnTo>
                <a:lnTo>
                  <a:pt x="288887" y="196883"/>
                </a:lnTo>
                <a:close/>
                <a:moveTo>
                  <a:pt x="124076" y="218095"/>
                </a:moveTo>
                <a:lnTo>
                  <a:pt x="183150" y="135504"/>
                </a:lnTo>
                <a:cubicBezTo>
                  <a:pt x="190808" y="143229"/>
                  <a:pt x="195628" y="152992"/>
                  <a:pt x="197333" y="163269"/>
                </a:cubicBezTo>
                <a:cubicBezTo>
                  <a:pt x="199466" y="176099"/>
                  <a:pt x="196771" y="189730"/>
                  <a:pt x="188770" y="201207"/>
                </a:cubicBezTo>
                <a:cubicBezTo>
                  <a:pt x="188503" y="201522"/>
                  <a:pt x="188274" y="201846"/>
                  <a:pt x="188065" y="202188"/>
                </a:cubicBezTo>
                <a:cubicBezTo>
                  <a:pt x="179807" y="213466"/>
                  <a:pt x="167805" y="220410"/>
                  <a:pt x="154994" y="222534"/>
                </a:cubicBezTo>
                <a:cubicBezTo>
                  <a:pt x="144688" y="224248"/>
                  <a:pt x="133868" y="222848"/>
                  <a:pt x="124076" y="218095"/>
                </a:cubicBezTo>
                <a:close/>
              </a:path>
            </a:pathLst>
          </a:custGeom>
          <a:solidFill>
            <a:srgbClr val="0082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9" name="Chevron 7">
            <a:extLst>
              <a:ext uri="{FF2B5EF4-FFF2-40B4-BE49-F238E27FC236}">
                <a16:creationId xmlns:a16="http://schemas.microsoft.com/office/drawing/2014/main" id="{957544C5-2720-F5F5-3B3F-8F05FA7E3F3C}"/>
              </a:ext>
            </a:extLst>
          </p:cNvPr>
          <p:cNvSpPr/>
          <p:nvPr/>
        </p:nvSpPr>
        <p:spPr>
          <a:xfrm>
            <a:off x="9478932" y="1644995"/>
            <a:ext cx="2039674" cy="26665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  <a:latin typeface="+mj-lt"/>
                <a:cs typeface="Poppins" pitchFamily="2" charset="77"/>
              </a:rPr>
              <a:t>Super Treaters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541FC7E-A08A-0092-AB35-6F9C3E254A6F}"/>
              </a:ext>
            </a:extLst>
          </p:cNvPr>
          <p:cNvSpPr>
            <a:spLocks/>
          </p:cNvSpPr>
          <p:nvPr/>
        </p:nvSpPr>
        <p:spPr>
          <a:xfrm>
            <a:off x="10270169" y="993594"/>
            <a:ext cx="457200" cy="484632"/>
          </a:xfrm>
          <a:custGeom>
            <a:avLst/>
            <a:gdLst>
              <a:gd name="connsiteX0" fmla="*/ 396088 w 738558"/>
              <a:gd name="connsiteY0" fmla="*/ 706745 h 857250"/>
              <a:gd name="connsiteX1" fmla="*/ 395754 w 738558"/>
              <a:gd name="connsiteY1" fmla="*/ 722490 h 857250"/>
              <a:gd name="connsiteX2" fmla="*/ 368703 w 738558"/>
              <a:gd name="connsiteY2" fmla="*/ 748417 h 857250"/>
              <a:gd name="connsiteX3" fmla="*/ 360998 w 738558"/>
              <a:gd name="connsiteY3" fmla="*/ 751513 h 857250"/>
              <a:gd name="connsiteX4" fmla="*/ 360188 w 738558"/>
              <a:gd name="connsiteY4" fmla="*/ 751484 h 857250"/>
              <a:gd name="connsiteX5" fmla="*/ 352206 w 738558"/>
              <a:gd name="connsiteY5" fmla="*/ 747217 h 857250"/>
              <a:gd name="connsiteX6" fmla="*/ 341700 w 738558"/>
              <a:gd name="connsiteY6" fmla="*/ 733711 h 857250"/>
              <a:gd name="connsiteX7" fmla="*/ 343653 w 738558"/>
              <a:gd name="connsiteY7" fmla="*/ 718090 h 857250"/>
              <a:gd name="connsiteX8" fmla="*/ 359273 w 738558"/>
              <a:gd name="connsiteY8" fmla="*/ 720042 h 857250"/>
              <a:gd name="connsiteX9" fmla="*/ 362198 w 738558"/>
              <a:gd name="connsiteY9" fmla="*/ 723805 h 857250"/>
              <a:gd name="connsiteX10" fmla="*/ 380333 w 738558"/>
              <a:gd name="connsiteY10" fmla="*/ 706422 h 857250"/>
              <a:gd name="connsiteX11" fmla="*/ 396088 w 738558"/>
              <a:gd name="connsiteY11" fmla="*/ 706745 h 857250"/>
              <a:gd name="connsiteX12" fmla="*/ 380048 w 738558"/>
              <a:gd name="connsiteY12" fmla="*/ 269157 h 857250"/>
              <a:gd name="connsiteX13" fmla="*/ 372285 w 738558"/>
              <a:gd name="connsiteY13" fmla="*/ 328689 h 857250"/>
              <a:gd name="connsiteX14" fmla="*/ 280111 w 738558"/>
              <a:gd name="connsiteY14" fmla="*/ 488337 h 857250"/>
              <a:gd name="connsiteX15" fmla="*/ 212017 w 738558"/>
              <a:gd name="connsiteY15" fmla="*/ 527561 h 857250"/>
              <a:gd name="connsiteX16" fmla="*/ 172917 w 738558"/>
              <a:gd name="connsiteY16" fmla="*/ 517065 h 857250"/>
              <a:gd name="connsiteX17" fmla="*/ 144189 w 738558"/>
              <a:gd name="connsiteY17" fmla="*/ 409861 h 857250"/>
              <a:gd name="connsiteX18" fmla="*/ 236363 w 738558"/>
              <a:gd name="connsiteY18" fmla="*/ 250212 h 857250"/>
              <a:gd name="connsiteX19" fmla="*/ 343557 w 738558"/>
              <a:gd name="connsiteY19" fmla="*/ 221485 h 857250"/>
              <a:gd name="connsiteX20" fmla="*/ 380048 w 738558"/>
              <a:gd name="connsiteY20" fmla="*/ 269157 h 857250"/>
              <a:gd name="connsiteX21" fmla="*/ 304162 w 738558"/>
              <a:gd name="connsiteY21" fmla="*/ 402155 h 857250"/>
              <a:gd name="connsiteX22" fmla="*/ 206826 w 738558"/>
              <a:gd name="connsiteY22" fmla="*/ 345910 h 857250"/>
              <a:gd name="connsiteX23" fmla="*/ 163478 w 738558"/>
              <a:gd name="connsiteY23" fmla="*/ 420986 h 857250"/>
              <a:gd name="connsiteX24" fmla="*/ 157944 w 738558"/>
              <a:gd name="connsiteY24" fmla="*/ 463620 h 857250"/>
              <a:gd name="connsiteX25" fmla="*/ 184052 w 738558"/>
              <a:gd name="connsiteY25" fmla="*/ 497767 h 857250"/>
              <a:gd name="connsiteX26" fmla="*/ 260833 w 738558"/>
              <a:gd name="connsiteY26" fmla="*/ 477193 h 857250"/>
              <a:gd name="connsiteX27" fmla="*/ 304162 w 738558"/>
              <a:gd name="connsiteY27" fmla="*/ 402155 h 857250"/>
              <a:gd name="connsiteX28" fmla="*/ 332432 w 738558"/>
              <a:gd name="connsiteY28" fmla="*/ 240773 h 857250"/>
              <a:gd name="connsiteX29" fmla="*/ 337995 w 738558"/>
              <a:gd name="connsiteY29" fmla="*/ 231134 h 857250"/>
              <a:gd name="connsiteX30" fmla="*/ 332432 w 738558"/>
              <a:gd name="connsiteY30" fmla="*/ 240773 h 857250"/>
              <a:gd name="connsiteX31" fmla="*/ 304419 w 738558"/>
              <a:gd name="connsiteY31" fmla="*/ 233258 h 857250"/>
              <a:gd name="connsiteX32" fmla="*/ 255641 w 738558"/>
              <a:gd name="connsiteY32" fmla="*/ 261347 h 857250"/>
              <a:gd name="connsiteX33" fmla="*/ 217980 w 738558"/>
              <a:gd name="connsiteY33" fmla="*/ 326584 h 857250"/>
              <a:gd name="connsiteX34" fmla="*/ 315316 w 738558"/>
              <a:gd name="connsiteY34" fmla="*/ 382829 h 857250"/>
              <a:gd name="connsiteX35" fmla="*/ 353006 w 738558"/>
              <a:gd name="connsiteY35" fmla="*/ 317554 h 857250"/>
              <a:gd name="connsiteX36" fmla="*/ 332432 w 738558"/>
              <a:gd name="connsiteY36" fmla="*/ 240773 h 857250"/>
              <a:gd name="connsiteX37" fmla="*/ 331584 w 738558"/>
              <a:gd name="connsiteY37" fmla="*/ 250574 h 857250"/>
              <a:gd name="connsiteX38" fmla="*/ 293494 w 738558"/>
              <a:gd name="connsiteY38" fmla="*/ 242964 h 857250"/>
              <a:gd name="connsiteX39" fmla="*/ 259852 w 738558"/>
              <a:gd name="connsiteY39" fmla="*/ 268834 h 857250"/>
              <a:gd name="connsiteX40" fmla="*/ 264128 w 738558"/>
              <a:gd name="connsiteY40" fmla="*/ 283988 h 857250"/>
              <a:gd name="connsiteX41" fmla="*/ 269557 w 738558"/>
              <a:gd name="connsiteY41" fmla="*/ 285407 h 857250"/>
              <a:gd name="connsiteX42" fmla="*/ 279283 w 738558"/>
              <a:gd name="connsiteY42" fmla="*/ 279711 h 857250"/>
              <a:gd name="connsiteX43" fmla="*/ 298447 w 738558"/>
              <a:gd name="connsiteY43" fmla="*/ 264671 h 857250"/>
              <a:gd name="connsiteX44" fmla="*/ 318802 w 738558"/>
              <a:gd name="connsiteY44" fmla="*/ 268796 h 857250"/>
              <a:gd name="connsiteX45" fmla="*/ 334308 w 738558"/>
              <a:gd name="connsiteY45" fmla="*/ 266081 h 857250"/>
              <a:gd name="connsiteX46" fmla="*/ 331584 w 738558"/>
              <a:gd name="connsiteY46" fmla="*/ 250574 h 857250"/>
              <a:gd name="connsiteX47" fmla="*/ 387658 w 738558"/>
              <a:gd name="connsiteY47" fmla="*/ 347434 h 857250"/>
              <a:gd name="connsiteX48" fmla="*/ 475555 w 738558"/>
              <a:gd name="connsiteY48" fmla="*/ 326384 h 857250"/>
              <a:gd name="connsiteX49" fmla="*/ 539515 w 738558"/>
              <a:gd name="connsiteY49" fmla="*/ 332394 h 857250"/>
              <a:gd name="connsiteX50" fmla="*/ 539944 w 738558"/>
              <a:gd name="connsiteY50" fmla="*/ 332508 h 857250"/>
              <a:gd name="connsiteX51" fmla="*/ 589940 w 738558"/>
              <a:gd name="connsiteY51" fmla="*/ 357321 h 857250"/>
              <a:gd name="connsiteX52" fmla="*/ 604818 w 738558"/>
              <a:gd name="connsiteY52" fmla="*/ 389172 h 857250"/>
              <a:gd name="connsiteX53" fmla="*/ 604818 w 738558"/>
              <a:gd name="connsiteY53" fmla="*/ 438093 h 857250"/>
              <a:gd name="connsiteX54" fmla="*/ 476736 w 738558"/>
              <a:gd name="connsiteY54" fmla="*/ 510483 h 857250"/>
              <a:gd name="connsiteX55" fmla="*/ 476126 w 738558"/>
              <a:gd name="connsiteY55" fmla="*/ 510502 h 857250"/>
              <a:gd name="connsiteX56" fmla="*/ 472850 w 738558"/>
              <a:gd name="connsiteY56" fmla="*/ 510521 h 857250"/>
              <a:gd name="connsiteX57" fmla="*/ 361045 w 738558"/>
              <a:gd name="connsiteY57" fmla="*/ 478479 h 857250"/>
              <a:gd name="connsiteX58" fmla="*/ 347186 w 738558"/>
              <a:gd name="connsiteY58" fmla="*/ 447456 h 857250"/>
              <a:gd name="connsiteX59" fmla="*/ 347186 w 738558"/>
              <a:gd name="connsiteY59" fmla="*/ 398526 h 857250"/>
              <a:gd name="connsiteX60" fmla="*/ 387658 w 738558"/>
              <a:gd name="connsiteY60" fmla="*/ 347434 h 857250"/>
              <a:gd name="connsiteX61" fmla="*/ 582549 w 738558"/>
              <a:gd name="connsiteY61" fmla="*/ 438074 h 857250"/>
              <a:gd name="connsiteX62" fmla="*/ 582549 w 738558"/>
              <a:gd name="connsiteY62" fmla="*/ 428568 h 857250"/>
              <a:gd name="connsiteX63" fmla="*/ 564337 w 738558"/>
              <a:gd name="connsiteY63" fmla="*/ 440246 h 857250"/>
              <a:gd name="connsiteX64" fmla="*/ 476441 w 738558"/>
              <a:gd name="connsiteY64" fmla="*/ 461296 h 857250"/>
              <a:gd name="connsiteX65" fmla="*/ 466134 w 738558"/>
              <a:gd name="connsiteY65" fmla="*/ 461505 h 857250"/>
              <a:gd name="connsiteX66" fmla="*/ 402250 w 738558"/>
              <a:gd name="connsiteY66" fmla="*/ 452399 h 857250"/>
              <a:gd name="connsiteX67" fmla="*/ 402184 w 738558"/>
              <a:gd name="connsiteY67" fmla="*/ 452380 h 857250"/>
              <a:gd name="connsiteX68" fmla="*/ 369456 w 738558"/>
              <a:gd name="connsiteY68" fmla="*/ 436521 h 857250"/>
              <a:gd name="connsiteX69" fmla="*/ 369456 w 738558"/>
              <a:gd name="connsiteY69" fmla="*/ 447446 h 857250"/>
              <a:gd name="connsiteX70" fmla="*/ 376695 w 738558"/>
              <a:gd name="connsiteY70" fmla="*/ 462629 h 857250"/>
              <a:gd name="connsiteX71" fmla="*/ 475555 w 738558"/>
              <a:gd name="connsiteY71" fmla="*/ 488232 h 857250"/>
              <a:gd name="connsiteX72" fmla="*/ 582549 w 738558"/>
              <a:gd name="connsiteY72" fmla="*/ 438074 h 857250"/>
              <a:gd name="connsiteX73" fmla="*/ 574510 w 738558"/>
              <a:gd name="connsiteY73" fmla="*/ 373361 h 857250"/>
              <a:gd name="connsiteX74" fmla="*/ 539439 w 738558"/>
              <a:gd name="connsiteY74" fmla="*/ 355368 h 857250"/>
              <a:gd name="connsiteX75" fmla="*/ 431549 w 738558"/>
              <a:gd name="connsiteY75" fmla="*/ 436521 h 857250"/>
              <a:gd name="connsiteX76" fmla="*/ 475555 w 738558"/>
              <a:gd name="connsiteY76" fmla="*/ 439045 h 857250"/>
              <a:gd name="connsiteX77" fmla="*/ 582549 w 738558"/>
              <a:gd name="connsiteY77" fmla="*/ 389153 h 857250"/>
              <a:gd name="connsiteX78" fmla="*/ 574510 w 738558"/>
              <a:gd name="connsiteY78" fmla="*/ 373361 h 857250"/>
              <a:gd name="connsiteX79" fmla="*/ 369446 w 738558"/>
              <a:gd name="connsiteY79" fmla="*/ 398526 h 857250"/>
              <a:gd name="connsiteX80" fmla="*/ 377485 w 738558"/>
              <a:gd name="connsiteY80" fmla="*/ 414318 h 857250"/>
              <a:gd name="connsiteX81" fmla="*/ 403851 w 738558"/>
              <a:gd name="connsiteY81" fmla="*/ 429492 h 857250"/>
              <a:gd name="connsiteX82" fmla="*/ 509892 w 738558"/>
              <a:gd name="connsiteY82" fmla="*/ 349729 h 857250"/>
              <a:gd name="connsiteX83" fmla="*/ 476441 w 738558"/>
              <a:gd name="connsiteY83" fmla="*/ 348634 h 857250"/>
              <a:gd name="connsiteX84" fmla="*/ 369446 w 738558"/>
              <a:gd name="connsiteY84" fmla="*/ 398526 h 857250"/>
              <a:gd name="connsiteX85" fmla="*/ 499110 w 738558"/>
              <a:gd name="connsiteY85" fmla="*/ 715061 h 857250"/>
              <a:gd name="connsiteX86" fmla="*/ 499110 w 738558"/>
              <a:gd name="connsiteY86" fmla="*/ 739769 h 857250"/>
              <a:gd name="connsiteX87" fmla="*/ 482327 w 738558"/>
              <a:gd name="connsiteY87" fmla="*/ 758676 h 857250"/>
              <a:gd name="connsiteX88" fmla="*/ 462858 w 738558"/>
              <a:gd name="connsiteY88" fmla="*/ 761009 h 857250"/>
              <a:gd name="connsiteX89" fmla="*/ 459200 w 738558"/>
              <a:gd name="connsiteY89" fmla="*/ 769830 h 857250"/>
              <a:gd name="connsiteX90" fmla="*/ 471326 w 738558"/>
              <a:gd name="connsiteY90" fmla="*/ 785251 h 857250"/>
              <a:gd name="connsiteX91" fmla="*/ 469821 w 738558"/>
              <a:gd name="connsiteY91" fmla="*/ 810492 h 857250"/>
              <a:gd name="connsiteX92" fmla="*/ 452352 w 738558"/>
              <a:gd name="connsiteY92" fmla="*/ 827961 h 857250"/>
              <a:gd name="connsiteX93" fmla="*/ 427120 w 738558"/>
              <a:gd name="connsiteY93" fmla="*/ 829466 h 857250"/>
              <a:gd name="connsiteX94" fmla="*/ 411690 w 738558"/>
              <a:gd name="connsiteY94" fmla="*/ 817340 h 857250"/>
              <a:gd name="connsiteX95" fmla="*/ 402879 w 738558"/>
              <a:gd name="connsiteY95" fmla="*/ 820998 h 857250"/>
              <a:gd name="connsiteX96" fmla="*/ 400545 w 738558"/>
              <a:gd name="connsiteY96" fmla="*/ 840476 h 857250"/>
              <a:gd name="connsiteX97" fmla="*/ 381629 w 738558"/>
              <a:gd name="connsiteY97" fmla="*/ 857250 h 857250"/>
              <a:gd name="connsiteX98" fmla="*/ 356930 w 738558"/>
              <a:gd name="connsiteY98" fmla="*/ 857250 h 857250"/>
              <a:gd name="connsiteX99" fmla="*/ 338023 w 738558"/>
              <a:gd name="connsiteY99" fmla="*/ 840467 h 857250"/>
              <a:gd name="connsiteX100" fmla="*/ 335690 w 738558"/>
              <a:gd name="connsiteY100" fmla="*/ 820988 h 857250"/>
              <a:gd name="connsiteX101" fmla="*/ 326869 w 738558"/>
              <a:gd name="connsiteY101" fmla="*/ 817331 h 857250"/>
              <a:gd name="connsiteX102" fmla="*/ 311439 w 738558"/>
              <a:gd name="connsiteY102" fmla="*/ 829456 h 857250"/>
              <a:gd name="connsiteX103" fmla="*/ 286198 w 738558"/>
              <a:gd name="connsiteY103" fmla="*/ 827951 h 857250"/>
              <a:gd name="connsiteX104" fmla="*/ 268729 w 738558"/>
              <a:gd name="connsiteY104" fmla="*/ 810482 h 857250"/>
              <a:gd name="connsiteX105" fmla="*/ 267224 w 738558"/>
              <a:gd name="connsiteY105" fmla="*/ 785241 h 857250"/>
              <a:gd name="connsiteX106" fmla="*/ 279349 w 738558"/>
              <a:gd name="connsiteY106" fmla="*/ 769811 h 857250"/>
              <a:gd name="connsiteX107" fmla="*/ 275692 w 738558"/>
              <a:gd name="connsiteY107" fmla="*/ 761000 h 857250"/>
              <a:gd name="connsiteX108" fmla="*/ 256213 w 738558"/>
              <a:gd name="connsiteY108" fmla="*/ 758666 h 857250"/>
              <a:gd name="connsiteX109" fmla="*/ 239430 w 738558"/>
              <a:gd name="connsiteY109" fmla="*/ 739759 h 857250"/>
              <a:gd name="connsiteX110" fmla="*/ 239430 w 738558"/>
              <a:gd name="connsiteY110" fmla="*/ 715051 h 857250"/>
              <a:gd name="connsiteX111" fmla="*/ 256203 w 738558"/>
              <a:gd name="connsiteY111" fmla="*/ 696144 h 857250"/>
              <a:gd name="connsiteX112" fmla="*/ 275682 w 738558"/>
              <a:gd name="connsiteY112" fmla="*/ 693811 h 857250"/>
              <a:gd name="connsiteX113" fmla="*/ 279340 w 738558"/>
              <a:gd name="connsiteY113" fmla="*/ 684990 h 857250"/>
              <a:gd name="connsiteX114" fmla="*/ 267214 w 738558"/>
              <a:gd name="connsiteY114" fmla="*/ 669560 h 857250"/>
              <a:gd name="connsiteX115" fmla="*/ 268719 w 738558"/>
              <a:gd name="connsiteY115" fmla="*/ 644319 h 857250"/>
              <a:gd name="connsiteX116" fmla="*/ 286188 w 738558"/>
              <a:gd name="connsiteY116" fmla="*/ 626850 h 857250"/>
              <a:gd name="connsiteX117" fmla="*/ 311420 w 738558"/>
              <a:gd name="connsiteY117" fmla="*/ 625335 h 857250"/>
              <a:gd name="connsiteX118" fmla="*/ 326850 w 738558"/>
              <a:gd name="connsiteY118" fmla="*/ 637461 h 857250"/>
              <a:gd name="connsiteX119" fmla="*/ 335661 w 738558"/>
              <a:gd name="connsiteY119" fmla="*/ 633803 h 857250"/>
              <a:gd name="connsiteX120" fmla="*/ 337995 w 738558"/>
              <a:gd name="connsiteY120" fmla="*/ 614324 h 857250"/>
              <a:gd name="connsiteX121" fmla="*/ 356902 w 738558"/>
              <a:gd name="connsiteY121" fmla="*/ 597541 h 857250"/>
              <a:gd name="connsiteX122" fmla="*/ 381600 w 738558"/>
              <a:gd name="connsiteY122" fmla="*/ 597541 h 857250"/>
              <a:gd name="connsiteX123" fmla="*/ 400507 w 738558"/>
              <a:gd name="connsiteY123" fmla="*/ 614324 h 857250"/>
              <a:gd name="connsiteX124" fmla="*/ 402841 w 738558"/>
              <a:gd name="connsiteY124" fmla="*/ 633803 h 857250"/>
              <a:gd name="connsiteX125" fmla="*/ 411661 w 738558"/>
              <a:gd name="connsiteY125" fmla="*/ 637461 h 857250"/>
              <a:gd name="connsiteX126" fmla="*/ 427091 w 738558"/>
              <a:gd name="connsiteY126" fmla="*/ 625335 h 857250"/>
              <a:gd name="connsiteX127" fmla="*/ 452333 w 738558"/>
              <a:gd name="connsiteY127" fmla="*/ 626840 h 857250"/>
              <a:gd name="connsiteX128" fmla="*/ 469802 w 738558"/>
              <a:gd name="connsiteY128" fmla="*/ 644309 h 857250"/>
              <a:gd name="connsiteX129" fmla="*/ 471307 w 738558"/>
              <a:gd name="connsiteY129" fmla="*/ 669541 h 857250"/>
              <a:gd name="connsiteX130" fmla="*/ 459181 w 738558"/>
              <a:gd name="connsiteY130" fmla="*/ 684971 h 857250"/>
              <a:gd name="connsiteX131" fmla="*/ 462839 w 738558"/>
              <a:gd name="connsiteY131" fmla="*/ 693782 h 857250"/>
              <a:gd name="connsiteX132" fmla="*/ 482317 w 738558"/>
              <a:gd name="connsiteY132" fmla="*/ 696116 h 857250"/>
              <a:gd name="connsiteX133" fmla="*/ 499110 w 738558"/>
              <a:gd name="connsiteY133" fmla="*/ 715061 h 857250"/>
              <a:gd name="connsiteX134" fmla="*/ 476850 w 738558"/>
              <a:gd name="connsiteY134" fmla="*/ 717918 h 857250"/>
              <a:gd name="connsiteX135" fmla="*/ 458210 w 738558"/>
              <a:gd name="connsiteY135" fmla="*/ 715680 h 857250"/>
              <a:gd name="connsiteX136" fmla="*/ 442427 w 738558"/>
              <a:gd name="connsiteY136" fmla="*/ 702840 h 857250"/>
              <a:gd name="connsiteX137" fmla="*/ 438379 w 738558"/>
              <a:gd name="connsiteY137" fmla="*/ 693087 h 857250"/>
              <a:gd name="connsiteX138" fmla="*/ 440455 w 738558"/>
              <a:gd name="connsiteY138" fmla="*/ 672827 h 857250"/>
              <a:gd name="connsiteX139" fmla="*/ 452066 w 738558"/>
              <a:gd name="connsiteY139" fmla="*/ 658054 h 857250"/>
              <a:gd name="connsiteX140" fmla="*/ 438636 w 738558"/>
              <a:gd name="connsiteY140" fmla="*/ 644623 h 857250"/>
              <a:gd name="connsiteX141" fmla="*/ 423872 w 738558"/>
              <a:gd name="connsiteY141" fmla="*/ 656225 h 857250"/>
              <a:gd name="connsiteX142" fmla="*/ 403612 w 738558"/>
              <a:gd name="connsiteY142" fmla="*/ 658301 h 857250"/>
              <a:gd name="connsiteX143" fmla="*/ 393859 w 738558"/>
              <a:gd name="connsiteY143" fmla="*/ 654263 h 857250"/>
              <a:gd name="connsiteX144" fmla="*/ 381010 w 738558"/>
              <a:gd name="connsiteY144" fmla="*/ 638470 h 857250"/>
              <a:gd name="connsiteX145" fmla="*/ 378781 w 738558"/>
              <a:gd name="connsiteY145" fmla="*/ 619839 h 857250"/>
              <a:gd name="connsiteX146" fmla="*/ 359788 w 738558"/>
              <a:gd name="connsiteY146" fmla="*/ 619839 h 857250"/>
              <a:gd name="connsiteX147" fmla="*/ 357549 w 738558"/>
              <a:gd name="connsiteY147" fmla="*/ 638480 h 857250"/>
              <a:gd name="connsiteX148" fmla="*/ 344710 w 738558"/>
              <a:gd name="connsiteY148" fmla="*/ 654272 h 857250"/>
              <a:gd name="connsiteX149" fmla="*/ 334956 w 738558"/>
              <a:gd name="connsiteY149" fmla="*/ 658311 h 857250"/>
              <a:gd name="connsiteX150" fmla="*/ 314696 w 738558"/>
              <a:gd name="connsiteY150" fmla="*/ 656244 h 857250"/>
              <a:gd name="connsiteX151" fmla="*/ 299933 w 738558"/>
              <a:gd name="connsiteY151" fmla="*/ 644633 h 857250"/>
              <a:gd name="connsiteX152" fmla="*/ 286503 w 738558"/>
              <a:gd name="connsiteY152" fmla="*/ 658063 h 857250"/>
              <a:gd name="connsiteX153" fmla="*/ 298104 w 738558"/>
              <a:gd name="connsiteY153" fmla="*/ 672827 h 857250"/>
              <a:gd name="connsiteX154" fmla="*/ 300180 w 738558"/>
              <a:gd name="connsiteY154" fmla="*/ 693087 h 857250"/>
              <a:gd name="connsiteX155" fmla="*/ 296142 w 738558"/>
              <a:gd name="connsiteY155" fmla="*/ 702840 h 857250"/>
              <a:gd name="connsiteX156" fmla="*/ 280359 w 738558"/>
              <a:gd name="connsiteY156" fmla="*/ 715689 h 857250"/>
              <a:gd name="connsiteX157" fmla="*/ 261718 w 738558"/>
              <a:gd name="connsiteY157" fmla="*/ 717928 h 857250"/>
              <a:gd name="connsiteX158" fmla="*/ 261718 w 738558"/>
              <a:gd name="connsiteY158" fmla="*/ 736921 h 857250"/>
              <a:gd name="connsiteX159" fmla="*/ 280359 w 738558"/>
              <a:gd name="connsiteY159" fmla="*/ 739159 h 857250"/>
              <a:gd name="connsiteX160" fmla="*/ 296142 w 738558"/>
              <a:gd name="connsiteY160" fmla="*/ 751999 h 857250"/>
              <a:gd name="connsiteX161" fmla="*/ 300190 w 738558"/>
              <a:gd name="connsiteY161" fmla="*/ 761743 h 857250"/>
              <a:gd name="connsiteX162" fmla="*/ 298113 w 738558"/>
              <a:gd name="connsiteY162" fmla="*/ 782003 h 857250"/>
              <a:gd name="connsiteX163" fmla="*/ 286512 w 738558"/>
              <a:gd name="connsiteY163" fmla="*/ 796766 h 857250"/>
              <a:gd name="connsiteX164" fmla="*/ 299942 w 738558"/>
              <a:gd name="connsiteY164" fmla="*/ 810197 h 857250"/>
              <a:gd name="connsiteX165" fmla="*/ 314706 w 738558"/>
              <a:gd name="connsiteY165" fmla="*/ 798595 h 857250"/>
              <a:gd name="connsiteX166" fmla="*/ 334966 w 738558"/>
              <a:gd name="connsiteY166" fmla="*/ 796519 h 857250"/>
              <a:gd name="connsiteX167" fmla="*/ 344719 w 738558"/>
              <a:gd name="connsiteY167" fmla="*/ 800557 h 857250"/>
              <a:gd name="connsiteX168" fmla="*/ 357569 w 738558"/>
              <a:gd name="connsiteY168" fmla="*/ 816350 h 857250"/>
              <a:gd name="connsiteX169" fmla="*/ 359807 w 738558"/>
              <a:gd name="connsiteY169" fmla="*/ 834990 h 857250"/>
              <a:gd name="connsiteX170" fmla="*/ 378800 w 738558"/>
              <a:gd name="connsiteY170" fmla="*/ 834990 h 857250"/>
              <a:gd name="connsiteX171" fmla="*/ 381029 w 738558"/>
              <a:gd name="connsiteY171" fmla="*/ 816350 h 857250"/>
              <a:gd name="connsiteX172" fmla="*/ 393868 w 738558"/>
              <a:gd name="connsiteY172" fmla="*/ 800557 h 857250"/>
              <a:gd name="connsiteX173" fmla="*/ 403622 w 738558"/>
              <a:gd name="connsiteY173" fmla="*/ 796509 h 857250"/>
              <a:gd name="connsiteX174" fmla="*/ 423882 w 738558"/>
              <a:gd name="connsiteY174" fmla="*/ 798586 h 857250"/>
              <a:gd name="connsiteX175" fmla="*/ 438645 w 738558"/>
              <a:gd name="connsiteY175" fmla="*/ 810187 h 857250"/>
              <a:gd name="connsiteX176" fmla="*/ 452076 w 738558"/>
              <a:gd name="connsiteY176" fmla="*/ 796757 h 857250"/>
              <a:gd name="connsiteX177" fmla="*/ 440474 w 738558"/>
              <a:gd name="connsiteY177" fmla="*/ 781993 h 857250"/>
              <a:gd name="connsiteX178" fmla="*/ 438398 w 738558"/>
              <a:gd name="connsiteY178" fmla="*/ 761733 h 857250"/>
              <a:gd name="connsiteX179" fmla="*/ 442446 w 738558"/>
              <a:gd name="connsiteY179" fmla="*/ 751980 h 857250"/>
              <a:gd name="connsiteX180" fmla="*/ 458238 w 738558"/>
              <a:gd name="connsiteY180" fmla="*/ 739130 h 857250"/>
              <a:gd name="connsiteX181" fmla="*/ 476869 w 738558"/>
              <a:gd name="connsiteY181" fmla="*/ 736892 h 857250"/>
              <a:gd name="connsiteX182" fmla="*/ 476869 w 738558"/>
              <a:gd name="connsiteY182" fmla="*/ 717918 h 857250"/>
              <a:gd name="connsiteX183" fmla="*/ 433511 w 738558"/>
              <a:gd name="connsiteY183" fmla="*/ 727415 h 857250"/>
              <a:gd name="connsiteX184" fmla="*/ 369275 w 738558"/>
              <a:gd name="connsiteY184" fmla="*/ 791651 h 857250"/>
              <a:gd name="connsiteX185" fmla="*/ 305038 w 738558"/>
              <a:gd name="connsiteY185" fmla="*/ 727415 h 857250"/>
              <a:gd name="connsiteX186" fmla="*/ 369275 w 738558"/>
              <a:gd name="connsiteY186" fmla="*/ 663178 h 857250"/>
              <a:gd name="connsiteX187" fmla="*/ 433511 w 738558"/>
              <a:gd name="connsiteY187" fmla="*/ 727415 h 857250"/>
              <a:gd name="connsiteX188" fmla="*/ 411242 w 738558"/>
              <a:gd name="connsiteY188" fmla="*/ 727415 h 857250"/>
              <a:gd name="connsiteX189" fmla="*/ 369275 w 738558"/>
              <a:gd name="connsiteY189" fmla="*/ 685448 h 857250"/>
              <a:gd name="connsiteX190" fmla="*/ 327308 w 738558"/>
              <a:gd name="connsiteY190" fmla="*/ 727415 h 857250"/>
              <a:gd name="connsiteX191" fmla="*/ 369275 w 738558"/>
              <a:gd name="connsiteY191" fmla="*/ 769382 h 857250"/>
              <a:gd name="connsiteX192" fmla="*/ 411242 w 738558"/>
              <a:gd name="connsiteY192" fmla="*/ 727415 h 857250"/>
              <a:gd name="connsiteX193" fmla="*/ 369275 w 738558"/>
              <a:gd name="connsiteY193" fmla="*/ 0 h 857250"/>
              <a:gd name="connsiteX194" fmla="*/ 0 w 738558"/>
              <a:gd name="connsiteY194" fmla="*/ 369275 h 857250"/>
              <a:gd name="connsiteX195" fmla="*/ 58055 w 738558"/>
              <a:gd name="connsiteY195" fmla="*/ 568119 h 857250"/>
              <a:gd name="connsiteX196" fmla="*/ 208740 w 738558"/>
              <a:gd name="connsiteY196" fmla="*/ 701916 h 857250"/>
              <a:gd name="connsiteX197" fmla="*/ 213579 w 738558"/>
              <a:gd name="connsiteY197" fmla="*/ 703031 h 857250"/>
              <a:gd name="connsiteX198" fmla="*/ 223609 w 738558"/>
              <a:gd name="connsiteY198" fmla="*/ 696744 h 857250"/>
              <a:gd name="connsiteX199" fmla="*/ 218427 w 738558"/>
              <a:gd name="connsiteY199" fmla="*/ 681876 h 857250"/>
              <a:gd name="connsiteX200" fmla="*/ 22260 w 738558"/>
              <a:gd name="connsiteY200" fmla="*/ 369275 h 857250"/>
              <a:gd name="connsiteX201" fmla="*/ 369275 w 738558"/>
              <a:gd name="connsiteY201" fmla="*/ 22269 h 857250"/>
              <a:gd name="connsiteX202" fmla="*/ 716280 w 738558"/>
              <a:gd name="connsiteY202" fmla="*/ 369275 h 857250"/>
              <a:gd name="connsiteX203" fmla="*/ 558175 w 738558"/>
              <a:gd name="connsiteY203" fmla="*/ 660502 h 857250"/>
              <a:gd name="connsiteX204" fmla="*/ 561384 w 738558"/>
              <a:gd name="connsiteY204" fmla="*/ 655472 h 857250"/>
              <a:gd name="connsiteX205" fmla="*/ 557984 w 738558"/>
              <a:gd name="connsiteY205" fmla="*/ 640099 h 857250"/>
              <a:gd name="connsiteX206" fmla="*/ 542611 w 738558"/>
              <a:gd name="connsiteY206" fmla="*/ 643499 h 857250"/>
              <a:gd name="connsiteX207" fmla="*/ 515579 w 738558"/>
              <a:gd name="connsiteY207" fmla="*/ 685914 h 857250"/>
              <a:gd name="connsiteX208" fmla="*/ 515341 w 738558"/>
              <a:gd name="connsiteY208" fmla="*/ 697487 h 857250"/>
              <a:gd name="connsiteX209" fmla="*/ 525504 w 738558"/>
              <a:gd name="connsiteY209" fmla="*/ 703021 h 857250"/>
              <a:gd name="connsiteX210" fmla="*/ 575739 w 738558"/>
              <a:gd name="connsiteY210" fmla="*/ 700602 h 857250"/>
              <a:gd name="connsiteX211" fmla="*/ 586321 w 738558"/>
              <a:gd name="connsiteY211" fmla="*/ 688943 h 857250"/>
              <a:gd name="connsiteX212" fmla="*/ 574662 w 738558"/>
              <a:gd name="connsiteY212" fmla="*/ 678361 h 857250"/>
              <a:gd name="connsiteX213" fmla="*/ 571176 w 738558"/>
              <a:gd name="connsiteY213" fmla="*/ 678532 h 857250"/>
              <a:gd name="connsiteX214" fmla="*/ 680990 w 738558"/>
              <a:gd name="connsiteY214" fmla="*/ 567357 h 857250"/>
              <a:gd name="connsiteX215" fmla="*/ 738559 w 738558"/>
              <a:gd name="connsiteY215" fmla="*/ 369275 h 857250"/>
              <a:gd name="connsiteX216" fmla="*/ 369275 w 738558"/>
              <a:gd name="connsiteY216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738558" h="857250">
                <a:moveTo>
                  <a:pt x="396088" y="706745"/>
                </a:moveTo>
                <a:cubicBezTo>
                  <a:pt x="400345" y="711184"/>
                  <a:pt x="400193" y="718233"/>
                  <a:pt x="395754" y="722490"/>
                </a:cubicBezTo>
                <a:lnTo>
                  <a:pt x="368703" y="748417"/>
                </a:lnTo>
                <a:cubicBezTo>
                  <a:pt x="366627" y="750408"/>
                  <a:pt x="363865" y="751513"/>
                  <a:pt x="360998" y="751513"/>
                </a:cubicBezTo>
                <a:cubicBezTo>
                  <a:pt x="360731" y="751513"/>
                  <a:pt x="360455" y="751504"/>
                  <a:pt x="360188" y="751484"/>
                </a:cubicBezTo>
                <a:cubicBezTo>
                  <a:pt x="357045" y="751256"/>
                  <a:pt x="354149" y="749703"/>
                  <a:pt x="352206" y="747217"/>
                </a:cubicBezTo>
                <a:lnTo>
                  <a:pt x="341700" y="733711"/>
                </a:lnTo>
                <a:cubicBezTo>
                  <a:pt x="337928" y="728863"/>
                  <a:pt x="338795" y="721862"/>
                  <a:pt x="343653" y="718090"/>
                </a:cubicBezTo>
                <a:cubicBezTo>
                  <a:pt x="348510" y="714318"/>
                  <a:pt x="355502" y="715194"/>
                  <a:pt x="359273" y="720042"/>
                </a:cubicBezTo>
                <a:lnTo>
                  <a:pt x="362198" y="723805"/>
                </a:lnTo>
                <a:lnTo>
                  <a:pt x="380333" y="706422"/>
                </a:lnTo>
                <a:cubicBezTo>
                  <a:pt x="384791" y="702154"/>
                  <a:pt x="391839" y="702307"/>
                  <a:pt x="396088" y="706745"/>
                </a:cubicBezTo>
                <a:close/>
                <a:moveTo>
                  <a:pt x="380048" y="269157"/>
                </a:moveTo>
                <a:cubicBezTo>
                  <a:pt x="385486" y="289455"/>
                  <a:pt x="382734" y="310591"/>
                  <a:pt x="372285" y="328689"/>
                </a:cubicBezTo>
                <a:lnTo>
                  <a:pt x="280111" y="488337"/>
                </a:lnTo>
                <a:cubicBezTo>
                  <a:pt x="265595" y="513483"/>
                  <a:pt x="239154" y="527552"/>
                  <a:pt x="212017" y="527561"/>
                </a:cubicBezTo>
                <a:cubicBezTo>
                  <a:pt x="198711" y="527561"/>
                  <a:pt x="185242" y="524180"/>
                  <a:pt x="172917" y="517065"/>
                </a:cubicBezTo>
                <a:cubicBezTo>
                  <a:pt x="135446" y="495424"/>
                  <a:pt x="122558" y="447342"/>
                  <a:pt x="144189" y="409861"/>
                </a:cubicBezTo>
                <a:lnTo>
                  <a:pt x="236363" y="250212"/>
                </a:lnTo>
                <a:cubicBezTo>
                  <a:pt x="258004" y="212741"/>
                  <a:pt x="306086" y="199854"/>
                  <a:pt x="343557" y="221485"/>
                </a:cubicBezTo>
                <a:cubicBezTo>
                  <a:pt x="361655" y="231934"/>
                  <a:pt x="374609" y="248860"/>
                  <a:pt x="380048" y="269157"/>
                </a:cubicBezTo>
                <a:close/>
                <a:moveTo>
                  <a:pt x="304162" y="402155"/>
                </a:moveTo>
                <a:cubicBezTo>
                  <a:pt x="272996" y="381152"/>
                  <a:pt x="240344" y="362283"/>
                  <a:pt x="206826" y="345910"/>
                </a:cubicBezTo>
                <a:lnTo>
                  <a:pt x="163478" y="420986"/>
                </a:lnTo>
                <a:cubicBezTo>
                  <a:pt x="156010" y="433921"/>
                  <a:pt x="154038" y="449066"/>
                  <a:pt x="157944" y="463620"/>
                </a:cubicBezTo>
                <a:cubicBezTo>
                  <a:pt x="161839" y="478174"/>
                  <a:pt x="171117" y="490299"/>
                  <a:pt x="184052" y="497767"/>
                </a:cubicBezTo>
                <a:cubicBezTo>
                  <a:pt x="210893" y="513264"/>
                  <a:pt x="245335" y="504034"/>
                  <a:pt x="260833" y="477193"/>
                </a:cubicBezTo>
                <a:lnTo>
                  <a:pt x="304162" y="402155"/>
                </a:lnTo>
                <a:close/>
                <a:moveTo>
                  <a:pt x="332432" y="240773"/>
                </a:moveTo>
                <a:lnTo>
                  <a:pt x="337995" y="231134"/>
                </a:lnTo>
                <a:lnTo>
                  <a:pt x="332432" y="240773"/>
                </a:lnTo>
                <a:cubicBezTo>
                  <a:pt x="323602" y="235677"/>
                  <a:pt x="313954" y="233258"/>
                  <a:pt x="304419" y="233258"/>
                </a:cubicBezTo>
                <a:cubicBezTo>
                  <a:pt x="284979" y="233258"/>
                  <a:pt x="266043" y="243335"/>
                  <a:pt x="255641" y="261347"/>
                </a:cubicBezTo>
                <a:lnTo>
                  <a:pt x="217980" y="326584"/>
                </a:lnTo>
                <a:cubicBezTo>
                  <a:pt x="251470" y="343024"/>
                  <a:pt x="284121" y="361883"/>
                  <a:pt x="315316" y="382829"/>
                </a:cubicBezTo>
                <a:lnTo>
                  <a:pt x="353006" y="317554"/>
                </a:lnTo>
                <a:cubicBezTo>
                  <a:pt x="368503" y="290713"/>
                  <a:pt x="359273" y="256270"/>
                  <a:pt x="332432" y="240773"/>
                </a:cubicBezTo>
                <a:close/>
                <a:moveTo>
                  <a:pt x="331584" y="250574"/>
                </a:moveTo>
                <a:cubicBezTo>
                  <a:pt x="320288" y="242640"/>
                  <a:pt x="306762" y="239935"/>
                  <a:pt x="293494" y="242964"/>
                </a:cubicBezTo>
                <a:cubicBezTo>
                  <a:pt x="279540" y="246145"/>
                  <a:pt x="267272" y="255575"/>
                  <a:pt x="259852" y="268834"/>
                </a:cubicBezTo>
                <a:cubicBezTo>
                  <a:pt x="256851" y="274196"/>
                  <a:pt x="258756" y="280978"/>
                  <a:pt x="264128" y="283988"/>
                </a:cubicBezTo>
                <a:cubicBezTo>
                  <a:pt x="265852" y="284950"/>
                  <a:pt x="267719" y="285407"/>
                  <a:pt x="269557" y="285407"/>
                </a:cubicBezTo>
                <a:cubicBezTo>
                  <a:pt x="273453" y="285407"/>
                  <a:pt x="277244" y="283359"/>
                  <a:pt x="279283" y="279711"/>
                </a:cubicBezTo>
                <a:cubicBezTo>
                  <a:pt x="283702" y="271824"/>
                  <a:pt x="290503" y="266481"/>
                  <a:pt x="298447" y="264671"/>
                </a:cubicBezTo>
                <a:cubicBezTo>
                  <a:pt x="305495" y="263061"/>
                  <a:pt x="312725" y="264528"/>
                  <a:pt x="318802" y="268796"/>
                </a:cubicBezTo>
                <a:cubicBezTo>
                  <a:pt x="323831" y="272329"/>
                  <a:pt x="330775" y="271110"/>
                  <a:pt x="334308" y="266081"/>
                </a:cubicBezTo>
                <a:cubicBezTo>
                  <a:pt x="337833" y="261052"/>
                  <a:pt x="336614" y="254108"/>
                  <a:pt x="331584" y="250574"/>
                </a:cubicBezTo>
                <a:close/>
                <a:moveTo>
                  <a:pt x="387658" y="347434"/>
                </a:moveTo>
                <a:cubicBezTo>
                  <a:pt x="411309" y="335175"/>
                  <a:pt x="442522" y="327698"/>
                  <a:pt x="475555" y="326384"/>
                </a:cubicBezTo>
                <a:cubicBezTo>
                  <a:pt x="498558" y="325469"/>
                  <a:pt x="520475" y="327631"/>
                  <a:pt x="539515" y="332394"/>
                </a:cubicBezTo>
                <a:cubicBezTo>
                  <a:pt x="539658" y="332423"/>
                  <a:pt x="539801" y="332470"/>
                  <a:pt x="539944" y="332508"/>
                </a:cubicBezTo>
                <a:cubicBezTo>
                  <a:pt x="560994" y="337823"/>
                  <a:pt x="578491" y="346310"/>
                  <a:pt x="589940" y="357321"/>
                </a:cubicBezTo>
                <a:cubicBezTo>
                  <a:pt x="599675" y="366674"/>
                  <a:pt x="604818" y="377685"/>
                  <a:pt x="604818" y="389172"/>
                </a:cubicBezTo>
                <a:lnTo>
                  <a:pt x="604818" y="438093"/>
                </a:lnTo>
                <a:cubicBezTo>
                  <a:pt x="604818" y="481898"/>
                  <a:pt x="538429" y="506320"/>
                  <a:pt x="476736" y="510483"/>
                </a:cubicBezTo>
                <a:cubicBezTo>
                  <a:pt x="476536" y="510502"/>
                  <a:pt x="476326" y="510502"/>
                  <a:pt x="476126" y="510502"/>
                </a:cubicBezTo>
                <a:cubicBezTo>
                  <a:pt x="475040" y="510521"/>
                  <a:pt x="473945" y="510521"/>
                  <a:pt x="472850" y="510521"/>
                </a:cubicBezTo>
                <a:cubicBezTo>
                  <a:pt x="433864" y="510521"/>
                  <a:pt x="385010" y="502158"/>
                  <a:pt x="361045" y="478479"/>
                </a:cubicBezTo>
                <a:cubicBezTo>
                  <a:pt x="351977" y="469516"/>
                  <a:pt x="347186" y="458791"/>
                  <a:pt x="347186" y="447456"/>
                </a:cubicBezTo>
                <a:lnTo>
                  <a:pt x="347186" y="398526"/>
                </a:lnTo>
                <a:cubicBezTo>
                  <a:pt x="347177" y="379114"/>
                  <a:pt x="361559" y="360969"/>
                  <a:pt x="387658" y="347434"/>
                </a:cubicBezTo>
                <a:close/>
                <a:moveTo>
                  <a:pt x="582549" y="438074"/>
                </a:moveTo>
                <a:lnTo>
                  <a:pt x="582549" y="428568"/>
                </a:lnTo>
                <a:cubicBezTo>
                  <a:pt x="577329" y="432740"/>
                  <a:pt x="571262" y="436664"/>
                  <a:pt x="564337" y="440246"/>
                </a:cubicBezTo>
                <a:cubicBezTo>
                  <a:pt x="540687" y="452504"/>
                  <a:pt x="509473" y="459981"/>
                  <a:pt x="476441" y="461296"/>
                </a:cubicBezTo>
                <a:cubicBezTo>
                  <a:pt x="472983" y="461429"/>
                  <a:pt x="469535" y="461505"/>
                  <a:pt x="466134" y="461505"/>
                </a:cubicBezTo>
                <a:cubicBezTo>
                  <a:pt x="442722" y="461505"/>
                  <a:pt x="420757" y="458286"/>
                  <a:pt x="402250" y="452399"/>
                </a:cubicBezTo>
                <a:cubicBezTo>
                  <a:pt x="402231" y="452390"/>
                  <a:pt x="402203" y="452390"/>
                  <a:pt x="402184" y="452380"/>
                </a:cubicBezTo>
                <a:cubicBezTo>
                  <a:pt x="389411" y="448313"/>
                  <a:pt x="378285" y="442960"/>
                  <a:pt x="369456" y="436521"/>
                </a:cubicBezTo>
                <a:lnTo>
                  <a:pt x="369456" y="447446"/>
                </a:lnTo>
                <a:cubicBezTo>
                  <a:pt x="369456" y="452847"/>
                  <a:pt x="371827" y="457819"/>
                  <a:pt x="376695" y="462629"/>
                </a:cubicBezTo>
                <a:cubicBezTo>
                  <a:pt x="392687" y="478431"/>
                  <a:pt x="432397" y="488709"/>
                  <a:pt x="475555" y="488232"/>
                </a:cubicBezTo>
                <a:cubicBezTo>
                  <a:pt x="534581" y="484184"/>
                  <a:pt x="582549" y="461715"/>
                  <a:pt x="582549" y="438074"/>
                </a:cubicBezTo>
                <a:close/>
                <a:moveTo>
                  <a:pt x="574510" y="373361"/>
                </a:moveTo>
                <a:cubicBezTo>
                  <a:pt x="566623" y="365789"/>
                  <a:pt x="554384" y="359654"/>
                  <a:pt x="539439" y="355368"/>
                </a:cubicBezTo>
                <a:lnTo>
                  <a:pt x="431549" y="436521"/>
                </a:lnTo>
                <a:cubicBezTo>
                  <a:pt x="445151" y="438741"/>
                  <a:pt x="460105" y="439664"/>
                  <a:pt x="475555" y="439045"/>
                </a:cubicBezTo>
                <a:cubicBezTo>
                  <a:pt x="538610" y="436540"/>
                  <a:pt x="582549" y="410737"/>
                  <a:pt x="582549" y="389153"/>
                </a:cubicBezTo>
                <a:cubicBezTo>
                  <a:pt x="582549" y="383800"/>
                  <a:pt x="579844" y="378485"/>
                  <a:pt x="574510" y="373361"/>
                </a:cubicBezTo>
                <a:close/>
                <a:moveTo>
                  <a:pt x="369446" y="398526"/>
                </a:moveTo>
                <a:cubicBezTo>
                  <a:pt x="369446" y="403879"/>
                  <a:pt x="372151" y="409194"/>
                  <a:pt x="377485" y="414318"/>
                </a:cubicBezTo>
                <a:cubicBezTo>
                  <a:pt x="383781" y="420367"/>
                  <a:pt x="392849" y="425491"/>
                  <a:pt x="403851" y="429492"/>
                </a:cubicBezTo>
                <a:lnTo>
                  <a:pt x="509892" y="349729"/>
                </a:lnTo>
                <a:cubicBezTo>
                  <a:pt x="499253" y="348577"/>
                  <a:pt x="487985" y="348177"/>
                  <a:pt x="476441" y="348634"/>
                </a:cubicBezTo>
                <a:cubicBezTo>
                  <a:pt x="413385" y="351139"/>
                  <a:pt x="369446" y="376942"/>
                  <a:pt x="369446" y="398526"/>
                </a:cubicBezTo>
                <a:close/>
                <a:moveTo>
                  <a:pt x="499110" y="715061"/>
                </a:moveTo>
                <a:lnTo>
                  <a:pt x="499110" y="739769"/>
                </a:lnTo>
                <a:cubicBezTo>
                  <a:pt x="499110" y="749408"/>
                  <a:pt x="491890" y="757533"/>
                  <a:pt x="482327" y="758676"/>
                </a:cubicBezTo>
                <a:lnTo>
                  <a:pt x="462858" y="761009"/>
                </a:lnTo>
                <a:cubicBezTo>
                  <a:pt x="461782" y="764000"/>
                  <a:pt x="460562" y="766953"/>
                  <a:pt x="459200" y="769830"/>
                </a:cubicBezTo>
                <a:lnTo>
                  <a:pt x="471326" y="785251"/>
                </a:lnTo>
                <a:cubicBezTo>
                  <a:pt x="477279" y="792823"/>
                  <a:pt x="476631" y="803672"/>
                  <a:pt x="469821" y="810492"/>
                </a:cubicBezTo>
                <a:lnTo>
                  <a:pt x="452352" y="827961"/>
                </a:lnTo>
                <a:cubicBezTo>
                  <a:pt x="445541" y="834771"/>
                  <a:pt x="434692" y="835419"/>
                  <a:pt x="427120" y="829466"/>
                </a:cubicBezTo>
                <a:lnTo>
                  <a:pt x="411690" y="817340"/>
                </a:lnTo>
                <a:cubicBezTo>
                  <a:pt x="408813" y="818693"/>
                  <a:pt x="405870" y="819922"/>
                  <a:pt x="402879" y="820998"/>
                </a:cubicBezTo>
                <a:lnTo>
                  <a:pt x="400545" y="840476"/>
                </a:lnTo>
                <a:cubicBezTo>
                  <a:pt x="399393" y="850040"/>
                  <a:pt x="391258" y="857250"/>
                  <a:pt x="381629" y="857250"/>
                </a:cubicBezTo>
                <a:lnTo>
                  <a:pt x="356930" y="857250"/>
                </a:lnTo>
                <a:cubicBezTo>
                  <a:pt x="347291" y="857250"/>
                  <a:pt x="339166" y="850040"/>
                  <a:pt x="338023" y="840467"/>
                </a:cubicBezTo>
                <a:lnTo>
                  <a:pt x="335690" y="820988"/>
                </a:lnTo>
                <a:cubicBezTo>
                  <a:pt x="332699" y="819912"/>
                  <a:pt x="329746" y="818693"/>
                  <a:pt x="326869" y="817331"/>
                </a:cubicBezTo>
                <a:lnTo>
                  <a:pt x="311439" y="829456"/>
                </a:lnTo>
                <a:cubicBezTo>
                  <a:pt x="303857" y="835409"/>
                  <a:pt x="293008" y="834762"/>
                  <a:pt x="286198" y="827951"/>
                </a:cubicBezTo>
                <a:lnTo>
                  <a:pt x="268729" y="810482"/>
                </a:lnTo>
                <a:cubicBezTo>
                  <a:pt x="261918" y="803672"/>
                  <a:pt x="261271" y="792823"/>
                  <a:pt x="267224" y="785241"/>
                </a:cubicBezTo>
                <a:lnTo>
                  <a:pt x="279349" y="769811"/>
                </a:lnTo>
                <a:cubicBezTo>
                  <a:pt x="277997" y="766943"/>
                  <a:pt x="276768" y="763991"/>
                  <a:pt x="275692" y="761000"/>
                </a:cubicBezTo>
                <a:lnTo>
                  <a:pt x="256213" y="758666"/>
                </a:lnTo>
                <a:cubicBezTo>
                  <a:pt x="246650" y="757523"/>
                  <a:pt x="239430" y="749389"/>
                  <a:pt x="239430" y="739759"/>
                </a:cubicBezTo>
                <a:lnTo>
                  <a:pt x="239430" y="715051"/>
                </a:lnTo>
                <a:cubicBezTo>
                  <a:pt x="239430" y="705422"/>
                  <a:pt x="246640" y="697287"/>
                  <a:pt x="256203" y="696144"/>
                </a:cubicBezTo>
                <a:lnTo>
                  <a:pt x="275682" y="693811"/>
                </a:lnTo>
                <a:cubicBezTo>
                  <a:pt x="276758" y="690820"/>
                  <a:pt x="277978" y="687877"/>
                  <a:pt x="279340" y="684990"/>
                </a:cubicBezTo>
                <a:lnTo>
                  <a:pt x="267214" y="669560"/>
                </a:lnTo>
                <a:cubicBezTo>
                  <a:pt x="261261" y="661988"/>
                  <a:pt x="261909" y="651139"/>
                  <a:pt x="268719" y="644319"/>
                </a:cubicBezTo>
                <a:lnTo>
                  <a:pt x="286188" y="626850"/>
                </a:lnTo>
                <a:cubicBezTo>
                  <a:pt x="292999" y="620039"/>
                  <a:pt x="303848" y="619392"/>
                  <a:pt x="311420" y="625335"/>
                </a:cubicBezTo>
                <a:lnTo>
                  <a:pt x="326850" y="637461"/>
                </a:lnTo>
                <a:cubicBezTo>
                  <a:pt x="329727" y="636108"/>
                  <a:pt x="332680" y="634879"/>
                  <a:pt x="335661" y="633803"/>
                </a:cubicBezTo>
                <a:lnTo>
                  <a:pt x="337995" y="614324"/>
                </a:lnTo>
                <a:cubicBezTo>
                  <a:pt x="339138" y="604761"/>
                  <a:pt x="347272" y="597541"/>
                  <a:pt x="356902" y="597541"/>
                </a:cubicBezTo>
                <a:lnTo>
                  <a:pt x="381600" y="597541"/>
                </a:lnTo>
                <a:cubicBezTo>
                  <a:pt x="391239" y="597541"/>
                  <a:pt x="399364" y="604752"/>
                  <a:pt x="400507" y="614324"/>
                </a:cubicBezTo>
                <a:lnTo>
                  <a:pt x="402841" y="633803"/>
                </a:lnTo>
                <a:cubicBezTo>
                  <a:pt x="405832" y="634879"/>
                  <a:pt x="408784" y="636099"/>
                  <a:pt x="411661" y="637461"/>
                </a:cubicBezTo>
                <a:lnTo>
                  <a:pt x="427091" y="625335"/>
                </a:lnTo>
                <a:cubicBezTo>
                  <a:pt x="434664" y="619382"/>
                  <a:pt x="445513" y="620030"/>
                  <a:pt x="452333" y="626840"/>
                </a:cubicBezTo>
                <a:lnTo>
                  <a:pt x="469802" y="644309"/>
                </a:lnTo>
                <a:cubicBezTo>
                  <a:pt x="476612" y="651120"/>
                  <a:pt x="477260" y="661968"/>
                  <a:pt x="471307" y="669541"/>
                </a:cubicBezTo>
                <a:lnTo>
                  <a:pt x="459181" y="684971"/>
                </a:lnTo>
                <a:cubicBezTo>
                  <a:pt x="460534" y="687848"/>
                  <a:pt x="461762" y="690791"/>
                  <a:pt x="462839" y="693782"/>
                </a:cubicBezTo>
                <a:lnTo>
                  <a:pt x="482317" y="696116"/>
                </a:lnTo>
                <a:cubicBezTo>
                  <a:pt x="491900" y="697297"/>
                  <a:pt x="499110" y="705431"/>
                  <a:pt x="499110" y="715061"/>
                </a:cubicBezTo>
                <a:close/>
                <a:moveTo>
                  <a:pt x="476850" y="717918"/>
                </a:moveTo>
                <a:lnTo>
                  <a:pt x="458210" y="715680"/>
                </a:lnTo>
                <a:cubicBezTo>
                  <a:pt x="450837" y="714804"/>
                  <a:pt x="444789" y="709879"/>
                  <a:pt x="442427" y="702840"/>
                </a:cubicBezTo>
                <a:cubicBezTo>
                  <a:pt x="441312" y="699516"/>
                  <a:pt x="439950" y="696239"/>
                  <a:pt x="438379" y="693087"/>
                </a:cubicBezTo>
                <a:cubicBezTo>
                  <a:pt x="435064" y="686429"/>
                  <a:pt x="435864" y="678666"/>
                  <a:pt x="440455" y="672827"/>
                </a:cubicBezTo>
                <a:lnTo>
                  <a:pt x="452066" y="658054"/>
                </a:lnTo>
                <a:lnTo>
                  <a:pt x="438636" y="644623"/>
                </a:lnTo>
                <a:lnTo>
                  <a:pt x="423872" y="656225"/>
                </a:lnTo>
                <a:cubicBezTo>
                  <a:pt x="418033" y="660816"/>
                  <a:pt x="410270" y="661616"/>
                  <a:pt x="403612" y="658301"/>
                </a:cubicBezTo>
                <a:cubicBezTo>
                  <a:pt x="400460" y="656730"/>
                  <a:pt x="397183" y="655377"/>
                  <a:pt x="393859" y="654263"/>
                </a:cubicBezTo>
                <a:cubicBezTo>
                  <a:pt x="386810" y="651901"/>
                  <a:pt x="381895" y="645843"/>
                  <a:pt x="381010" y="638470"/>
                </a:cubicBezTo>
                <a:lnTo>
                  <a:pt x="378781" y="619839"/>
                </a:lnTo>
                <a:lnTo>
                  <a:pt x="359788" y="619839"/>
                </a:lnTo>
                <a:lnTo>
                  <a:pt x="357549" y="638480"/>
                </a:lnTo>
                <a:cubicBezTo>
                  <a:pt x="356664" y="645852"/>
                  <a:pt x="351749" y="651901"/>
                  <a:pt x="344710" y="654272"/>
                </a:cubicBezTo>
                <a:cubicBezTo>
                  <a:pt x="341386" y="655387"/>
                  <a:pt x="338109" y="656749"/>
                  <a:pt x="334956" y="658311"/>
                </a:cubicBezTo>
                <a:cubicBezTo>
                  <a:pt x="328298" y="661626"/>
                  <a:pt x="320535" y="660835"/>
                  <a:pt x="314696" y="656244"/>
                </a:cubicBezTo>
                <a:lnTo>
                  <a:pt x="299933" y="644633"/>
                </a:lnTo>
                <a:lnTo>
                  <a:pt x="286503" y="658063"/>
                </a:lnTo>
                <a:lnTo>
                  <a:pt x="298104" y="672827"/>
                </a:lnTo>
                <a:cubicBezTo>
                  <a:pt x="302695" y="678675"/>
                  <a:pt x="303495" y="686438"/>
                  <a:pt x="300180" y="693087"/>
                </a:cubicBezTo>
                <a:cubicBezTo>
                  <a:pt x="298609" y="696239"/>
                  <a:pt x="297256" y="699516"/>
                  <a:pt x="296142" y="702840"/>
                </a:cubicBezTo>
                <a:cubicBezTo>
                  <a:pt x="293770" y="709879"/>
                  <a:pt x="287722" y="714804"/>
                  <a:pt x="280359" y="715689"/>
                </a:cubicBezTo>
                <a:lnTo>
                  <a:pt x="261718" y="717928"/>
                </a:lnTo>
                <a:lnTo>
                  <a:pt x="261718" y="736921"/>
                </a:lnTo>
                <a:lnTo>
                  <a:pt x="280359" y="739159"/>
                </a:lnTo>
                <a:cubicBezTo>
                  <a:pt x="287731" y="740045"/>
                  <a:pt x="293780" y="744969"/>
                  <a:pt x="296142" y="751999"/>
                </a:cubicBezTo>
                <a:cubicBezTo>
                  <a:pt x="297256" y="755323"/>
                  <a:pt x="298618" y="758609"/>
                  <a:pt x="300190" y="761743"/>
                </a:cubicBezTo>
                <a:cubicBezTo>
                  <a:pt x="303505" y="768401"/>
                  <a:pt x="302705" y="776164"/>
                  <a:pt x="298113" y="782003"/>
                </a:cubicBezTo>
                <a:lnTo>
                  <a:pt x="286512" y="796766"/>
                </a:lnTo>
                <a:lnTo>
                  <a:pt x="299942" y="810197"/>
                </a:lnTo>
                <a:lnTo>
                  <a:pt x="314706" y="798595"/>
                </a:lnTo>
                <a:cubicBezTo>
                  <a:pt x="320545" y="794004"/>
                  <a:pt x="328308" y="793204"/>
                  <a:pt x="334966" y="796519"/>
                </a:cubicBezTo>
                <a:cubicBezTo>
                  <a:pt x="338109" y="798090"/>
                  <a:pt x="341395" y="799443"/>
                  <a:pt x="344719" y="800557"/>
                </a:cubicBezTo>
                <a:cubicBezTo>
                  <a:pt x="351758" y="802919"/>
                  <a:pt x="356683" y="808977"/>
                  <a:pt x="357569" y="816350"/>
                </a:cubicBezTo>
                <a:lnTo>
                  <a:pt x="359807" y="834990"/>
                </a:lnTo>
                <a:lnTo>
                  <a:pt x="378800" y="834990"/>
                </a:lnTo>
                <a:lnTo>
                  <a:pt x="381029" y="816350"/>
                </a:lnTo>
                <a:cubicBezTo>
                  <a:pt x="381914" y="808977"/>
                  <a:pt x="386839" y="802929"/>
                  <a:pt x="393868" y="800557"/>
                </a:cubicBezTo>
                <a:cubicBezTo>
                  <a:pt x="397193" y="799443"/>
                  <a:pt x="400469" y="798081"/>
                  <a:pt x="403622" y="796509"/>
                </a:cubicBezTo>
                <a:cubicBezTo>
                  <a:pt x="410280" y="793194"/>
                  <a:pt x="418043" y="793995"/>
                  <a:pt x="423882" y="798586"/>
                </a:cubicBezTo>
                <a:lnTo>
                  <a:pt x="438645" y="810187"/>
                </a:lnTo>
                <a:lnTo>
                  <a:pt x="452076" y="796757"/>
                </a:lnTo>
                <a:lnTo>
                  <a:pt x="440474" y="781993"/>
                </a:lnTo>
                <a:cubicBezTo>
                  <a:pt x="435883" y="776154"/>
                  <a:pt x="435083" y="768391"/>
                  <a:pt x="438398" y="761733"/>
                </a:cubicBezTo>
                <a:cubicBezTo>
                  <a:pt x="439969" y="758590"/>
                  <a:pt x="441322" y="755304"/>
                  <a:pt x="442446" y="751980"/>
                </a:cubicBezTo>
                <a:cubicBezTo>
                  <a:pt x="444808" y="744941"/>
                  <a:pt x="450866" y="740016"/>
                  <a:pt x="458238" y="739130"/>
                </a:cubicBezTo>
                <a:lnTo>
                  <a:pt x="476869" y="736892"/>
                </a:lnTo>
                <a:lnTo>
                  <a:pt x="476869" y="717918"/>
                </a:lnTo>
                <a:close/>
                <a:moveTo>
                  <a:pt x="433511" y="727415"/>
                </a:moveTo>
                <a:cubicBezTo>
                  <a:pt x="433511" y="762838"/>
                  <a:pt x="404698" y="791651"/>
                  <a:pt x="369275" y="791651"/>
                </a:cubicBezTo>
                <a:cubicBezTo>
                  <a:pt x="333851" y="791651"/>
                  <a:pt x="305038" y="762838"/>
                  <a:pt x="305038" y="727415"/>
                </a:cubicBezTo>
                <a:cubicBezTo>
                  <a:pt x="305038" y="691991"/>
                  <a:pt x="333851" y="663178"/>
                  <a:pt x="369275" y="663178"/>
                </a:cubicBezTo>
                <a:cubicBezTo>
                  <a:pt x="404698" y="663178"/>
                  <a:pt x="433511" y="691991"/>
                  <a:pt x="433511" y="727415"/>
                </a:cubicBezTo>
                <a:close/>
                <a:moveTo>
                  <a:pt x="411242" y="727415"/>
                </a:moveTo>
                <a:cubicBezTo>
                  <a:pt x="411242" y="704269"/>
                  <a:pt x="392411" y="685448"/>
                  <a:pt x="369275" y="685448"/>
                </a:cubicBezTo>
                <a:cubicBezTo>
                  <a:pt x="346139" y="685448"/>
                  <a:pt x="327308" y="704279"/>
                  <a:pt x="327308" y="727415"/>
                </a:cubicBezTo>
                <a:cubicBezTo>
                  <a:pt x="327308" y="750561"/>
                  <a:pt x="346139" y="769382"/>
                  <a:pt x="369275" y="769382"/>
                </a:cubicBezTo>
                <a:cubicBezTo>
                  <a:pt x="392411" y="769382"/>
                  <a:pt x="411242" y="750561"/>
                  <a:pt x="411242" y="727415"/>
                </a:cubicBezTo>
                <a:close/>
                <a:moveTo>
                  <a:pt x="369275" y="0"/>
                </a:moveTo>
                <a:cubicBezTo>
                  <a:pt x="165659" y="0"/>
                  <a:pt x="0" y="165659"/>
                  <a:pt x="0" y="369275"/>
                </a:cubicBezTo>
                <a:cubicBezTo>
                  <a:pt x="0" y="440036"/>
                  <a:pt x="20079" y="508797"/>
                  <a:pt x="58055" y="568119"/>
                </a:cubicBezTo>
                <a:cubicBezTo>
                  <a:pt x="95031" y="625869"/>
                  <a:pt x="147133" y="672141"/>
                  <a:pt x="208740" y="701916"/>
                </a:cubicBezTo>
                <a:cubicBezTo>
                  <a:pt x="210302" y="702669"/>
                  <a:pt x="211950" y="703031"/>
                  <a:pt x="213579" y="703031"/>
                </a:cubicBezTo>
                <a:cubicBezTo>
                  <a:pt x="217713" y="703031"/>
                  <a:pt x="221685" y="700716"/>
                  <a:pt x="223609" y="696744"/>
                </a:cubicBezTo>
                <a:cubicBezTo>
                  <a:pt x="226285" y="691210"/>
                  <a:pt x="223971" y="684552"/>
                  <a:pt x="218427" y="681876"/>
                </a:cubicBezTo>
                <a:cubicBezTo>
                  <a:pt x="99260" y="624269"/>
                  <a:pt x="22260" y="501558"/>
                  <a:pt x="22260" y="369275"/>
                </a:cubicBezTo>
                <a:cubicBezTo>
                  <a:pt x="22269" y="177937"/>
                  <a:pt x="177937" y="22269"/>
                  <a:pt x="369275" y="22269"/>
                </a:cubicBezTo>
                <a:cubicBezTo>
                  <a:pt x="560613" y="22269"/>
                  <a:pt x="716280" y="177937"/>
                  <a:pt x="716280" y="369275"/>
                </a:cubicBezTo>
                <a:cubicBezTo>
                  <a:pt x="716280" y="488737"/>
                  <a:pt x="656644" y="596922"/>
                  <a:pt x="558175" y="660502"/>
                </a:cubicBezTo>
                <a:lnTo>
                  <a:pt x="561384" y="655472"/>
                </a:lnTo>
                <a:cubicBezTo>
                  <a:pt x="564690" y="650291"/>
                  <a:pt x="563166" y="643404"/>
                  <a:pt x="557984" y="640099"/>
                </a:cubicBezTo>
                <a:cubicBezTo>
                  <a:pt x="552802" y="636794"/>
                  <a:pt x="545916" y="638318"/>
                  <a:pt x="542611" y="643499"/>
                </a:cubicBezTo>
                <a:lnTo>
                  <a:pt x="515579" y="685914"/>
                </a:lnTo>
                <a:cubicBezTo>
                  <a:pt x="513340" y="689420"/>
                  <a:pt x="513245" y="693887"/>
                  <a:pt x="515341" y="697487"/>
                </a:cubicBezTo>
                <a:cubicBezTo>
                  <a:pt x="517427" y="701088"/>
                  <a:pt x="521341" y="703221"/>
                  <a:pt x="525504" y="703021"/>
                </a:cubicBezTo>
                <a:lnTo>
                  <a:pt x="575739" y="700602"/>
                </a:lnTo>
                <a:cubicBezTo>
                  <a:pt x="581882" y="700307"/>
                  <a:pt x="586616" y="695087"/>
                  <a:pt x="586321" y="688943"/>
                </a:cubicBezTo>
                <a:cubicBezTo>
                  <a:pt x="586026" y="682800"/>
                  <a:pt x="580815" y="678056"/>
                  <a:pt x="574662" y="678361"/>
                </a:cubicBezTo>
                <a:lnTo>
                  <a:pt x="571176" y="678532"/>
                </a:lnTo>
                <a:cubicBezTo>
                  <a:pt x="615096" y="649824"/>
                  <a:pt x="652567" y="611991"/>
                  <a:pt x="680990" y="567357"/>
                </a:cubicBezTo>
                <a:cubicBezTo>
                  <a:pt x="718652" y="508216"/>
                  <a:pt x="738559" y="439722"/>
                  <a:pt x="738559" y="369275"/>
                </a:cubicBezTo>
                <a:cubicBezTo>
                  <a:pt x="738549" y="165659"/>
                  <a:pt x="572891" y="0"/>
                  <a:pt x="369275" y="0"/>
                </a:cubicBezTo>
                <a:close/>
              </a:path>
            </a:pathLst>
          </a:custGeom>
          <a:solidFill>
            <a:srgbClr val="ED7C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6" name="Chevron 4">
            <a:extLst>
              <a:ext uri="{FF2B5EF4-FFF2-40B4-BE49-F238E27FC236}">
                <a16:creationId xmlns:a16="http://schemas.microsoft.com/office/drawing/2014/main" id="{8D5781F4-9B3A-A022-AAE7-AE588A60BF6C}"/>
              </a:ext>
            </a:extLst>
          </p:cNvPr>
          <p:cNvSpPr/>
          <p:nvPr/>
        </p:nvSpPr>
        <p:spPr>
          <a:xfrm>
            <a:off x="2885290" y="1644995"/>
            <a:ext cx="2039674" cy="26665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  <a:latin typeface="+mj-lt"/>
                <a:cs typeface="Poppins" pitchFamily="2" charset="77"/>
              </a:rPr>
              <a:t>Key Influencers</a:t>
            </a:r>
          </a:p>
        </p:txBody>
      </p:sp>
      <p:sp>
        <p:nvSpPr>
          <p:cNvPr id="12" name="Freeform 945">
            <a:extLst>
              <a:ext uri="{FF2B5EF4-FFF2-40B4-BE49-F238E27FC236}">
                <a16:creationId xmlns:a16="http://schemas.microsoft.com/office/drawing/2014/main" id="{19641045-52D8-F72E-2CA5-65456FE177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9698" y="992905"/>
            <a:ext cx="390858" cy="486011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E903FE-F6B6-92E5-FFBA-262D541B0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917" y="2207417"/>
            <a:ext cx="1749704" cy="16887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E545699-2D99-A1CF-F8B8-2A60B3E81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036" y="2207417"/>
            <a:ext cx="1749704" cy="168873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46F0EB-6B3B-2629-AD09-D33D11403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156" y="2207417"/>
            <a:ext cx="1749704" cy="1688738"/>
          </a:xfrm>
          <a:prstGeom prst="rect">
            <a:avLst/>
          </a:prstGeom>
        </p:spPr>
      </p:pic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D86B4C80-3E92-D266-C558-7FF0F44EA8A9}"/>
              </a:ext>
            </a:extLst>
          </p:cNvPr>
          <p:cNvGraphicFramePr>
            <a:graphicFrameLocks/>
          </p:cNvGraphicFramePr>
          <p:nvPr/>
        </p:nvGraphicFramePr>
        <p:xfrm>
          <a:off x="832477" y="2207068"/>
          <a:ext cx="1749540" cy="1689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60" name="Picture 59">
            <a:extLst>
              <a:ext uri="{FF2B5EF4-FFF2-40B4-BE49-F238E27FC236}">
                <a16:creationId xmlns:a16="http://schemas.microsoft.com/office/drawing/2014/main" id="{81C0ECE8-574B-7B38-1291-656AEEB75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0275" y="2207417"/>
            <a:ext cx="1749704" cy="168873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85BCADD-9F19-BEEA-1ED2-EFF0CDE03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7880" y="3773054"/>
            <a:ext cx="2695951" cy="476316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C12A8574-D9DC-084E-D734-D48660D61D98}"/>
              </a:ext>
            </a:extLst>
          </p:cNvPr>
          <p:cNvGrpSpPr/>
          <p:nvPr/>
        </p:nvGrpSpPr>
        <p:grpSpPr>
          <a:xfrm>
            <a:off x="1" y="2729632"/>
            <a:ext cx="1021976" cy="426894"/>
            <a:chOff x="-6266" y="3696091"/>
            <a:chExt cx="1707243" cy="568195"/>
          </a:xfrm>
        </p:grpSpPr>
        <p:sp>
          <p:nvSpPr>
            <p:cNvPr id="67" name="Title 1">
              <a:extLst>
                <a:ext uri="{FF2B5EF4-FFF2-40B4-BE49-F238E27FC236}">
                  <a16:creationId xmlns:a16="http://schemas.microsoft.com/office/drawing/2014/main" id="{40C4B0DA-EC41-243D-33FA-26B286716D7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itle 1">
              <a:extLst>
                <a:ext uri="{FF2B5EF4-FFF2-40B4-BE49-F238E27FC236}">
                  <a16:creationId xmlns:a16="http://schemas.microsoft.com/office/drawing/2014/main" id="{783F7BEF-AE92-5540-2C49-AE48BE01026D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Specialty Mix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1B587559-60D5-1130-58BC-C6F85FACE88E}"/>
              </a:ext>
            </a:extLst>
          </p:cNvPr>
          <p:cNvGraphicFramePr>
            <a:graphicFrameLocks noGrp="1"/>
          </p:cNvGraphicFramePr>
          <p:nvPr/>
        </p:nvGraphicFramePr>
        <p:xfrm>
          <a:off x="1181896" y="4436415"/>
          <a:ext cx="10336710" cy="1754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67342">
                  <a:extLst>
                    <a:ext uri="{9D8B030D-6E8A-4147-A177-3AD203B41FA5}">
                      <a16:colId xmlns:a16="http://schemas.microsoft.com/office/drawing/2014/main" val="1040189262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798584100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916637611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975080040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1852653959"/>
                    </a:ext>
                  </a:extLst>
                </a:gridCol>
              </a:tblGrid>
              <a:tr h="438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33945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79707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(53%)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(50%</a:t>
                      </a:r>
                      <a:r>
                        <a:rPr kumimoji="1" lang="en-US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|</a:t>
                      </a:r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(40%)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(45%</a:t>
                      </a:r>
                      <a:r>
                        <a:rPr kumimoji="1" lang="en-US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|</a:t>
                      </a:r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</a:br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(42%)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(73%</a:t>
                      </a:r>
                      <a:r>
                        <a:rPr kumimoji="1" lang="en-U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Innovators </a:t>
                      </a:r>
                      <a:r>
                        <a:rPr lang="en-I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(75%</a:t>
                      </a:r>
                      <a:r>
                        <a:rPr lang="en-U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IN" sz="12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10687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~3 pts/HCP receiving referrals vs market avg. &lt;2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~9 pts/HCP managed vs market avg. ~2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~12 pts/HCP managed vs market avg. ~2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~16 pts/HCP receiving NT diagnosis vs market avg. ~1</a:t>
                      </a:r>
                      <a:endParaRPr kumimoji="1" lang="en-I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~7 pts/HCP receiving NT treatments vs market avg. &lt;1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18188"/>
                  </a:ext>
                </a:extLst>
              </a:tr>
            </a:tbl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4F61F82A-B052-8440-A6F0-8F89868C08A1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 dirty="0"/>
              <a:t>* Amongst target list HCPs who are part of Referral Universe : N=7585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429FA32-D4B9-CF15-1A3E-F10D6A920181}"/>
              </a:ext>
            </a:extLst>
          </p:cNvPr>
          <p:cNvGrpSpPr/>
          <p:nvPr/>
        </p:nvGrpSpPr>
        <p:grpSpPr>
          <a:xfrm>
            <a:off x="1" y="4407635"/>
            <a:ext cx="1021976" cy="426894"/>
            <a:chOff x="-6266" y="3696091"/>
            <a:chExt cx="1707243" cy="568195"/>
          </a:xfrm>
        </p:grpSpPr>
        <p:sp>
          <p:nvSpPr>
            <p:cNvPr id="75" name="Title 1">
              <a:extLst>
                <a:ext uri="{FF2B5EF4-FFF2-40B4-BE49-F238E27FC236}">
                  <a16:creationId xmlns:a16="http://schemas.microsoft.com/office/drawing/2014/main" id="{7671ECD0-8D69-2221-471D-7ECB0F0CE5E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Title 1">
              <a:extLst>
                <a:ext uri="{FF2B5EF4-FFF2-40B4-BE49-F238E27FC236}">
                  <a16:creationId xmlns:a16="http://schemas.microsoft.com/office/drawing/2014/main" id="{48630E26-E8F5-EA90-B181-437D6FC1B947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% of Target List Covered*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CA6EBBE-507F-6AED-FE92-AF7354C7790F}"/>
              </a:ext>
            </a:extLst>
          </p:cNvPr>
          <p:cNvGrpSpPr/>
          <p:nvPr/>
        </p:nvGrpSpPr>
        <p:grpSpPr>
          <a:xfrm>
            <a:off x="1" y="4858468"/>
            <a:ext cx="1021976" cy="426894"/>
            <a:chOff x="-6266" y="3696091"/>
            <a:chExt cx="1707243" cy="568195"/>
          </a:xfrm>
        </p:grpSpPr>
        <p:sp>
          <p:nvSpPr>
            <p:cNvPr id="78" name="Title 1">
              <a:extLst>
                <a:ext uri="{FF2B5EF4-FFF2-40B4-BE49-F238E27FC236}">
                  <a16:creationId xmlns:a16="http://schemas.microsoft.com/office/drawing/2014/main" id="{130972D2-A8C8-E1E2-84EA-AD147F74C8F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Title 1">
              <a:extLst>
                <a:ext uri="{FF2B5EF4-FFF2-40B4-BE49-F238E27FC236}">
                  <a16:creationId xmlns:a16="http://schemas.microsoft.com/office/drawing/2014/main" id="{39C9F1C5-0F0B-1F8D-DDCB-41970AAD520A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% of Decile 6-10 Covered*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553E8A-27FE-5512-13E7-B6894183D76B}"/>
              </a:ext>
            </a:extLst>
          </p:cNvPr>
          <p:cNvGrpSpPr/>
          <p:nvPr/>
        </p:nvGrpSpPr>
        <p:grpSpPr>
          <a:xfrm>
            <a:off x="1" y="5309301"/>
            <a:ext cx="1021976" cy="435475"/>
            <a:chOff x="-6266" y="3696091"/>
            <a:chExt cx="1707243" cy="568195"/>
          </a:xfrm>
        </p:grpSpPr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D6F25D2F-C98C-F8E6-EC14-EEACEC5AFF6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Title 1">
              <a:extLst>
                <a:ext uri="{FF2B5EF4-FFF2-40B4-BE49-F238E27FC236}">
                  <a16:creationId xmlns:a16="http://schemas.microsoft.com/office/drawing/2014/main" id="{37A38161-6F37-CB08-B153-1A1FD50BDF57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0" tIns="72000" rIns="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Primary Attitudinal Segment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34272D7-1553-FF25-3729-E1952990A4B1}"/>
              </a:ext>
            </a:extLst>
          </p:cNvPr>
          <p:cNvGrpSpPr/>
          <p:nvPr/>
        </p:nvGrpSpPr>
        <p:grpSpPr>
          <a:xfrm>
            <a:off x="1" y="5768715"/>
            <a:ext cx="1021976" cy="435475"/>
            <a:chOff x="-6266" y="3696091"/>
            <a:chExt cx="1707243" cy="568195"/>
          </a:xfrm>
        </p:grpSpPr>
        <p:sp>
          <p:nvSpPr>
            <p:cNvPr id="84" name="Title 1">
              <a:extLst>
                <a:ext uri="{FF2B5EF4-FFF2-40B4-BE49-F238E27FC236}">
                  <a16:creationId xmlns:a16="http://schemas.microsoft.com/office/drawing/2014/main" id="{BCE88A9D-00BA-30CA-3E7C-4B8574D8A8C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Title 1">
              <a:extLst>
                <a:ext uri="{FF2B5EF4-FFF2-40B4-BE49-F238E27FC236}">
                  <a16:creationId xmlns:a16="http://schemas.microsoft.com/office/drawing/2014/main" id="{C300C018-EB33-043A-7A28-FBDC568EBEB5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0" tIns="72000" rIns="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patient referral insights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Pentagon 3">
            <a:extLst>
              <a:ext uri="{FF2B5EF4-FFF2-40B4-BE49-F238E27FC236}">
                <a16:creationId xmlns:a16="http://schemas.microsoft.com/office/drawing/2014/main" id="{59186B3C-729C-B5EA-3476-AD3E01518759}"/>
              </a:ext>
            </a:extLst>
          </p:cNvPr>
          <p:cNvSpPr/>
          <p:nvPr/>
        </p:nvSpPr>
        <p:spPr>
          <a:xfrm>
            <a:off x="1344550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(n=549)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05139D5A-000D-F8EB-8965-ACB67A04CCEE}"/>
              </a:ext>
            </a:extLst>
          </p:cNvPr>
          <p:cNvSpPr/>
          <p:nvPr/>
        </p:nvSpPr>
        <p:spPr>
          <a:xfrm>
            <a:off x="3464197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(n=1271)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1" name="Pentagon 3">
            <a:extLst>
              <a:ext uri="{FF2B5EF4-FFF2-40B4-BE49-F238E27FC236}">
                <a16:creationId xmlns:a16="http://schemas.microsoft.com/office/drawing/2014/main" id="{70F8B20F-106D-FD86-F5EC-E9AF53FE5C54}"/>
              </a:ext>
            </a:extLst>
          </p:cNvPr>
          <p:cNvSpPr/>
          <p:nvPr/>
        </p:nvSpPr>
        <p:spPr>
          <a:xfrm>
            <a:off x="5662079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(n=280)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5" name="Pentagon 3">
            <a:extLst>
              <a:ext uri="{FF2B5EF4-FFF2-40B4-BE49-F238E27FC236}">
                <a16:creationId xmlns:a16="http://schemas.microsoft.com/office/drawing/2014/main" id="{943EDCC6-0B0A-40C1-EE3C-8A357E324E27}"/>
              </a:ext>
            </a:extLst>
          </p:cNvPr>
          <p:cNvSpPr/>
          <p:nvPr/>
        </p:nvSpPr>
        <p:spPr>
          <a:xfrm>
            <a:off x="7859959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(n=717)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6" name="Pentagon 3">
            <a:extLst>
              <a:ext uri="{FF2B5EF4-FFF2-40B4-BE49-F238E27FC236}">
                <a16:creationId xmlns:a16="http://schemas.microsoft.com/office/drawing/2014/main" id="{CC7E3AC5-8C6B-46FE-22EF-A98656775A9A}"/>
              </a:ext>
            </a:extLst>
          </p:cNvPr>
          <p:cNvSpPr/>
          <p:nvPr/>
        </p:nvSpPr>
        <p:spPr>
          <a:xfrm>
            <a:off x="10057840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(n=315)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4756514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2EAC-45C4-94E3-03C2-FADBD253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40CDF0-FAFE-5E25-CF63-D6F7BAC8F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3" y="161605"/>
            <a:ext cx="10111766" cy="685801"/>
          </a:xfrm>
        </p:spPr>
        <p:txBody>
          <a:bodyPr>
            <a:noAutofit/>
          </a:bodyPr>
          <a:lstStyle/>
          <a:p>
            <a:r>
              <a:rPr lang="en-US" sz="2000" noProof="0" dirty="0">
                <a:latin typeface="+mj-lt"/>
              </a:rPr>
              <a:t>Innovators are the most represented group in the identified set of personas followed by </a:t>
            </a:r>
            <a:r>
              <a:rPr lang="en-US" sz="2000" noProof="0">
                <a:latin typeface="+mj-lt"/>
              </a:rPr>
              <a:t>Holistic Treaters</a:t>
            </a:r>
            <a:endParaRPr lang="en-US" sz="2000" noProof="0" dirty="0">
              <a:latin typeface="+mj-lt"/>
            </a:endParaRPr>
          </a:p>
        </p:txBody>
      </p: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589DD694-0577-EB41-AE93-43352A793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13</a:t>
            </a:fld>
            <a:endParaRPr lang="ja-JP" alt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A56DD6-7775-2E0F-0326-E18E63882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89329"/>
              </p:ext>
            </p:extLst>
          </p:nvPr>
        </p:nvGraphicFramePr>
        <p:xfrm>
          <a:off x="311150" y="1371981"/>
          <a:ext cx="11365738" cy="420585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91548">
                  <a:extLst>
                    <a:ext uri="{9D8B030D-6E8A-4147-A177-3AD203B41FA5}">
                      <a16:colId xmlns:a16="http://schemas.microsoft.com/office/drawing/2014/main" val="375951651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2899241206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1538156644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3045201847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3086766727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3629152780"/>
                    </a:ext>
                  </a:extLst>
                </a:gridCol>
              </a:tblGrid>
              <a:tr h="410954">
                <a:tc>
                  <a:txBody>
                    <a:bodyPr/>
                    <a:lstStyle/>
                    <a:p>
                      <a:pPr marL="0" algn="l" defTabSz="914150" rtl="0" eaLnBrk="1" fontAlgn="b" latinLnBrk="0" hangingPunct="1">
                        <a:buNone/>
                      </a:pPr>
                      <a:r>
                        <a:rPr kumimoji="1" lang="en-US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Personas</a:t>
                      </a:r>
                      <a:endParaRPr kumimoji="1" lang="en-IN" sz="1200" b="1" i="0" u="none" strike="noStrike" kern="1200" dirty="0"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N-Size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Holistic Treaters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Traditionalists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Innovators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Off-Target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75111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Super Treaters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(68)</a:t>
                      </a:r>
                      <a:endParaRPr lang="en-IN" sz="12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72%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(226)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4%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402940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Super </a:t>
                      </a:r>
                      <a:r>
                        <a:rPr lang="en-IN" sz="1200" b="1" u="none" strike="noStrike" dirty="0" err="1">
                          <a:effectLst/>
                        </a:rPr>
                        <a:t>Diagnosers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(162)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69%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(495)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6%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992750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Bridger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26%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(72)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2A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(22)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(77)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2A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39%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(109)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186477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Key Influencers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(353)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(90)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35%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(447)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30%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(381)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9992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Super Referrers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17%</a:t>
                      </a:r>
                      <a:b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(93)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6B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68%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(375)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74600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Low value Treaters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(89)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(114)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4CC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17%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81654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Low value </a:t>
                      </a:r>
                      <a:r>
                        <a:rPr lang="en-IN" sz="1200" b="1" u="none" strike="noStrike" dirty="0" err="1">
                          <a:effectLst/>
                        </a:rPr>
                        <a:t>Diagnosers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(107)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(33)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(142)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2E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34%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(148)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002178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Low value Influencers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(169)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(169)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39%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(244)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466339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Low value Referrers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R="9525" marT="9525" marB="0" anchor="ctr"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44753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(1352)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(769)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1%</a:t>
                      </a:r>
                      <a:b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(437)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94%</a:t>
                      </a:r>
                      <a:br>
                        <a:rPr lang="en-IN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kumimoji="1" lang="en-IN" sz="1100" b="0" i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(42195)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8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5990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3143-31CD-BF9A-D6A1-54E67DAE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071E-D3A6-D8E9-0CA6-0EE82B1B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NT referral activity is geographically concentrated in the Southeast and mid-Atlantic, but high volume does not always signal a well-connected network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5C9318-E530-19CB-BB47-7E3B9EF5B1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56"/>
          <a:stretch>
            <a:fillRect/>
          </a:stretch>
        </p:blipFill>
        <p:spPr>
          <a:xfrm>
            <a:off x="292168" y="1306528"/>
            <a:ext cx="5753032" cy="31232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3F8C1B-0A59-2444-66DD-72C1DB6C26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00"/>
          <a:stretch>
            <a:fillRect/>
          </a:stretch>
        </p:blipFill>
        <p:spPr>
          <a:xfrm>
            <a:off x="5797078" y="1349421"/>
            <a:ext cx="5635267" cy="312323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B3D6E8-B408-25AA-D703-34E81326AC56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OH is the single most active referral hub in the country with HCPs referring and rendering activity, followed by MI, PA and NY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The Southeast corridor (VA, TN, GA, NC, SC, FL) shows consistently elevated activity across both metrics indicating regional clusters with more structured referral activities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70EF02-5588-1FAA-B429-D1BA6BB5076D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933BD6-24C6-E0E4-6A96-0FAACE52A71D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chemeClr val="accent2"/>
                </a:gs>
                <a:gs pos="33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C61FF1-17B2-8844-F112-5555972D07BF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84778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F6E5-D073-129C-588C-A407FF31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DD8-827E-43E6-F102-27307866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Michigan, Pennsylvania, and Ohio form the structural backbone of the NT referral network, where engagement has the highest systemic leverage beyond raw volume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8F7EF-F034-FD53-059F-E0855EDAB1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" r="31285" b="729"/>
          <a:stretch>
            <a:fillRect/>
          </a:stretch>
        </p:blipFill>
        <p:spPr>
          <a:xfrm>
            <a:off x="259878" y="1284143"/>
            <a:ext cx="5547360" cy="32916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E147DE-0B8F-54CD-4657-1F9C43D89B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79"/>
          <a:stretch>
            <a:fillRect/>
          </a:stretch>
        </p:blipFill>
        <p:spPr>
          <a:xfrm>
            <a:off x="5977449" y="1287996"/>
            <a:ext cx="6003114" cy="329160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4BBD3D-B737-90A1-A8B4-E1075BB91798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FL and CA shows strong indegree and outdegree consistent with specialist concentration, but the network influence metrics indicate a lack of establish referral pattern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MI, PA and OH show strongest signal of a mature, trusted referral network with most critical bridges and high-quality inflow making them most structurally complete market in the country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B46E-B9BD-A9B6-5117-15D740966A59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CB45BF-5E73-815B-2C52-4B01868356EF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chemeClr val="accent2"/>
                </a:gs>
                <a:gs pos="33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C3A4E6-2435-0A12-42B5-88B29EB5F496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1762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666E-7D7E-1F4C-32AF-F871F09D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DDFF-A4E0-74B6-71B2-09B65A82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NT referral communities are defined by relationships, not institutions as HCPs consistently refer within their behavioral network regardless of where they practice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16F11F-F740-9B67-8405-5D8D3E2781C7}"/>
              </a:ext>
            </a:extLst>
          </p:cNvPr>
          <p:cNvGrpSpPr/>
          <p:nvPr/>
        </p:nvGrpSpPr>
        <p:grpSpPr>
          <a:xfrm>
            <a:off x="772333" y="1988168"/>
            <a:ext cx="2062535" cy="1968008"/>
            <a:chOff x="656630" y="3472821"/>
            <a:chExt cx="2062535" cy="1383909"/>
          </a:xfrm>
        </p:grpSpPr>
        <p:sp>
          <p:nvSpPr>
            <p:cNvPr id="4" name="Pentagon 3">
              <a:extLst>
                <a:ext uri="{FF2B5EF4-FFF2-40B4-BE49-F238E27FC236}">
                  <a16:creationId xmlns:a16="http://schemas.microsoft.com/office/drawing/2014/main" id="{CFD2B5E9-17A5-E446-A18F-76A59AD643BC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6,174</a:t>
              </a:r>
            </a:p>
            <a:p>
              <a:pPr algn="ctr"/>
              <a:r>
                <a:rPr kumimoji="0" lang="en-US" sz="16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Total HCP Clusters</a:t>
              </a:r>
            </a:p>
            <a:p>
              <a:pPr algn="ctr"/>
              <a:endParaRPr lang="en-US" sz="16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algn="ctr"/>
              <a:r>
                <a:rPr kumimoji="0" lang="en-US" sz="120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Communities with 3 or more HCPs exchanging the referrals primarily amongst themselves</a:t>
              </a:r>
              <a:endParaRPr kumimoji="0" lang="en-US" sz="110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9601D27C-D707-9BD4-EDD2-386D853F11DF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EB1A3A-A123-7E24-14D2-1ABF5781CA26}"/>
              </a:ext>
            </a:extLst>
          </p:cNvPr>
          <p:cNvGrpSpPr/>
          <p:nvPr/>
        </p:nvGrpSpPr>
        <p:grpSpPr>
          <a:xfrm>
            <a:off x="5722" y="1064170"/>
            <a:ext cx="3312181" cy="319265"/>
            <a:chOff x="0" y="2140992"/>
            <a:chExt cx="2880042" cy="3471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AFF68F-A2E8-8E7E-1404-281AAA5287DB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chemeClr val="accent2"/>
                </a:gs>
                <a:gs pos="33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F1EA34-1301-DEF9-E5DA-706B1E6F282C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Identifying the underlying clusters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A473F-B085-1890-961F-3B0D1CDAC455}"/>
              </a:ext>
            </a:extLst>
          </p:cNvPr>
          <p:cNvGrpSpPr/>
          <p:nvPr/>
        </p:nvGrpSpPr>
        <p:grpSpPr>
          <a:xfrm>
            <a:off x="5064732" y="1988168"/>
            <a:ext cx="2062535" cy="1968008"/>
            <a:chOff x="656630" y="3472821"/>
            <a:chExt cx="2062535" cy="1383909"/>
          </a:xfrm>
        </p:grpSpPr>
        <p:sp>
          <p:nvSpPr>
            <p:cNvPr id="23" name="Pentagon 3">
              <a:extLst>
                <a:ext uri="{FF2B5EF4-FFF2-40B4-BE49-F238E27FC236}">
                  <a16:creationId xmlns:a16="http://schemas.microsoft.com/office/drawing/2014/main" id="{919EC5B8-E663-7B4B-4653-60D4EE0E1506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548</a:t>
              </a:r>
            </a:p>
            <a:p>
              <a:pPr algn="ctr"/>
              <a:r>
                <a:rPr kumimoji="0" lang="en-US" sz="16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Self-sustained </a:t>
              </a:r>
              <a:br>
                <a:rPr kumimoji="0" lang="en-US" sz="16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</a:br>
              <a:r>
                <a:rPr kumimoji="0" lang="en-US" sz="16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HCP HUBs</a:t>
              </a:r>
            </a:p>
            <a:p>
              <a:pPr algn="ctr"/>
              <a:endParaRPr lang="en-US" sz="3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Communities with 1-2 HCPs managing 2+ patients and diagnosing or treating more than 67% of them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24" name="Pentagon 3">
              <a:extLst>
                <a:ext uri="{FF2B5EF4-FFF2-40B4-BE49-F238E27FC236}">
                  <a16:creationId xmlns:a16="http://schemas.microsoft.com/office/drawing/2014/main" id="{533185A8-1BDA-196B-AB6C-FE37CD35895B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D9D8C8-95CD-54AC-2E8B-0AB75EEE493A}"/>
              </a:ext>
            </a:extLst>
          </p:cNvPr>
          <p:cNvGrpSpPr/>
          <p:nvPr/>
        </p:nvGrpSpPr>
        <p:grpSpPr>
          <a:xfrm>
            <a:off x="9357131" y="1988168"/>
            <a:ext cx="2062535" cy="1968008"/>
            <a:chOff x="656630" y="3472821"/>
            <a:chExt cx="2062535" cy="1383909"/>
          </a:xfrm>
        </p:grpSpPr>
        <p:sp>
          <p:nvSpPr>
            <p:cNvPr id="26" name="Pentagon 3">
              <a:extLst>
                <a:ext uri="{FF2B5EF4-FFF2-40B4-BE49-F238E27FC236}">
                  <a16:creationId xmlns:a16="http://schemas.microsoft.com/office/drawing/2014/main" id="{4A5AA76B-22AE-E508-3276-57EFF45E808D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4,871</a:t>
              </a:r>
            </a:p>
            <a:p>
              <a:pPr algn="ctr"/>
              <a:r>
                <a:rPr kumimoji="0" lang="en-US" sz="16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Standalone HCPs cohorts</a:t>
              </a:r>
            </a:p>
            <a:p>
              <a:pPr algn="ctr"/>
              <a:endParaRPr lang="en-US" sz="16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algn="ctr"/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1-2 connected HCPs with no prominent referral or treatment activity</a:t>
              </a:r>
              <a:endParaRPr kumimoji="0" lang="en-US" sz="16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27" name="Pentagon 3">
              <a:extLst>
                <a:ext uri="{FF2B5EF4-FFF2-40B4-BE49-F238E27FC236}">
                  <a16:creationId xmlns:a16="http://schemas.microsoft.com/office/drawing/2014/main" id="{301A7694-6B6A-0B97-414B-75FBE9524CAE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3145211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akeda Template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none"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 Template" id="{0A3F5EA6-0250-4B91-B64A-E0B9DA19F9BC}" vid="{F1EC72BB-65F4-4EC6-9C83-14AC73AD6D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C0ADFC5632814CA7D2D3F1C5FF0BA5" ma:contentTypeVersion="3" ma:contentTypeDescription="Create a new document." ma:contentTypeScope="" ma:versionID="8f94ccf661bcddf2add3d3c527f6f2b2">
  <xsd:schema xmlns:xsd="http://www.w3.org/2001/XMLSchema" xmlns:xs="http://www.w3.org/2001/XMLSchema" xmlns:p="http://schemas.microsoft.com/office/2006/metadata/properties" xmlns:ns2="29515f28-0067-4e3d-88f7-fd77f71d03fc" targetNamespace="http://schemas.microsoft.com/office/2006/metadata/properties" ma:root="true" ma:fieldsID="b8ae23a0b97d05e64ad6aa8bf5fb757d" ns2:_="">
    <xsd:import namespace="29515f28-0067-4e3d-88f7-fd77f71d03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15f28-0067-4e3d-88f7-fd77f71d03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C629B3-D464-4EA5-BCF9-E053D67434EE}">
  <ds:schemaRefs>
    <ds:schemaRef ds:uri="29515f28-0067-4e3d-88f7-fd77f71d03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42A92F5-74CB-412E-BA43-12629C8903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71E014-A6BB-4592-B361-2D6E12386CAE}">
  <ds:schemaRefs>
    <ds:schemaRef ds:uri="http://purl.org/dc/terms/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29515f28-0067-4e3d-88f7-fd77f71d03fc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0fc6179-cf92-4f92-9433-e720ff626f56}" enabled="0" method="" siteId="{40fc6179-cf92-4f92-9433-e720ff626f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4854</Words>
  <Application>Microsoft Office PowerPoint</Application>
  <PresentationFormat>Widescreen</PresentationFormat>
  <Paragraphs>383</Paragraphs>
  <Slides>16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Aptos Narrow</vt:lpstr>
      <vt:lpstr>Arial</vt:lpstr>
      <vt:lpstr>Calibri</vt:lpstr>
      <vt:lpstr>Century Gothic</vt:lpstr>
      <vt:lpstr>League Spartan</vt:lpstr>
      <vt:lpstr>Poppins</vt:lpstr>
      <vt:lpstr>Segoe UI</vt:lpstr>
      <vt:lpstr>Wingdings</vt:lpstr>
      <vt:lpstr>Takeda Template</vt:lpstr>
      <vt:lpstr>think-cell Slide</vt:lpstr>
      <vt:lpstr>TAK-861 HCP Referral Analysis Insights &amp; Recommendations</vt:lpstr>
      <vt:lpstr>Focus of the conversation today</vt:lpstr>
      <vt:lpstr>As a first step, the tagged referral data was transformed into a weighted network graph and analyzed using network intelligence algorithms to identify key HCP personas</vt:lpstr>
      <vt:lpstr>PowerPoint Presentation</vt:lpstr>
      <vt:lpstr>Leveraging the referral network, we deep-dive into insights across geography, patient flow, and influence dynamics</vt:lpstr>
      <vt:lpstr>PowerPoint Presentation</vt:lpstr>
      <vt:lpstr>PowerPoint Presentation</vt:lpstr>
      <vt:lpstr>PowerPoint Presentation</vt:lpstr>
      <vt:lpstr>The NT1 referral network is highly concentrated with a distinct group of HCPs forming its established core</vt:lpstr>
      <vt:lpstr>Key Personas: A small, high-impact cohort of 5% HCPs accounts for a disproportionate share of 53% of top-decile targets in the NT network</vt:lpstr>
      <vt:lpstr>These HCP personas capture the distinct roles patients encounter as they navigate the NT1 referral network from initial symptoms to eventual treatment</vt:lpstr>
      <vt:lpstr>While Super Diagnosers and Key Influencers drive the highest share of top-decile targets, they require fundamentally different engagement strategies due to distinct specialty and profile mix</vt:lpstr>
      <vt:lpstr>Innovators are the most represented group in the identified set of personas followed by Holistic Treaters</vt:lpstr>
      <vt:lpstr>NT referral activity is geographically concentrated in the Southeast and mid-Atlantic, but high volume does not always signal a well-connected network</vt:lpstr>
      <vt:lpstr>Michigan, Pennsylvania, and Ohio form the structural backbone of the NT referral network, where engagement has the highest systemic leverage beyond raw volume</vt:lpstr>
      <vt:lpstr>NT referral communities are defined by relationships, not institutions as HCPs consistently refer within their behavioral network regardless of where they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 Maheshwari</dc:creator>
  <cp:lastModifiedBy>Kanika Maheshwari</cp:lastModifiedBy>
  <cp:revision>1</cp:revision>
  <dcterms:created xsi:type="dcterms:W3CDTF">2026-05-12T08:09:22Z</dcterms:created>
  <dcterms:modified xsi:type="dcterms:W3CDTF">2026-05-27T12:23:51Z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0x0101004EC0ADFC5632814CA7D2D3F1C5FF0BA5</vt:lpwstr>
  </property>
</Properties>
</file>